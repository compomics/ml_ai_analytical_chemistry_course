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565" r:id="rId2"/>
    <p:sldId id="566" r:id="rId3"/>
    <p:sldId id="567" r:id="rId4"/>
    <p:sldId id="568" r:id="rId5"/>
    <p:sldId id="569" r:id="rId6"/>
    <p:sldId id="570" r:id="rId7"/>
    <p:sldId id="571" r:id="rId8"/>
    <p:sldId id="572" r:id="rId9"/>
    <p:sldId id="256" r:id="rId10"/>
    <p:sldId id="562" r:id="rId11"/>
    <p:sldId id="564" r:id="rId12"/>
    <p:sldId id="275" r:id="rId13"/>
    <p:sldId id="276" r:id="rId14"/>
    <p:sldId id="278" r:id="rId15"/>
    <p:sldId id="563" r:id="rId16"/>
    <p:sldId id="258" r:id="rId17"/>
    <p:sldId id="259" r:id="rId18"/>
    <p:sldId id="257" r:id="rId19"/>
    <p:sldId id="260" r:id="rId20"/>
    <p:sldId id="261" r:id="rId21"/>
    <p:sldId id="262" r:id="rId22"/>
  </p:sldIdLst>
  <p:sldSz cx="12192000" cy="6858000"/>
  <p:notesSz cx="6797675" cy="987425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947E30-7150-44D7-A78F-67D4AC156147}" v="9" dt="2026-10-20T13:54:05.1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3" autoAdjust="0"/>
    <p:restoredTop sz="81532" autoAdjust="0"/>
  </p:normalViewPr>
  <p:slideViewPr>
    <p:cSldViewPr snapToGrid="0">
      <p:cViewPr varScale="1">
        <p:scale>
          <a:sx n="131" d="100"/>
          <a:sy n="131" d="100"/>
        </p:scale>
        <p:origin x="1300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modSld sldOrd">
      <pc:chgData name="Robbin Bouwmeester" userId="1dbfebabfc25a55a" providerId="LiveId" clId="{75D63595-F797-482E-A4A0-2F4889B74D4F}" dt="2026-10-20T14:12:17.008" v="837" actId="113"/>
      <pc:docMkLst>
        <pc:docMk/>
      </pc:docMkLst>
      <pc:sldChg chg="modSp mod ord">
        <pc:chgData name="Robbin Bouwmeester" userId="1dbfebabfc25a55a" providerId="LiveId" clId="{75D63595-F797-482E-A4A0-2F4889B74D4F}" dt="2026-10-20T14:12:17.008" v="837" actId="113"/>
        <pc:sldMkLst>
          <pc:docMk/>
          <pc:sldMk cId="2685696956" sldId="256"/>
        </pc:sldMkLst>
        <pc:spChg chg="mod">
          <ac:chgData name="Robbin Bouwmeester" userId="1dbfebabfc25a55a" providerId="LiveId" clId="{75D63595-F797-482E-A4A0-2F4889B74D4F}" dt="2026-10-20T14:12:17.008" v="837" actId="113"/>
          <ac:spMkLst>
            <pc:docMk/>
            <pc:sldMk cId="2685696956" sldId="256"/>
            <ac:spMk id="5" creationId="{23F47C53-EA2F-3B0D-C56C-45A311817CCE}"/>
          </ac:spMkLst>
        </pc:spChg>
      </pc:sldChg>
      <pc:sldChg chg="add">
        <pc:chgData name="Robbin Bouwmeester" userId="1dbfebabfc25a55a" providerId="LiveId" clId="{75D63595-F797-482E-A4A0-2F4889B74D4F}" dt="2026-10-20T12:32:23.052" v="0"/>
        <pc:sldMkLst>
          <pc:docMk/>
          <pc:sldMk cId="416481786" sldId="275"/>
        </pc:sldMkLst>
      </pc:sldChg>
      <pc:sldChg chg="add">
        <pc:chgData name="Robbin Bouwmeester" userId="1dbfebabfc25a55a" providerId="LiveId" clId="{75D63595-F797-482E-A4A0-2F4889B74D4F}" dt="2026-10-20T12:32:23.052" v="0"/>
        <pc:sldMkLst>
          <pc:docMk/>
          <pc:sldMk cId="559918975" sldId="276"/>
        </pc:sldMkLst>
      </pc:sldChg>
      <pc:sldChg chg="add">
        <pc:chgData name="Robbin Bouwmeester" userId="1dbfebabfc25a55a" providerId="LiveId" clId="{75D63595-F797-482E-A4A0-2F4889B74D4F}" dt="2026-10-20T12:32:36.919" v="1"/>
        <pc:sldMkLst>
          <pc:docMk/>
          <pc:sldMk cId="4034051223" sldId="278"/>
        </pc:sldMkLst>
      </pc:sldChg>
      <pc:sldChg chg="add">
        <pc:chgData name="Robbin Bouwmeester" userId="1dbfebabfc25a55a" providerId="LiveId" clId="{75D63595-F797-482E-A4A0-2F4889B74D4F}" dt="2026-10-20T12:32:23.052" v="0"/>
        <pc:sldMkLst>
          <pc:docMk/>
          <pc:sldMk cId="3531563971" sldId="562"/>
        </pc:sldMkLst>
      </pc:sldChg>
      <pc:sldChg chg="add">
        <pc:chgData name="Robbin Bouwmeester" userId="1dbfebabfc25a55a" providerId="LiveId" clId="{75D63595-F797-482E-A4A0-2F4889B74D4F}" dt="2026-10-20T12:32:36.919" v="1"/>
        <pc:sldMkLst>
          <pc:docMk/>
          <pc:sldMk cId="2553046411" sldId="563"/>
        </pc:sldMkLst>
      </pc:sldChg>
      <pc:sldChg chg="add">
        <pc:chgData name="Robbin Bouwmeester" userId="1dbfebabfc25a55a" providerId="LiveId" clId="{75D63595-F797-482E-A4A0-2F4889B74D4F}" dt="2026-10-20T12:33:03.935" v="4"/>
        <pc:sldMkLst>
          <pc:docMk/>
          <pc:sldMk cId="855041973" sldId="564"/>
        </pc:sldMkLst>
      </pc:sldChg>
      <pc:sldChg chg="addSp delSp modSp add mod setBg modNotesTx">
        <pc:chgData name="Robbin Bouwmeester" userId="1dbfebabfc25a55a" providerId="LiveId" clId="{75D63595-F797-482E-A4A0-2F4889B74D4F}" dt="2026-10-20T14:06:26.170" v="764" actId="6549"/>
        <pc:sldMkLst>
          <pc:docMk/>
          <pc:sldMk cId="171663991" sldId="565"/>
        </pc:sldMkLst>
        <pc:spChg chg="add del mod">
          <ac:chgData name="Robbin Bouwmeester" userId="1dbfebabfc25a55a" providerId="LiveId" clId="{75D63595-F797-482E-A4A0-2F4889B74D4F}" dt="2026-10-20T12:35:37.052" v="13" actId="478"/>
          <ac:spMkLst>
            <pc:docMk/>
            <pc:sldMk cId="171663991" sldId="565"/>
            <ac:spMk id="2" creationId="{D10559D5-F25B-4921-BDEE-3EDA6E19923F}"/>
          </ac:spMkLst>
        </pc:spChg>
        <pc:spChg chg="del">
          <ac:chgData name="Robbin Bouwmeester" userId="1dbfebabfc25a55a" providerId="LiveId" clId="{75D63595-F797-482E-A4A0-2F4889B74D4F}" dt="2026-10-20T12:35:52.803" v="16" actId="478"/>
          <ac:spMkLst>
            <pc:docMk/>
            <pc:sldMk cId="171663991" sldId="565"/>
            <ac:spMk id="5" creationId="{6C75F81C-9CE8-4087-8BF3-014F6883F2BE}"/>
          </ac:spMkLst>
        </pc:spChg>
        <pc:spChg chg="del mod">
          <ac:chgData name="Robbin Bouwmeester" userId="1dbfebabfc25a55a" providerId="LiveId" clId="{75D63595-F797-482E-A4A0-2F4889B74D4F}" dt="2026-10-20T12:35:39.722" v="14" actId="478"/>
          <ac:spMkLst>
            <pc:docMk/>
            <pc:sldMk cId="171663991" sldId="565"/>
            <ac:spMk id="6" creationId="{94AF2BB9-9BAA-49EE-83F1-4CB8220DF763}"/>
          </ac:spMkLst>
        </pc:spChg>
        <pc:spChg chg="add mod">
          <ac:chgData name="Robbin Bouwmeester" userId="1dbfebabfc25a55a" providerId="LiveId" clId="{75D63595-F797-482E-A4A0-2F4889B74D4F}" dt="2026-10-20T13:53:54.468" v="264" actId="20577"/>
          <ac:spMkLst>
            <pc:docMk/>
            <pc:sldMk cId="171663991" sldId="565"/>
            <ac:spMk id="8" creationId="{86592D9F-8B4B-7AFE-4D77-9BEDDB38610D}"/>
          </ac:spMkLst>
        </pc:spChg>
        <pc:graphicFrameChg chg="mod">
          <ac:chgData name="Robbin Bouwmeester" userId="1dbfebabfc25a55a" providerId="LiveId" clId="{75D63595-F797-482E-A4A0-2F4889B74D4F}" dt="2026-10-20T12:35:59.821" v="29" actId="1036"/>
          <ac:graphicFrameMkLst>
            <pc:docMk/>
            <pc:sldMk cId="171663991" sldId="565"/>
            <ac:graphicFrameMk id="4" creationId="{8D2B1C24-A399-4560-A8D8-FB4DA1A5194E}"/>
          </ac:graphicFrameMkLst>
        </pc:graphicFrameChg>
      </pc:sldChg>
      <pc:sldChg chg="addSp delSp modSp add mod modNotesTx">
        <pc:chgData name="Robbin Bouwmeester" userId="1dbfebabfc25a55a" providerId="LiveId" clId="{75D63595-F797-482E-A4A0-2F4889B74D4F}" dt="2026-10-20T14:06:28.751" v="765" actId="6549"/>
        <pc:sldMkLst>
          <pc:docMk/>
          <pc:sldMk cId="1084503258" sldId="566"/>
        </pc:sldMkLst>
        <pc:spChg chg="add del">
          <ac:chgData name="Robbin Bouwmeester" userId="1dbfebabfc25a55a" providerId="LiveId" clId="{75D63595-F797-482E-A4A0-2F4889B74D4F}" dt="2026-10-20T12:36:26.975" v="33" actId="22"/>
          <ac:spMkLst>
            <pc:docMk/>
            <pc:sldMk cId="1084503258" sldId="566"/>
            <ac:spMk id="7" creationId="{4BED4813-344E-24AA-2D0D-AE6709A1B92E}"/>
          </ac:spMkLst>
        </pc:spChg>
        <pc:spChg chg="mod">
          <ac:chgData name="Robbin Bouwmeester" userId="1dbfebabfc25a55a" providerId="LiveId" clId="{75D63595-F797-482E-A4A0-2F4889B74D4F}" dt="2026-10-20T13:54:27.326" v="281" actId="20577"/>
          <ac:spMkLst>
            <pc:docMk/>
            <pc:sldMk cId="1084503258" sldId="566"/>
            <ac:spMk id="8" creationId="{119249DB-B9C2-F826-E5BC-F579681A3F7E}"/>
          </ac:spMkLst>
        </pc:spChg>
        <pc:spChg chg="add del">
          <ac:chgData name="Robbin Bouwmeester" userId="1dbfebabfc25a55a" providerId="LiveId" clId="{75D63595-F797-482E-A4A0-2F4889B74D4F}" dt="2026-10-20T12:36:26.975" v="33" actId="22"/>
          <ac:spMkLst>
            <pc:docMk/>
            <pc:sldMk cId="1084503258" sldId="566"/>
            <ac:spMk id="10" creationId="{2FCB4E0B-EBE2-8D89-AEC7-BD7EA213AABF}"/>
          </ac:spMkLst>
        </pc:spChg>
        <pc:spChg chg="add del">
          <ac:chgData name="Robbin Bouwmeester" userId="1dbfebabfc25a55a" providerId="LiveId" clId="{75D63595-F797-482E-A4A0-2F4889B74D4F}" dt="2026-10-20T12:36:26.975" v="33" actId="22"/>
          <ac:spMkLst>
            <pc:docMk/>
            <pc:sldMk cId="1084503258" sldId="566"/>
            <ac:spMk id="12" creationId="{8EDE377E-4F84-BC0D-C0FC-60221206BC9D}"/>
          </ac:spMkLst>
        </pc:spChg>
        <pc:spChg chg="add del mod">
          <ac:chgData name="Robbin Bouwmeester" userId="1dbfebabfc25a55a" providerId="LiveId" clId="{75D63595-F797-482E-A4A0-2F4889B74D4F}" dt="2026-10-20T12:37:05.483" v="37" actId="22"/>
          <ac:spMkLst>
            <pc:docMk/>
            <pc:sldMk cId="1084503258" sldId="566"/>
            <ac:spMk id="16" creationId="{96FCA59F-477C-92EA-2620-2B7E5522F2B6}"/>
          </ac:spMkLst>
        </pc:spChg>
        <pc:spChg chg="add del mod">
          <ac:chgData name="Robbin Bouwmeester" userId="1dbfebabfc25a55a" providerId="LiveId" clId="{75D63595-F797-482E-A4A0-2F4889B74D4F}" dt="2026-10-20T12:37:05.483" v="37" actId="22"/>
          <ac:spMkLst>
            <pc:docMk/>
            <pc:sldMk cId="1084503258" sldId="566"/>
            <ac:spMk id="18" creationId="{4A8E0B5E-5357-77AD-2290-CEE51715FDCD}"/>
          </ac:spMkLst>
        </pc:spChg>
        <pc:spChg chg="add del mod">
          <ac:chgData name="Robbin Bouwmeester" userId="1dbfebabfc25a55a" providerId="LiveId" clId="{75D63595-F797-482E-A4A0-2F4889B74D4F}" dt="2026-10-20T12:37:05.483" v="37" actId="22"/>
          <ac:spMkLst>
            <pc:docMk/>
            <pc:sldMk cId="1084503258" sldId="566"/>
            <ac:spMk id="20" creationId="{A582C733-E0D8-A405-A160-25EFDA4ADFB6}"/>
          </ac:spMkLst>
        </pc:spChg>
        <pc:graphicFrameChg chg="del">
          <ac:chgData name="Robbin Bouwmeester" userId="1dbfebabfc25a55a" providerId="LiveId" clId="{75D63595-F797-482E-A4A0-2F4889B74D4F}" dt="2026-10-20T12:36:25.114" v="31" actId="478"/>
          <ac:graphicFrameMkLst>
            <pc:docMk/>
            <pc:sldMk cId="1084503258" sldId="566"/>
            <ac:graphicFrameMk id="4" creationId="{48CAB2C9-6FCA-5E68-7F30-FFB8AE624C34}"/>
          </ac:graphicFrameMkLst>
        </pc:graphicFrameChg>
        <pc:graphicFrameChg chg="add del">
          <ac:chgData name="Robbin Bouwmeester" userId="1dbfebabfc25a55a" providerId="LiveId" clId="{75D63595-F797-482E-A4A0-2F4889B74D4F}" dt="2026-10-20T12:36:26.975" v="33" actId="22"/>
          <ac:graphicFrameMkLst>
            <pc:docMk/>
            <pc:sldMk cId="1084503258" sldId="566"/>
            <ac:graphicFrameMk id="5" creationId="{D574937E-0470-DB22-E83F-A2D3B404DA1B}"/>
          </ac:graphicFrameMkLst>
        </pc:graphicFrameChg>
        <pc:graphicFrameChg chg="add del mod">
          <ac:chgData name="Robbin Bouwmeester" userId="1dbfebabfc25a55a" providerId="LiveId" clId="{75D63595-F797-482E-A4A0-2F4889B74D4F}" dt="2026-10-20T12:37:05.483" v="37" actId="22"/>
          <ac:graphicFrameMkLst>
            <pc:docMk/>
            <pc:sldMk cId="1084503258" sldId="566"/>
            <ac:graphicFrameMk id="14" creationId="{6A225808-7D42-F73E-74EF-8E7A01634278}"/>
          </ac:graphicFrameMkLst>
        </pc:graphicFrameChg>
        <pc:picChg chg="add mod">
          <ac:chgData name="Robbin Bouwmeester" userId="1dbfebabfc25a55a" providerId="LiveId" clId="{75D63595-F797-482E-A4A0-2F4889B74D4F}" dt="2026-10-20T12:37:41.958" v="44" actId="1076"/>
          <ac:picMkLst>
            <pc:docMk/>
            <pc:sldMk cId="1084503258" sldId="566"/>
            <ac:picMk id="22" creationId="{CB3185B3-2DDD-AF7F-956D-ECCDA1D0D35F}"/>
          </ac:picMkLst>
        </pc:picChg>
      </pc:sldChg>
      <pc:sldChg chg="addSp delSp modSp add mod modNotesTx">
        <pc:chgData name="Robbin Bouwmeester" userId="1dbfebabfc25a55a" providerId="LiveId" clId="{75D63595-F797-482E-A4A0-2F4889B74D4F}" dt="2026-10-20T14:06:30.881" v="766" actId="6549"/>
        <pc:sldMkLst>
          <pc:docMk/>
          <pc:sldMk cId="990905693" sldId="567"/>
        </pc:sldMkLst>
        <pc:spChg chg="mod">
          <ac:chgData name="Robbin Bouwmeester" userId="1dbfebabfc25a55a" providerId="LiveId" clId="{75D63595-F797-482E-A4A0-2F4889B74D4F}" dt="2026-10-20T14:00:08.374" v="349" actId="20577"/>
          <ac:spMkLst>
            <pc:docMk/>
            <pc:sldMk cId="990905693" sldId="567"/>
            <ac:spMk id="8" creationId="{4DE18FDB-07B5-5EDE-5527-3A5439EBF8DF}"/>
          </ac:spMkLst>
        </pc:spChg>
        <pc:picChg chg="add mod">
          <ac:chgData name="Robbin Bouwmeester" userId="1dbfebabfc25a55a" providerId="LiveId" clId="{75D63595-F797-482E-A4A0-2F4889B74D4F}" dt="2026-10-20T12:39:03.251" v="140" actId="1076"/>
          <ac:picMkLst>
            <pc:docMk/>
            <pc:sldMk cId="990905693" sldId="567"/>
            <ac:picMk id="4" creationId="{7082301F-C054-848F-82EB-5CA5ACC6EB0B}"/>
          </ac:picMkLst>
        </pc:picChg>
        <pc:picChg chg="del">
          <ac:chgData name="Robbin Bouwmeester" userId="1dbfebabfc25a55a" providerId="LiveId" clId="{75D63595-F797-482E-A4A0-2F4889B74D4F}" dt="2026-10-20T12:38:37.287" v="137" actId="478"/>
          <ac:picMkLst>
            <pc:docMk/>
            <pc:sldMk cId="990905693" sldId="567"/>
            <ac:picMk id="22" creationId="{B84E28CF-09B4-9667-4B36-71B2E05C2825}"/>
          </ac:picMkLst>
        </pc:picChg>
      </pc:sldChg>
      <pc:sldChg chg="addSp delSp modSp add mod modNotesTx">
        <pc:chgData name="Robbin Bouwmeester" userId="1dbfebabfc25a55a" providerId="LiveId" clId="{75D63595-F797-482E-A4A0-2F4889B74D4F}" dt="2026-10-20T14:06:32.822" v="767" actId="6549"/>
        <pc:sldMkLst>
          <pc:docMk/>
          <pc:sldMk cId="2068919554" sldId="568"/>
        </pc:sldMkLst>
        <pc:spChg chg="mod">
          <ac:chgData name="Robbin Bouwmeester" userId="1dbfebabfc25a55a" providerId="LiveId" clId="{75D63595-F797-482E-A4A0-2F4889B74D4F}" dt="2026-10-20T14:01:26.179" v="473" actId="20577"/>
          <ac:spMkLst>
            <pc:docMk/>
            <pc:sldMk cId="2068919554" sldId="568"/>
            <ac:spMk id="8" creationId="{78920937-CE99-1273-4E6B-3C1DDD5DDAF1}"/>
          </ac:spMkLst>
        </pc:spChg>
        <pc:picChg chg="del">
          <ac:chgData name="Robbin Bouwmeester" userId="1dbfebabfc25a55a" providerId="LiveId" clId="{75D63595-F797-482E-A4A0-2F4889B74D4F}" dt="2026-10-20T12:39:29.082" v="142" actId="478"/>
          <ac:picMkLst>
            <pc:docMk/>
            <pc:sldMk cId="2068919554" sldId="568"/>
            <ac:picMk id="4" creationId="{10D8143E-3231-520E-B8F9-4E1DB9D3DF65}"/>
          </ac:picMkLst>
        </pc:picChg>
        <pc:picChg chg="add mod">
          <ac:chgData name="Robbin Bouwmeester" userId="1dbfebabfc25a55a" providerId="LiveId" clId="{75D63595-F797-482E-A4A0-2F4889B74D4F}" dt="2026-10-20T12:39:42.084" v="145" actId="1076"/>
          <ac:picMkLst>
            <pc:docMk/>
            <pc:sldMk cId="2068919554" sldId="568"/>
            <ac:picMk id="5" creationId="{46AF49B1-4594-E734-23AC-D55F0CA987EF}"/>
          </ac:picMkLst>
        </pc:picChg>
      </pc:sldChg>
      <pc:sldChg chg="addSp delSp modSp add mod modNotesTx">
        <pc:chgData name="Robbin Bouwmeester" userId="1dbfebabfc25a55a" providerId="LiveId" clId="{75D63595-F797-482E-A4A0-2F4889B74D4F}" dt="2026-10-20T14:06:35.319" v="768" actId="6549"/>
        <pc:sldMkLst>
          <pc:docMk/>
          <pc:sldMk cId="3319585658" sldId="569"/>
        </pc:sldMkLst>
        <pc:spChg chg="mod">
          <ac:chgData name="Robbin Bouwmeester" userId="1dbfebabfc25a55a" providerId="LiveId" clId="{75D63595-F797-482E-A4A0-2F4889B74D4F}" dt="2026-10-20T14:04:12.713" v="532" actId="20577"/>
          <ac:spMkLst>
            <pc:docMk/>
            <pc:sldMk cId="3319585658" sldId="569"/>
            <ac:spMk id="8" creationId="{FA470C06-99D0-E75E-E2D5-675E418D5DC2}"/>
          </ac:spMkLst>
        </pc:spChg>
        <pc:picChg chg="add mod">
          <ac:chgData name="Robbin Bouwmeester" userId="1dbfebabfc25a55a" providerId="LiveId" clId="{75D63595-F797-482E-A4A0-2F4889B74D4F}" dt="2026-10-20T12:40:36.557" v="153" actId="1076"/>
          <ac:picMkLst>
            <pc:docMk/>
            <pc:sldMk cId="3319585658" sldId="569"/>
            <ac:picMk id="4" creationId="{3A9E5942-E30E-9602-C440-F6167E89AB77}"/>
          </ac:picMkLst>
        </pc:picChg>
        <pc:picChg chg="del mod">
          <ac:chgData name="Robbin Bouwmeester" userId="1dbfebabfc25a55a" providerId="LiveId" clId="{75D63595-F797-482E-A4A0-2F4889B74D4F}" dt="2026-10-20T12:39:54.973" v="148" actId="478"/>
          <ac:picMkLst>
            <pc:docMk/>
            <pc:sldMk cId="3319585658" sldId="569"/>
            <ac:picMk id="5" creationId="{8CDB23A6-01D3-2917-B309-E61A8CCA38FB}"/>
          </ac:picMkLst>
        </pc:picChg>
      </pc:sldChg>
      <pc:sldChg chg="addSp delSp modSp add mod modNotesTx">
        <pc:chgData name="Robbin Bouwmeester" userId="1dbfebabfc25a55a" providerId="LiveId" clId="{75D63595-F797-482E-A4A0-2F4889B74D4F}" dt="2026-10-20T14:06:37.946" v="769" actId="6549"/>
        <pc:sldMkLst>
          <pc:docMk/>
          <pc:sldMk cId="203633500" sldId="570"/>
        </pc:sldMkLst>
        <pc:spChg chg="mod">
          <ac:chgData name="Robbin Bouwmeester" userId="1dbfebabfc25a55a" providerId="LiveId" clId="{75D63595-F797-482E-A4A0-2F4889B74D4F}" dt="2026-10-20T14:04:46.330" v="610" actId="20577"/>
          <ac:spMkLst>
            <pc:docMk/>
            <pc:sldMk cId="203633500" sldId="570"/>
            <ac:spMk id="8" creationId="{7B529B83-B553-A19F-8022-53AD6080E723}"/>
          </ac:spMkLst>
        </pc:spChg>
        <pc:picChg chg="del">
          <ac:chgData name="Robbin Bouwmeester" userId="1dbfebabfc25a55a" providerId="LiveId" clId="{75D63595-F797-482E-A4A0-2F4889B74D4F}" dt="2026-10-20T12:41:13.343" v="155" actId="478"/>
          <ac:picMkLst>
            <pc:docMk/>
            <pc:sldMk cId="203633500" sldId="570"/>
            <ac:picMk id="4" creationId="{DE3DC71C-E88F-FBB3-A83F-448AC0E1F970}"/>
          </ac:picMkLst>
        </pc:picChg>
        <pc:picChg chg="add mod">
          <ac:chgData name="Robbin Bouwmeester" userId="1dbfebabfc25a55a" providerId="LiveId" clId="{75D63595-F797-482E-A4A0-2F4889B74D4F}" dt="2026-10-20T12:41:19.577" v="158" actId="1076"/>
          <ac:picMkLst>
            <pc:docMk/>
            <pc:sldMk cId="203633500" sldId="570"/>
            <ac:picMk id="5" creationId="{E99DCDC5-D6B6-5E56-32AA-DE2C9109F623}"/>
          </ac:picMkLst>
        </pc:picChg>
      </pc:sldChg>
      <pc:sldChg chg="addSp delSp modSp add mod modNotesTx">
        <pc:chgData name="Robbin Bouwmeester" userId="1dbfebabfc25a55a" providerId="LiveId" clId="{75D63595-F797-482E-A4A0-2F4889B74D4F}" dt="2026-10-20T14:06:40.083" v="770" actId="6549"/>
        <pc:sldMkLst>
          <pc:docMk/>
          <pc:sldMk cId="1680314344" sldId="571"/>
        </pc:sldMkLst>
        <pc:spChg chg="add del mod">
          <ac:chgData name="Robbin Bouwmeester" userId="1dbfebabfc25a55a" providerId="LiveId" clId="{75D63595-F797-482E-A4A0-2F4889B74D4F}" dt="2026-10-20T14:06:12.100" v="763" actId="20577"/>
          <ac:spMkLst>
            <pc:docMk/>
            <pc:sldMk cId="1680314344" sldId="571"/>
            <ac:spMk id="8" creationId="{D79D7D31-C006-C3D9-2F91-BC4CC4EE73ED}"/>
          </ac:spMkLst>
        </pc:spChg>
        <pc:picChg chg="add mod">
          <ac:chgData name="Robbin Bouwmeester" userId="1dbfebabfc25a55a" providerId="LiveId" clId="{75D63595-F797-482E-A4A0-2F4889B74D4F}" dt="2026-10-20T12:43:21.926" v="163" actId="1076"/>
          <ac:picMkLst>
            <pc:docMk/>
            <pc:sldMk cId="1680314344" sldId="571"/>
            <ac:picMk id="4" creationId="{B41C6109-83DB-2B89-689D-A49F758DDB94}"/>
          </ac:picMkLst>
        </pc:picChg>
        <pc:picChg chg="del">
          <ac:chgData name="Robbin Bouwmeester" userId="1dbfebabfc25a55a" providerId="LiveId" clId="{75D63595-F797-482E-A4A0-2F4889B74D4F}" dt="2026-10-20T12:43:10.989" v="160" actId="478"/>
          <ac:picMkLst>
            <pc:docMk/>
            <pc:sldMk cId="1680314344" sldId="571"/>
            <ac:picMk id="5" creationId="{F06592F9-FC4B-1318-90C4-6391FF5B7843}"/>
          </ac:picMkLst>
        </pc:picChg>
      </pc:sldChg>
      <pc:sldChg chg="add modNotesTx">
        <pc:chgData name="Robbin Bouwmeester" userId="1dbfebabfc25a55a" providerId="LiveId" clId="{75D63595-F797-482E-A4A0-2F4889B74D4F}" dt="2026-10-20T14:06:42.903" v="771" actId="6549"/>
        <pc:sldMkLst>
          <pc:docMk/>
          <pc:sldMk cId="2900461262" sldId="57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E03065-E7C1-422E-AB3E-02948DD233B1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3B07D4-6E61-44FC-BCFF-D29C3751B5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70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246B00-6205-4BBC-A10C-B6ECCEF3EDA8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6563" y="1233488"/>
            <a:ext cx="592455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983"/>
            <a:ext cx="5438140" cy="388798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6C64BD-F35B-4C39-BDE4-6FFCC0D820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551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39F54-A179-AE5A-110D-DEFBD640F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3FEEE-AA34-6C62-0EC4-74EAD67B53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F0D8A9-4549-875E-A560-89CAF1995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1F0D4-6CD9-FD4E-50C0-A13AAC83323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6231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306E8-8FB0-580B-3E56-5DE8115F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0BB81C-72A0-6408-DC74-DDD87C566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9E8F0A-0A27-3777-C5DE-B586BC59B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54CBE-1920-DCAE-CF9D-6B2466FC16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61499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15699-B755-6B11-8F66-D505E625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6F570C-778D-2E3F-0473-CD2DF1EE0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51D453-CA4B-780F-0EC2-CF983D46B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2E1E3-6042-A659-E078-CB4B35CAA5D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35707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2C3-1126-AAA7-2347-D449FAD8C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9E3BD5-ADC2-118E-AF4A-20EC4100BF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16289E-A7C6-9E0F-654C-299AD83FF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B0ACF-DFB6-25C7-76CE-14417EBB826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27752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D7A0A-1435-260D-44BB-C2C63B628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AC26F-3A65-8DD5-BA9E-B6F4D2D93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FF4D7-148C-32ED-3A5C-087860A35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2A97E-AFD1-4953-3A44-D04606206AF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456147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D58FC-D44B-9B4D-A6F6-58E0F7E5C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06593-AEEF-DD8D-344C-6A89464E26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4EFFD-44FE-7B77-6345-FCC91296CD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B3FA92-6882-9DBF-9098-F1761FEE367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386716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FC88E-1B39-8B38-9290-1C933554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108518-9329-1C5D-1A91-98B24E26F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E9B9-1AFB-7DD7-D341-1807B7A73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B4645A-B390-D060-1C63-702DA2C8F5F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529956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158580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C1C5-818D-FD3F-61D5-CB65735B7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35F7DE-3360-EE62-7B94-1305EC070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CDB314-1269-A147-CF93-E301DAE807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1F4A5-375B-DCDA-1C26-9D0BE3B72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069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5329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78150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72121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95928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6C64BD-F35B-4C39-BDE4-6FFCC0D8201A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839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2746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3648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2523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9072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113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6496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6890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3227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9530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8781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6281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EC880F-CD94-428A-9C30-279F40577F5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6FBEA-A515-403E-BA5B-D12F7E0E31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50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EB5408-3820-4617-AF6D-3250E75575B5}"/>
              </a:ext>
            </a:extLst>
          </p:cNvPr>
          <p:cNvSpPr>
            <a:spLocks noGrp="1"/>
          </p:cNvSpPr>
          <p:nvPr/>
        </p:nvSpPr>
        <p:spPr>
          <a:xfrm>
            <a:off x="11493501" y="6464300"/>
            <a:ext cx="31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2B1C24-A399-4560-A8D8-FB4DA1A519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3277344"/>
              </p:ext>
            </p:extLst>
          </p:nvPr>
        </p:nvGraphicFramePr>
        <p:xfrm>
          <a:off x="609600" y="1846364"/>
          <a:ext cx="10972800" cy="4038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3100">
                <a:tc>
                  <a:txBody>
                    <a:bodyPr/>
                    <a:lstStyle/>
                    <a:p>
                      <a:r>
                        <a:rPr sz="1900" b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Failure mode</a:t>
                      </a:r>
                    </a:p>
                  </a:txBody>
                  <a:tcPr marL="152400" marR="152400" marT="38100" marB="38100"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goes wrong?</a:t>
                      </a:r>
                    </a:p>
                  </a:txBody>
                  <a:tcPr marL="152400" marR="152400" marT="38100" marB="38100"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Useful check</a:t>
                      </a:r>
                    </a:p>
                  </a:txBody>
                  <a:tcPr marL="152400" marR="152400" marT="38100" marB="38100"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Underfitting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The model misses a useful pattern.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Training and validation performance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Overfitting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The model fits accidental details.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The training–validation gap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Bias in the data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Some conditions have poor coverage.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Sampling and performance by group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Out of</a:t>
                      </a:r>
                    </a:p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distribution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New conditions differ from those studied.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The intended conditions of use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Information</a:t>
                      </a:r>
                    </a:p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leakage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Training and test information overlap.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dirty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Split units and data preparation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6592D9F-8B4B-7AFE-4D77-9BEDDB38610D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Multiple failure modes that can lead to underperforming models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63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D965A-1910-3B16-C689-75A6DC6F6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DDF4B3F-2B0C-EA43-A675-D1C289036A60}"/>
              </a:ext>
            </a:extLst>
          </p:cNvPr>
          <p:cNvSpPr>
            <a:spLocks noGrp="1"/>
          </p:cNvSpPr>
          <p:nvPr/>
        </p:nvSpPr>
        <p:spPr>
          <a:xfrm>
            <a:off x="11493501" y="6464300"/>
            <a:ext cx="31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249DB-B9C2-F826-E5BC-F579681A3F7E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Underfitting is biased towards assumptions of the underlying (simple) trend of the data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B3185B3-2DDD-AF7F-956D-ECCDA1D0D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364" y="1964987"/>
            <a:ext cx="11077272" cy="391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503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B11AE-D0F2-B665-D1C4-B20703C87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A4BE2F8-72AF-F804-280E-DBBBAF02C7A8}"/>
              </a:ext>
            </a:extLst>
          </p:cNvPr>
          <p:cNvSpPr>
            <a:spLocks noGrp="1"/>
          </p:cNvSpPr>
          <p:nvPr/>
        </p:nvSpPr>
        <p:spPr>
          <a:xfrm>
            <a:off x="11493501" y="6464300"/>
            <a:ext cx="31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E18FDB-07B5-5EDE-5527-3A5439EBF8DF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Overfitting fits too much variance between the features and targets 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82301F-C054-848F-82EB-5CA5ACC6E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178" y="1845731"/>
            <a:ext cx="11095644" cy="391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905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6F70E-9A82-A85E-D582-30FA60237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3136473-80AF-9241-5026-25ED10748EB8}"/>
              </a:ext>
            </a:extLst>
          </p:cNvPr>
          <p:cNvSpPr>
            <a:spLocks noGrp="1"/>
          </p:cNvSpPr>
          <p:nvPr/>
        </p:nvSpPr>
        <p:spPr>
          <a:xfrm>
            <a:off x="11493501" y="6464300"/>
            <a:ext cx="31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920937-CE99-1273-4E6B-3C1DDD5DDAF1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Typical trend for model performance when increasing model complexity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F49B1-4594-E734-23AC-D55F0CA98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86" y="1648838"/>
            <a:ext cx="11499427" cy="413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919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FF3B6-C07D-2ECC-B36B-0A51C5D91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770A68-1C1A-53C1-D443-5EF8FCE44932}"/>
              </a:ext>
            </a:extLst>
          </p:cNvPr>
          <p:cNvSpPr>
            <a:spLocks noGrp="1"/>
          </p:cNvSpPr>
          <p:nvPr/>
        </p:nvSpPr>
        <p:spPr>
          <a:xfrm>
            <a:off x="11493501" y="6464300"/>
            <a:ext cx="31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470C06-99D0-E75E-E2D5-675E418D5DC2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Bias in training data can affect a model negatively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9E5942-E30E-9602-C440-F6167E89A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29" y="1639111"/>
            <a:ext cx="11356342" cy="3969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585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669FD-71D8-9F32-003D-A8034FE61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1E701E2-2276-D5A7-B655-F6305C2E91CB}"/>
              </a:ext>
            </a:extLst>
          </p:cNvPr>
          <p:cNvSpPr>
            <a:spLocks noGrp="1"/>
          </p:cNvSpPr>
          <p:nvPr/>
        </p:nvSpPr>
        <p:spPr>
          <a:xfrm>
            <a:off x="11493501" y="6464300"/>
            <a:ext cx="31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529B83-B553-A19F-8022-53AD6080E723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Interpolation is easy, extrapolation is difficult; variety in training data!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DCDC5-D6B6-5E56-32AA-DE2C9109F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1501705"/>
            <a:ext cx="11561323" cy="4323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78BDB-F14B-F0D1-1E63-047B1CE50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FC05F2-796E-5545-D7AB-7139A44D3A70}"/>
              </a:ext>
            </a:extLst>
          </p:cNvPr>
          <p:cNvSpPr>
            <a:spLocks noGrp="1"/>
          </p:cNvSpPr>
          <p:nvPr/>
        </p:nvSpPr>
        <p:spPr>
          <a:xfrm>
            <a:off x="11493501" y="6464300"/>
            <a:ext cx="31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9D7D31-C006-C3D9-2F91-BC4CC4EE73ED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Estimating performance is difficult; you want variety and differences, but not too much extrapolation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1C6109-83DB-2B89-689D-A49F758DD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89" y="1499281"/>
            <a:ext cx="11050621" cy="461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314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EBB35-55C9-F4C9-77D2-EE1068068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512B81-6D1A-4AE4-7DFD-6F263A79BB52}"/>
              </a:ext>
            </a:extLst>
          </p:cNvPr>
          <p:cNvSpPr>
            <a:spLocks noGrp="1"/>
          </p:cNvSpPr>
          <p:nvPr/>
        </p:nvSpPr>
        <p:spPr>
          <a:xfrm>
            <a:off x="11493501" y="6464300"/>
            <a:ext cx="31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defPPr>
          </a:lstStyle>
          <a:p>
            <a:pPr>
              <a:defRPr sz="9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6266CC-23B0-E3C8-9A7E-E1360016523A}"/>
              </a:ext>
            </a:extLst>
          </p:cNvPr>
          <p:cNvGraphicFramePr/>
          <p:nvPr/>
        </p:nvGraphicFramePr>
        <p:xfrm>
          <a:off x="609600" y="1846364"/>
          <a:ext cx="10972800" cy="4038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3100">
                <a:tc>
                  <a:txBody>
                    <a:bodyPr/>
                    <a:lstStyle/>
                    <a:p>
                      <a:r>
                        <a:rPr sz="1900" b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Failure mode</a:t>
                      </a:r>
                    </a:p>
                  </a:txBody>
                  <a:tcPr marL="152400" marR="152400" marT="38100" marB="38100"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goes wrong?</a:t>
                      </a:r>
                    </a:p>
                  </a:txBody>
                  <a:tcPr marL="152400" marR="152400" marT="38100" marB="38100"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Useful check</a:t>
                      </a:r>
                    </a:p>
                  </a:txBody>
                  <a:tcPr marL="152400" marR="152400" marT="38100" marB="38100"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Underfitting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The model misses a useful pattern.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Training and validation performance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Overfitting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The model fits accidental details.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The training–validation gap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Bias in the data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Some conditions have poor coverage.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Sampling and performance by group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Out of</a:t>
                      </a:r>
                    </a:p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distribution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New conditions differ from those studied.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The intended conditions of use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Information</a:t>
                      </a:r>
                    </a:p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leakage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Training and test information overlap.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dirty="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Split units and data preparation</a:t>
                      </a:r>
                    </a:p>
                  </a:txBody>
                  <a:tcPr marL="152400" marR="1524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F8DD193-0D5F-6BD5-A05A-A73B205B7A48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Regression models the behavior between features and continuous target values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461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369300" y="1355579"/>
            <a:ext cx="342037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</a:rPr>
              <a:t>label noise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feature noise</a:t>
            </a:r>
          </a:p>
          <a:p>
            <a:pPr lvl="1"/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feature relevance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relatively small train sets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</a:rPr>
              <a:t>don’t try to fit the data perfectly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</a:rPr>
              <a:t>don’t try to use all features</a:t>
            </a:r>
          </a:p>
          <a:p>
            <a:endParaRPr lang="en-US" dirty="0">
              <a:latin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</a:rPr>
              <a:t>notice how R</a:t>
            </a:r>
            <a:r>
              <a:rPr lang="en-US" baseline="30000" dirty="0">
                <a:latin typeface="Calibri" panose="020F0502020204030204" pitchFamily="34" charset="0"/>
              </a:rPr>
              <a:t>2</a:t>
            </a:r>
            <a:r>
              <a:rPr lang="en-US" dirty="0">
                <a:latin typeface="Calibri" panose="020F0502020204030204" pitchFamily="34" charset="0"/>
              </a:rPr>
              <a:t> on the train set does increase with </a:t>
            </a:r>
            <a:r>
              <a:rPr lang="en-US" i="1" dirty="0">
                <a:latin typeface="Calibri" panose="020F0502020204030204" pitchFamily="34" charset="0"/>
              </a:rPr>
              <a:t>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F47C53-EA2F-3B0D-C56C-45A311817CCE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Overfitting with difference degrees of polynomials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Picture 8" descr="Chart, scatter chart&#10;&#10;Description automatically generated">
            <a:extLst>
              <a:ext uri="{FF2B5EF4-FFF2-40B4-BE49-F238E27FC236}">
                <a16:creationId xmlns:a16="http://schemas.microsoft.com/office/drawing/2014/main" id="{321810C6-57AB-7D73-9B59-B25963932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823433"/>
            <a:ext cx="8064499" cy="5593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696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39212-834D-E113-E31B-426385CFB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417B48-0775-F429-4CD0-ED16DA297E73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Validation hold-out set</a:t>
            </a: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E835276C-B480-20F7-1B45-9955A9F2B2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6562"/>
          <a:stretch>
            <a:fillRect/>
          </a:stretch>
        </p:blipFill>
        <p:spPr>
          <a:xfrm>
            <a:off x="1809065" y="922952"/>
            <a:ext cx="7633396" cy="123922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DFD6532-F626-F555-6003-0D243397DC53}"/>
              </a:ext>
            </a:extLst>
          </p:cNvPr>
          <p:cNvSpPr/>
          <p:nvPr/>
        </p:nvSpPr>
        <p:spPr>
          <a:xfrm>
            <a:off x="6276975" y="1533525"/>
            <a:ext cx="895350" cy="40957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E7AF2-6C7E-CF01-12F1-7F840A758478}"/>
              </a:ext>
            </a:extLst>
          </p:cNvPr>
          <p:cNvSpPr txBox="1"/>
          <p:nvPr/>
        </p:nvSpPr>
        <p:spPr>
          <a:xfrm>
            <a:off x="5625763" y="2264807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Validation data</a:t>
            </a:r>
            <a:endParaRPr lang="en-NL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A99BA1-86C3-FADD-41C0-29C02CDD9027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6724650" y="1943100"/>
            <a:ext cx="1251" cy="321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1563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F7838-ACD3-DA96-4F02-C64051A3D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0B6E8D-74F2-BD74-58E7-8687B4D41B14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Validation hold-out set</a:t>
            </a: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A1C38C5A-66DE-F774-5E18-F9380DDC2C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6562"/>
          <a:stretch>
            <a:fillRect/>
          </a:stretch>
        </p:blipFill>
        <p:spPr>
          <a:xfrm>
            <a:off x="1809065" y="922952"/>
            <a:ext cx="7633396" cy="123922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F7B31CB-170F-8072-6190-6D9E579D8F0D}"/>
              </a:ext>
            </a:extLst>
          </p:cNvPr>
          <p:cNvSpPr/>
          <p:nvPr/>
        </p:nvSpPr>
        <p:spPr>
          <a:xfrm>
            <a:off x="6276975" y="1533525"/>
            <a:ext cx="895350" cy="40957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8F6D2-A3AE-6745-6262-0F03026B7840}"/>
              </a:ext>
            </a:extLst>
          </p:cNvPr>
          <p:cNvSpPr txBox="1"/>
          <p:nvPr/>
        </p:nvSpPr>
        <p:spPr>
          <a:xfrm>
            <a:off x="5625763" y="2264807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Validation data</a:t>
            </a:r>
            <a:endParaRPr lang="en-NL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AF61C2B-F2FB-2C3A-8B99-DB3098979579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6724650" y="1943100"/>
            <a:ext cx="1251" cy="321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041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CBF3B4-3D25-A8D2-9AFA-2BAA3D38C33F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5</a:t>
            </a:r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-fold cross-validation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55C45B61-9BFC-2413-6085-8E13F87624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065" y="922952"/>
            <a:ext cx="7633396" cy="528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81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9A269-5081-527F-ECB3-A9F0CDF7E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AFD78D-D39C-76AC-2A82-A046D751AC06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Tuning regularization</a:t>
            </a:r>
          </a:p>
        </p:txBody>
      </p:sp>
      <p:pic>
        <p:nvPicPr>
          <p:cNvPr id="3074" name="Picture 2" descr="Cross-validation-assessing network's generalization ability. | Download  Scientific Diagram">
            <a:extLst>
              <a:ext uri="{FF2B5EF4-FFF2-40B4-BE49-F238E27FC236}">
                <a16:creationId xmlns:a16="http://schemas.microsoft.com/office/drawing/2014/main" id="{7325D19C-404C-8C6A-0962-E35CE9BBB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1295400"/>
            <a:ext cx="8096250" cy="426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68C9273-778F-A4A4-1318-ABF7351E06DE}"/>
              </a:ext>
            </a:extLst>
          </p:cNvPr>
          <p:cNvSpPr/>
          <p:nvPr/>
        </p:nvSpPr>
        <p:spPr>
          <a:xfrm>
            <a:off x="8727440" y="5232400"/>
            <a:ext cx="1005840" cy="497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CDA352-6DCB-1F03-6503-272470545AAD}"/>
              </a:ext>
            </a:extLst>
          </p:cNvPr>
          <p:cNvSpPr/>
          <p:nvPr/>
        </p:nvSpPr>
        <p:spPr>
          <a:xfrm>
            <a:off x="5801360" y="5161280"/>
            <a:ext cx="1564640" cy="5689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B1BBB-9408-E253-FC75-B2B49BC1CE86}"/>
              </a:ext>
            </a:extLst>
          </p:cNvPr>
          <p:cNvSpPr txBox="1"/>
          <p:nvPr/>
        </p:nvSpPr>
        <p:spPr>
          <a:xfrm>
            <a:off x="4216400" y="5240496"/>
            <a:ext cx="3444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Maximum depth</a:t>
            </a:r>
            <a:endParaRPr lang="en-NL" sz="2400" dirty="0"/>
          </a:p>
        </p:txBody>
      </p:sp>
    </p:spTree>
    <p:extLst>
      <p:ext uri="{BB962C8B-B14F-4D97-AF65-F5344CB8AC3E}">
        <p14:creationId xmlns:p14="http://schemas.microsoft.com/office/powerpoint/2010/main" val="5599189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915E7-BA7A-1F8F-AA1A-1CC4891BE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elated image">
            <a:extLst>
              <a:ext uri="{FF2B5EF4-FFF2-40B4-BE49-F238E27FC236}">
                <a16:creationId xmlns:a16="http://schemas.microsoft.com/office/drawing/2014/main" id="{60FD75AE-5908-D4DC-FB8B-4244FD5D4A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137" y="653024"/>
            <a:ext cx="7382800" cy="562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850351-B665-1124-9850-141925650539}"/>
              </a:ext>
            </a:extLst>
          </p:cNvPr>
          <p:cNvSpPr txBox="1"/>
          <p:nvPr/>
        </p:nvSpPr>
        <p:spPr>
          <a:xfrm>
            <a:off x="757451" y="1745682"/>
            <a:ext cx="2875629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400" dirty="0">
                <a:latin typeface="Calibri" panose="020F0502020204030204" pitchFamily="34" charset="0"/>
              </a:rPr>
              <a:t>Error due to bias</a:t>
            </a:r>
          </a:p>
          <a:p>
            <a:r>
              <a:rPr lang="nl-BE" sz="2400" dirty="0">
                <a:latin typeface="Calibri" panose="020F0502020204030204" pitchFamily="34" charset="0"/>
              </a:rPr>
              <a:t>(systematic errors,</a:t>
            </a:r>
          </a:p>
          <a:p>
            <a:r>
              <a:rPr lang="nl-BE" sz="2400" dirty="0">
                <a:latin typeface="Calibri" panose="020F0502020204030204" pitchFamily="34" charset="0"/>
              </a:rPr>
              <a:t>oversimplification)</a:t>
            </a:r>
          </a:p>
          <a:p>
            <a:endParaRPr lang="nl-BE" sz="2400" dirty="0">
              <a:latin typeface="Calibri" panose="020F0502020204030204" pitchFamily="34" charset="0"/>
            </a:endParaRPr>
          </a:p>
          <a:p>
            <a:r>
              <a:rPr lang="nl-BE" sz="2400" dirty="0">
                <a:latin typeface="Calibri" panose="020F0502020204030204" pitchFamily="34" charset="0"/>
              </a:rPr>
              <a:t>Error due to variance</a:t>
            </a:r>
          </a:p>
          <a:p>
            <a:r>
              <a:rPr lang="nl-BE" sz="2400" dirty="0">
                <a:latin typeface="Calibri" panose="020F0502020204030204" pitchFamily="34" charset="0"/>
              </a:rPr>
              <a:t>(sensitivity due to flexibility,</a:t>
            </a:r>
          </a:p>
          <a:p>
            <a:r>
              <a:rPr lang="nl-BE" sz="2400" dirty="0">
                <a:latin typeface="Calibri" panose="020F0502020204030204" pitchFamily="34" charset="0"/>
              </a:rPr>
              <a:t>overcomplification)</a:t>
            </a:r>
          </a:p>
          <a:p>
            <a:endParaRPr lang="nl-BE" sz="2400" dirty="0">
              <a:latin typeface="Calibri" panose="020F0502020204030204" pitchFamily="34" charset="0"/>
            </a:endParaRPr>
          </a:p>
          <a:p>
            <a:r>
              <a:rPr lang="nl-BE" sz="2400" dirty="0">
                <a:latin typeface="Calibri" panose="020F0502020204030204" pitchFamily="34" charset="0"/>
              </a:rPr>
              <a:t>Irreducible error </a:t>
            </a:r>
            <a:endParaRPr lang="en-US" sz="2400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DBF4D3-3E4E-965E-1E3A-DA46F42CD933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bias &lt;&gt; variance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4051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B256A8B-B416-4CA9-8771-48392FEF3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9837" y="1642214"/>
            <a:ext cx="6635437" cy="41673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987E28-1D05-52C4-D0F5-0A1B810B0689}"/>
              </a:ext>
            </a:extLst>
          </p:cNvPr>
          <p:cNvSpPr txBox="1"/>
          <p:nvPr/>
        </p:nvSpPr>
        <p:spPr>
          <a:xfrm>
            <a:off x="729720" y="2485910"/>
            <a:ext cx="40550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400" dirty="0">
                <a:latin typeface="Calibri" panose="020F0502020204030204" pitchFamily="34" charset="0"/>
              </a:rPr>
              <a:t>Error due to bias</a:t>
            </a:r>
          </a:p>
          <a:p>
            <a:endParaRPr lang="nl-BE" sz="2400" dirty="0">
              <a:latin typeface="Calibri" panose="020F0502020204030204" pitchFamily="34" charset="0"/>
            </a:endParaRPr>
          </a:p>
          <a:p>
            <a:r>
              <a:rPr lang="nl-BE" sz="2400" dirty="0">
                <a:latin typeface="Calibri" panose="020F0502020204030204" pitchFamily="34" charset="0"/>
              </a:rPr>
              <a:t>Error due to variance</a:t>
            </a:r>
          </a:p>
          <a:p>
            <a:endParaRPr lang="nl-BE" sz="2400" dirty="0">
              <a:latin typeface="Calibri" panose="020F0502020204030204" pitchFamily="34" charset="0"/>
            </a:endParaRPr>
          </a:p>
          <a:p>
            <a:r>
              <a:rPr lang="nl-BE" sz="2400" dirty="0">
                <a:latin typeface="Calibri" panose="020F0502020204030204" pitchFamily="34" charset="0"/>
              </a:rPr>
              <a:t>Irreducible error </a:t>
            </a:r>
            <a:endParaRPr lang="en-US" sz="2400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F47A19-F1CE-AE6F-E5F3-864B4EB25650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bias &lt;&gt; variance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3046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93" y="2892293"/>
            <a:ext cx="3619500" cy="8096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816885" y="4791914"/>
            <a:ext cx="2585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regularized cost function</a:t>
            </a:r>
          </a:p>
        </p:txBody>
      </p:sp>
      <p:sp>
        <p:nvSpPr>
          <p:cNvPr id="7" name="Arc 6"/>
          <p:cNvSpPr/>
          <p:nvPr/>
        </p:nvSpPr>
        <p:spPr>
          <a:xfrm rot="8204895">
            <a:off x="2183185" y="4448211"/>
            <a:ext cx="663411" cy="753057"/>
          </a:xfrm>
          <a:prstGeom prst="arc">
            <a:avLst>
              <a:gd name="adj1" fmla="val 16200000"/>
              <a:gd name="adj2" fmla="val 3146357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/>
          <p:cNvSpPr txBox="1"/>
          <p:nvPr/>
        </p:nvSpPr>
        <p:spPr>
          <a:xfrm>
            <a:off x="3014488" y="2271002"/>
            <a:ext cx="2585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cost function</a:t>
            </a:r>
          </a:p>
        </p:txBody>
      </p:sp>
      <p:sp>
        <p:nvSpPr>
          <p:cNvPr id="9" name="Arc 8"/>
          <p:cNvSpPr/>
          <p:nvPr/>
        </p:nvSpPr>
        <p:spPr>
          <a:xfrm rot="15883054">
            <a:off x="2368835" y="2377151"/>
            <a:ext cx="663411" cy="753057"/>
          </a:xfrm>
          <a:prstGeom prst="arc">
            <a:avLst>
              <a:gd name="adj1" fmla="val 16200000"/>
              <a:gd name="adj2" fmla="val 3146357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321" y="3812972"/>
            <a:ext cx="4524375" cy="8382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4853" y="4897062"/>
            <a:ext cx="5200650" cy="80962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1901" y="1218155"/>
            <a:ext cx="4686300" cy="63817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21" y="3794478"/>
            <a:ext cx="4762500" cy="9048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25E2C0-43C4-F4F0-D8BF-CF0807FB86CE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regularized 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9260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076" y="1243946"/>
            <a:ext cx="4933950" cy="58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14488" y="2271002"/>
            <a:ext cx="2585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cost function</a:t>
            </a:r>
          </a:p>
        </p:txBody>
      </p:sp>
      <p:sp>
        <p:nvSpPr>
          <p:cNvPr id="8" name="Arc 7"/>
          <p:cNvSpPr/>
          <p:nvPr/>
        </p:nvSpPr>
        <p:spPr>
          <a:xfrm rot="15883054">
            <a:off x="2368835" y="2377151"/>
            <a:ext cx="663411" cy="753057"/>
          </a:xfrm>
          <a:prstGeom prst="arc">
            <a:avLst>
              <a:gd name="adj1" fmla="val 16200000"/>
              <a:gd name="adj2" fmla="val 3146357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TextBox 9"/>
          <p:cNvSpPr txBox="1"/>
          <p:nvPr/>
        </p:nvSpPr>
        <p:spPr>
          <a:xfrm>
            <a:off x="3014488" y="5194389"/>
            <a:ext cx="2585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regularized cost function</a:t>
            </a:r>
          </a:p>
        </p:txBody>
      </p:sp>
      <p:sp>
        <p:nvSpPr>
          <p:cNvPr id="11" name="Arc 10"/>
          <p:cNvSpPr/>
          <p:nvPr/>
        </p:nvSpPr>
        <p:spPr>
          <a:xfrm rot="8204895">
            <a:off x="2380788" y="4850686"/>
            <a:ext cx="663411" cy="753057"/>
          </a:xfrm>
          <a:prstGeom prst="arc">
            <a:avLst>
              <a:gd name="adj1" fmla="val 16200000"/>
              <a:gd name="adj2" fmla="val 3146357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7873" y="2867430"/>
            <a:ext cx="7772457" cy="100965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1027" y="4038053"/>
            <a:ext cx="9263130" cy="9953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3AAC8A-A24A-385F-FDE1-CA6499916687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regularized logistic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8315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45ED2B-F9F3-14E6-3EDC-B3A33FA8950E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model regularization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Picture 10" descr="Chart, scatter chart&#10;&#10;Description automatically generated">
            <a:extLst>
              <a:ext uri="{FF2B5EF4-FFF2-40B4-BE49-F238E27FC236}">
                <a16:creationId xmlns:a16="http://schemas.microsoft.com/office/drawing/2014/main" id="{EDA48B1C-59DC-931E-E32B-6F1F2DE62D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63" y="1079921"/>
            <a:ext cx="5111506" cy="4105664"/>
          </a:xfrm>
          <a:prstGeom prst="rect">
            <a:avLst/>
          </a:prstGeom>
        </p:spPr>
      </p:pic>
      <p:pic>
        <p:nvPicPr>
          <p:cNvPr id="13" name="Picture 12" descr="Chart, bubble chart&#10;&#10;Description automatically generated">
            <a:extLst>
              <a:ext uri="{FF2B5EF4-FFF2-40B4-BE49-F238E27FC236}">
                <a16:creationId xmlns:a16="http://schemas.microsoft.com/office/drawing/2014/main" id="{6DFB82E6-1945-98D9-D995-021BEA886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908" y="1079921"/>
            <a:ext cx="5111506" cy="410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304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8564" y="1651000"/>
            <a:ext cx="3865257" cy="397136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CA086E-1C6C-CABC-C099-FA9F7F1F8CF9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regularized 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 descr="Chart, scatter chart&#10;&#10;Description automatically generated">
            <a:extLst>
              <a:ext uri="{FF2B5EF4-FFF2-40B4-BE49-F238E27FC236}">
                <a16:creationId xmlns:a16="http://schemas.microsoft.com/office/drawing/2014/main" id="{4C9338A6-5730-717A-4354-BC97461545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983116"/>
            <a:ext cx="7609409" cy="5277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3161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757" y="1435219"/>
            <a:ext cx="4266521" cy="40436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69F2B5-76E4-E544-9063-3A41B6136987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regularized 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6927CD-4603-4AEA-6417-655A51BEB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220501"/>
            <a:ext cx="6864350" cy="4416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636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860" y="1212943"/>
            <a:ext cx="5172075" cy="4886325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 flipH="1">
            <a:off x="4619812" y="1338729"/>
            <a:ext cx="17931" cy="426720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H="1">
            <a:off x="6929718" y="1338729"/>
            <a:ext cx="17931" cy="426720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222326" y="4453308"/>
            <a:ext cx="2585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low complexity</a:t>
            </a:r>
          </a:p>
        </p:txBody>
      </p:sp>
      <p:sp>
        <p:nvSpPr>
          <p:cNvPr id="10" name="Arc 9"/>
          <p:cNvSpPr/>
          <p:nvPr/>
        </p:nvSpPr>
        <p:spPr>
          <a:xfrm rot="17393169">
            <a:off x="7035607" y="4255619"/>
            <a:ext cx="663411" cy="753057"/>
          </a:xfrm>
          <a:prstGeom prst="arc">
            <a:avLst>
              <a:gd name="adj1" fmla="val 16200000"/>
              <a:gd name="adj2" fmla="val 3146357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TextBox 10"/>
          <p:cNvSpPr txBox="1"/>
          <p:nvPr/>
        </p:nvSpPr>
        <p:spPr>
          <a:xfrm>
            <a:off x="1933177" y="4370537"/>
            <a:ext cx="25858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high complexity</a:t>
            </a:r>
          </a:p>
        </p:txBody>
      </p:sp>
      <p:sp>
        <p:nvSpPr>
          <p:cNvPr id="12" name="Arc 11"/>
          <p:cNvSpPr/>
          <p:nvPr/>
        </p:nvSpPr>
        <p:spPr>
          <a:xfrm rot="7858479">
            <a:off x="3523984" y="4188178"/>
            <a:ext cx="928235" cy="1552723"/>
          </a:xfrm>
          <a:prstGeom prst="arc">
            <a:avLst>
              <a:gd name="adj1" fmla="val 16200000"/>
              <a:gd name="adj2" fmla="val 3146357"/>
            </a:avLst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F92156-CC01-FE7A-8727-DB2BFE06537C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regularized 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7418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1807</TotalTime>
  <Words>383</Words>
  <Application>Microsoft Office PowerPoint</Application>
  <PresentationFormat>Widescreen</PresentationFormat>
  <Paragraphs>112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Corbel</vt:lpstr>
      <vt:lpstr>Courier New</vt:lpstr>
      <vt:lpstr>Freestyle 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Robbin Bouwmeester</cp:lastModifiedBy>
  <cp:revision>29</cp:revision>
  <cp:lastPrinted>2017-05-02T12:36:35Z</cp:lastPrinted>
  <dcterms:created xsi:type="dcterms:W3CDTF">2015-04-25T14:42:49Z</dcterms:created>
  <dcterms:modified xsi:type="dcterms:W3CDTF">2026-10-20T14:12:22Z</dcterms:modified>
</cp:coreProperties>
</file>