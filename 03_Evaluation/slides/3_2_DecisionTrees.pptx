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73" r:id="rId2"/>
    <p:sldId id="575" r:id="rId3"/>
    <p:sldId id="581" r:id="rId4"/>
    <p:sldId id="582" r:id="rId5"/>
    <p:sldId id="583" r:id="rId6"/>
    <p:sldId id="584" r:id="rId7"/>
    <p:sldId id="585" r:id="rId8"/>
    <p:sldId id="580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78DA15-C94C-4E6E-89F8-0FEFB07160D8}" v="7" dt="2026-10-22T07:24:30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3" autoAdjust="0"/>
    <p:restoredTop sz="85203" autoAdjust="0"/>
  </p:normalViewPr>
  <p:slideViewPr>
    <p:cSldViewPr snapToGrid="0">
      <p:cViewPr varScale="1">
        <p:scale>
          <a:sx n="107" d="100"/>
          <a:sy n="107" d="100"/>
        </p:scale>
        <p:origin x="132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bin Bouwmeester" userId="1dbfebabfc25a55a" providerId="LiveId" clId="{75D63595-F797-482E-A4A0-2F4889B74D4F}"/>
    <pc:docChg chg="undo custSel addSld delSld modSld">
      <pc:chgData name="Robbin Bouwmeester" userId="1dbfebabfc25a55a" providerId="LiveId" clId="{75D63595-F797-482E-A4A0-2F4889B74D4F}" dt="2026-10-22T07:24:38.173" v="97" actId="1036"/>
      <pc:docMkLst>
        <pc:docMk/>
      </pc:docMkLst>
      <pc:sldChg chg="modSp mod">
        <pc:chgData name="Robbin Bouwmeester" userId="1dbfebabfc25a55a" providerId="LiveId" clId="{75D63595-F797-482E-A4A0-2F4889B74D4F}" dt="2026-10-22T07:23:23.789" v="14" actId="403"/>
        <pc:sldMkLst>
          <pc:docMk/>
          <pc:sldMk cId="288637061" sldId="573"/>
        </pc:sldMkLst>
        <pc:spChg chg="mod">
          <ac:chgData name="Robbin Bouwmeester" userId="1dbfebabfc25a55a" providerId="LiveId" clId="{75D63595-F797-482E-A4A0-2F4889B74D4F}" dt="2026-10-22T07:23:23.789" v="14" actId="403"/>
          <ac:spMkLst>
            <pc:docMk/>
            <pc:sldMk cId="288637061" sldId="573"/>
            <ac:spMk id="5" creationId="{C0B98FDB-3BF2-4433-BC8F-0F0352AF9AB6}"/>
          </ac:spMkLst>
        </pc:spChg>
      </pc:sldChg>
      <pc:sldChg chg="del">
        <pc:chgData name="Robbin Bouwmeester" userId="1dbfebabfc25a55a" providerId="LiveId" clId="{75D63595-F797-482E-A4A0-2F4889B74D4F}" dt="2026-10-22T07:22:08.785" v="8" actId="47"/>
        <pc:sldMkLst>
          <pc:docMk/>
          <pc:sldMk cId="2828702633" sldId="574"/>
        </pc:sldMkLst>
      </pc:sldChg>
      <pc:sldChg chg="modSp mod">
        <pc:chgData name="Robbin Bouwmeester" userId="1dbfebabfc25a55a" providerId="LiveId" clId="{75D63595-F797-482E-A4A0-2F4889B74D4F}" dt="2026-10-22T07:23:20.687" v="13" actId="113"/>
        <pc:sldMkLst>
          <pc:docMk/>
          <pc:sldMk cId="3632248924" sldId="575"/>
        </pc:sldMkLst>
        <pc:spChg chg="mod">
          <ac:chgData name="Robbin Bouwmeester" userId="1dbfebabfc25a55a" providerId="LiveId" clId="{75D63595-F797-482E-A4A0-2F4889B74D4F}" dt="2026-10-22T07:23:20.687" v="13" actId="113"/>
          <ac:spMkLst>
            <pc:docMk/>
            <pc:sldMk cId="3632248924" sldId="575"/>
            <ac:spMk id="5" creationId="{C9BC2C0C-6B3C-4578-2502-99B14CC22C13}"/>
          </ac:spMkLst>
        </pc:spChg>
      </pc:sldChg>
      <pc:sldChg chg="modSp mod">
        <pc:chgData name="Robbin Bouwmeester" userId="1dbfebabfc25a55a" providerId="LiveId" clId="{75D63595-F797-482E-A4A0-2F4889B74D4F}" dt="2026-10-22T07:24:38.173" v="97" actId="1036"/>
        <pc:sldMkLst>
          <pc:docMk/>
          <pc:sldMk cId="1864861740" sldId="580"/>
        </pc:sldMkLst>
        <pc:spChg chg="mod">
          <ac:chgData name="Robbin Bouwmeester" userId="1dbfebabfc25a55a" providerId="LiveId" clId="{75D63595-F797-482E-A4A0-2F4889B74D4F}" dt="2026-10-22T07:24:30.835" v="75"/>
          <ac:spMkLst>
            <pc:docMk/>
            <pc:sldMk cId="1864861740" sldId="580"/>
            <ac:spMk id="5" creationId="{4C5FE424-8441-6DF9-1C46-7C89576FD26C}"/>
          </ac:spMkLst>
        </pc:spChg>
        <pc:picChg chg="mod">
          <ac:chgData name="Robbin Bouwmeester" userId="1dbfebabfc25a55a" providerId="LiveId" clId="{75D63595-F797-482E-A4A0-2F4889B74D4F}" dt="2026-10-22T07:24:38.173" v="97" actId="1036"/>
          <ac:picMkLst>
            <pc:docMk/>
            <pc:sldMk cId="1864861740" sldId="580"/>
            <ac:picMk id="3" creationId="{89EC30CF-2172-5839-87B8-04916A63D399}"/>
          </ac:picMkLst>
        </pc:picChg>
        <pc:picChg chg="mod">
          <ac:chgData name="Robbin Bouwmeester" userId="1dbfebabfc25a55a" providerId="LiveId" clId="{75D63595-F797-482E-A4A0-2F4889B74D4F}" dt="2026-10-22T07:24:38.173" v="97" actId="1036"/>
          <ac:picMkLst>
            <pc:docMk/>
            <pc:sldMk cId="1864861740" sldId="580"/>
            <ac:picMk id="10" creationId="{856C88E6-5292-6177-3439-6656F4C4D7FD}"/>
          </ac:picMkLst>
        </pc:picChg>
      </pc:sldChg>
      <pc:sldChg chg="modSp mod">
        <pc:chgData name="Robbin Bouwmeester" userId="1dbfebabfc25a55a" providerId="LiveId" clId="{75D63595-F797-482E-A4A0-2F4889B74D4F}" dt="2026-10-22T07:24:06.324" v="69"/>
        <pc:sldMkLst>
          <pc:docMk/>
          <pc:sldMk cId="799740789" sldId="581"/>
        </pc:sldMkLst>
        <pc:spChg chg="mod">
          <ac:chgData name="Robbin Bouwmeester" userId="1dbfebabfc25a55a" providerId="LiveId" clId="{75D63595-F797-482E-A4A0-2F4889B74D4F}" dt="2026-10-22T07:24:06.324" v="69"/>
          <ac:spMkLst>
            <pc:docMk/>
            <pc:sldMk cId="799740789" sldId="581"/>
            <ac:spMk id="5" creationId="{AB4553A2-B14A-4982-6BB6-82E54A04671C}"/>
          </ac:spMkLst>
        </pc:spChg>
      </pc:sldChg>
      <pc:sldChg chg="modSp">
        <pc:chgData name="Robbin Bouwmeester" userId="1dbfebabfc25a55a" providerId="LiveId" clId="{75D63595-F797-482E-A4A0-2F4889B74D4F}" dt="2026-10-22T07:24:10.145" v="70"/>
        <pc:sldMkLst>
          <pc:docMk/>
          <pc:sldMk cId="3210233091" sldId="582"/>
        </pc:sldMkLst>
        <pc:spChg chg="mod">
          <ac:chgData name="Robbin Bouwmeester" userId="1dbfebabfc25a55a" providerId="LiveId" clId="{75D63595-F797-482E-A4A0-2F4889B74D4F}" dt="2026-10-22T07:24:10.145" v="70"/>
          <ac:spMkLst>
            <pc:docMk/>
            <pc:sldMk cId="3210233091" sldId="582"/>
            <ac:spMk id="5" creationId="{8DC509BB-DDEE-01D4-4A25-5D724FDAEC6B}"/>
          </ac:spMkLst>
        </pc:spChg>
      </pc:sldChg>
      <pc:sldChg chg="modSp">
        <pc:chgData name="Robbin Bouwmeester" userId="1dbfebabfc25a55a" providerId="LiveId" clId="{75D63595-F797-482E-A4A0-2F4889B74D4F}" dt="2026-10-22T07:24:18.822" v="72"/>
        <pc:sldMkLst>
          <pc:docMk/>
          <pc:sldMk cId="2059063285" sldId="583"/>
        </pc:sldMkLst>
        <pc:spChg chg="mod">
          <ac:chgData name="Robbin Bouwmeester" userId="1dbfebabfc25a55a" providerId="LiveId" clId="{75D63595-F797-482E-A4A0-2F4889B74D4F}" dt="2026-10-22T07:24:18.822" v="72"/>
          <ac:spMkLst>
            <pc:docMk/>
            <pc:sldMk cId="2059063285" sldId="583"/>
            <ac:spMk id="5" creationId="{E0A96BCE-4E61-EEAC-68E2-B8D4ED288240}"/>
          </ac:spMkLst>
        </pc:spChg>
      </pc:sldChg>
      <pc:sldChg chg="modSp">
        <pc:chgData name="Robbin Bouwmeester" userId="1dbfebabfc25a55a" providerId="LiveId" clId="{75D63595-F797-482E-A4A0-2F4889B74D4F}" dt="2026-10-22T07:24:21.700" v="73"/>
        <pc:sldMkLst>
          <pc:docMk/>
          <pc:sldMk cId="2336268713" sldId="584"/>
        </pc:sldMkLst>
        <pc:spChg chg="mod">
          <ac:chgData name="Robbin Bouwmeester" userId="1dbfebabfc25a55a" providerId="LiveId" clId="{75D63595-F797-482E-A4A0-2F4889B74D4F}" dt="2026-10-22T07:24:21.700" v="73"/>
          <ac:spMkLst>
            <pc:docMk/>
            <pc:sldMk cId="2336268713" sldId="584"/>
            <ac:spMk id="5" creationId="{1E6C4FBA-BF4F-A8D6-18F7-342C8DD4F927}"/>
          </ac:spMkLst>
        </pc:spChg>
      </pc:sldChg>
      <pc:sldChg chg="modSp">
        <pc:chgData name="Robbin Bouwmeester" userId="1dbfebabfc25a55a" providerId="LiveId" clId="{75D63595-F797-482E-A4A0-2F4889B74D4F}" dt="2026-10-22T07:24:24.584" v="74"/>
        <pc:sldMkLst>
          <pc:docMk/>
          <pc:sldMk cId="788076603" sldId="585"/>
        </pc:sldMkLst>
        <pc:spChg chg="mod">
          <ac:chgData name="Robbin Bouwmeester" userId="1dbfebabfc25a55a" providerId="LiveId" clId="{75D63595-F797-482E-A4A0-2F4889B74D4F}" dt="2026-10-22T07:24:24.584" v="74"/>
          <ac:spMkLst>
            <pc:docMk/>
            <pc:sldMk cId="788076603" sldId="585"/>
            <ac:spMk id="5" creationId="{4B0092A4-2042-BD97-1DA9-DEFC06A18BD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E4307-97E3-48E4-B22B-3E65CE2A671E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39FB7-11DA-4D79-8302-69EB827E14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231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D86F3-DFF2-D05A-1ACA-60D410C32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C1CDD4-8A43-15E9-B0A8-56947B4B6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D82A4-AD26-D313-8C54-C9DE8565A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70B35-0858-9C57-19E6-650088C7D8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383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609D3-27B0-80F1-38B1-84B42484A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6C099-4300-999B-F7E5-6CA70DF48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36059-C5C7-B089-3865-76D29E0C9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31D2B-31A7-81B3-8827-0384B2EACD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76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1096A-85AD-0927-A436-98EFC1210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8A0D2D-2D9E-598A-0511-F253574A9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6BE72-D53D-A4C7-24E6-0EACBE489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99D54-72E0-7582-9816-A45D749960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987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F372D-657D-A90D-6745-59A0318D9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0B9C1-52F0-B7CF-7D2F-771E11A5C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06B157-5A87-2419-D690-E8D54AD91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A1AE9-7468-77C2-9380-F5086CCFBE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8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5A94C-D6C1-A234-EFC2-EACD01380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6F399-B893-BED4-7EBD-153B3EA53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5D43E-7118-E517-BFE6-E580B07DA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B503B-1C75-1A2D-C916-BA1A83473F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54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83167-7633-6198-CFEC-8194674D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A24AB-52F1-8F14-45F5-414821B07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E1938-0E6B-5683-47CC-830B28B11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65C5C-C3E5-835F-FA1F-B99D63CE4D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48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00905-FDF4-8F20-6F62-27D8E9F6D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41AB4-269C-FEF4-6747-B5CD2B4D4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89122-F49E-A256-C5AD-72452B330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46EC4-9E10-4D24-D995-F9DCFCC155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88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D0BC2-5488-6F78-EF76-F191722BA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585BF-DFFE-14CE-618D-C575CDEBF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85D00-EDA7-8311-94D3-EC11BCF4F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179B6-9C11-7056-0498-61C6BD009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3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194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9736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197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636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257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0482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116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606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98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350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38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C3592-CF2E-41CC-9324-DF0416BA06CC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6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5E504-BE3A-951D-A7D5-00AC6F134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B98FDB-3BF2-4433-BC8F-0F0352AF9AB6}"/>
              </a:ext>
            </a:extLst>
          </p:cNvPr>
          <p:cNvSpPr txBox="1"/>
          <p:nvPr/>
        </p:nvSpPr>
        <p:spPr>
          <a:xfrm>
            <a:off x="241301" y="129804"/>
            <a:ext cx="11747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Iris dataset</a:t>
            </a:r>
            <a:endParaRPr lang="en-GB" sz="32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EB7EEE-3652-2DC9-2195-D51FEA61C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83" y="895114"/>
            <a:ext cx="4495833" cy="1976452"/>
          </a:xfrm>
          <a:prstGeom prst="rect">
            <a:avLst/>
          </a:prstGeom>
        </p:spPr>
      </p:pic>
      <p:pic>
        <p:nvPicPr>
          <p:cNvPr id="1028" name="Picture 4" descr="4. In 1936 Ronald Fisher published a famous paper on | Chegg.com">
            <a:extLst>
              <a:ext uri="{FF2B5EF4-FFF2-40B4-BE49-F238E27FC236}">
                <a16:creationId xmlns:a16="http://schemas.microsoft.com/office/drawing/2014/main" id="{AEC57A67-529C-A739-BC6D-DAB70074C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097" y="391414"/>
            <a:ext cx="6439636" cy="547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F3EE64-348E-5971-C08F-9FEB4DD205C4}"/>
              </a:ext>
            </a:extLst>
          </p:cNvPr>
          <p:cNvSpPr txBox="1"/>
          <p:nvPr/>
        </p:nvSpPr>
        <p:spPr>
          <a:xfrm>
            <a:off x="849929" y="6285160"/>
            <a:ext cx="11277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Fisher, R.A. (1936) The Use of Multiple Measurements in Taxonomic Problems. Annals Eugenics, 7, 179-188.</a:t>
            </a:r>
            <a:endParaRPr lang="LID4096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D03B30-9E0E-D87B-C85B-C28F0A0A8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29" y="3011458"/>
            <a:ext cx="3393295" cy="339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37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D884F-A979-FB1A-7E5A-A02BBF5F4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1049E12-08A4-E8AB-902A-6DF66DE23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269" y="391414"/>
            <a:ext cx="8670880" cy="5804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BC2C0C-6B3C-4578-2502-99B14CC22C13}"/>
              </a:ext>
            </a:extLst>
          </p:cNvPr>
          <p:cNvSpPr txBox="1"/>
          <p:nvPr/>
        </p:nvSpPr>
        <p:spPr>
          <a:xfrm>
            <a:off x="241301" y="129804"/>
            <a:ext cx="11747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Decision tree</a:t>
            </a:r>
            <a:endParaRPr lang="en-GB" sz="32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248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1714C-215B-A20E-3E07-4536C18E6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4553A2-B14A-4982-6BB6-82E54A04671C}"/>
              </a:ext>
            </a:extLst>
          </p:cNvPr>
          <p:cNvSpPr txBox="1"/>
          <p:nvPr/>
        </p:nvSpPr>
        <p:spPr>
          <a:xfrm>
            <a:off x="241301" y="129804"/>
            <a:ext cx="11747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Decision tree formalization of the cost function</a:t>
            </a:r>
            <a:endParaRPr lang="en-GB" sz="30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" name="Picture 2" descr="A graph with orange lines&#10;&#10;AI-generated content may be incorrect.">
            <a:extLst>
              <a:ext uri="{FF2B5EF4-FFF2-40B4-BE49-F238E27FC236}">
                <a16:creationId xmlns:a16="http://schemas.microsoft.com/office/drawing/2014/main" id="{CEEB4502-BD85-74DF-ECA0-5286EE5A9B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602" y="851595"/>
            <a:ext cx="6341377" cy="50337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BEB4AB-E381-51C3-B730-195AFA35B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12" y="1485626"/>
            <a:ext cx="3419500" cy="10572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746685-0F95-F083-127F-53635D9D7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920" y="2512900"/>
            <a:ext cx="2986109" cy="104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40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996E4-E5B1-C3F5-9619-266E51D6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C509BB-DDEE-01D4-4A25-5D724FDAEC6B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Decision tree formalization of the cost function</a:t>
            </a:r>
            <a:endParaRPr lang="en-GB" sz="28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81C988-EFD1-5C24-8AB1-7A3134480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12" y="1485626"/>
            <a:ext cx="3419500" cy="10572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1A47B8-5159-51EA-1F2B-CBB9B6D8C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20" y="2512900"/>
            <a:ext cx="2986109" cy="1042995"/>
          </a:xfrm>
          <a:prstGeom prst="rect">
            <a:avLst/>
          </a:prstGeom>
        </p:spPr>
      </p:pic>
      <p:pic>
        <p:nvPicPr>
          <p:cNvPr id="2051" name="Picture 3" descr="Output image">
            <a:extLst>
              <a:ext uri="{FF2B5EF4-FFF2-40B4-BE49-F238E27FC236}">
                <a16:creationId xmlns:a16="http://schemas.microsoft.com/office/drawing/2014/main" id="{B56CF5D5-4E28-7195-77E9-5DF718F82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629" y="865705"/>
            <a:ext cx="6607459" cy="520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0233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6D88D-91B9-7A90-8D62-6907177AB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A96BCE-4E61-EEAC-68E2-B8D4ED288240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Decision tree formalization of the cost function</a:t>
            </a:r>
            <a:endParaRPr lang="en-GB" sz="28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7EB399-0508-641C-60A5-B59B444D3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12" y="1485626"/>
            <a:ext cx="3419500" cy="10572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942141-F094-1D63-2E1D-6DD18688C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20" y="2512900"/>
            <a:ext cx="2986109" cy="1042995"/>
          </a:xfrm>
          <a:prstGeom prst="rect">
            <a:avLst/>
          </a:prstGeom>
        </p:spPr>
      </p:pic>
      <p:pic>
        <p:nvPicPr>
          <p:cNvPr id="2051" name="Picture 3" descr="Output image">
            <a:extLst>
              <a:ext uri="{FF2B5EF4-FFF2-40B4-BE49-F238E27FC236}">
                <a16:creationId xmlns:a16="http://schemas.microsoft.com/office/drawing/2014/main" id="{75230A79-6D35-1F4E-FC6F-E3B1572A9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629" y="865705"/>
            <a:ext cx="6607459" cy="520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D414A4-F601-ACCA-4341-122F224DFD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175" y="4108198"/>
            <a:ext cx="2307708" cy="1093125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18DD558-EFEE-721D-A7FF-530943C5289D}"/>
              </a:ext>
            </a:extLst>
          </p:cNvPr>
          <p:cNvCxnSpPr>
            <a:stCxn id="9" idx="3"/>
          </p:cNvCxnSpPr>
          <p:nvPr/>
        </p:nvCxnSpPr>
        <p:spPr>
          <a:xfrm flipV="1">
            <a:off x="4526883" y="4108198"/>
            <a:ext cx="2836129" cy="5465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063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FFD6F-7B87-6B69-8400-2C17CD65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1BA1FD-18F9-32C6-F964-9815C8FBF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213" y="4166534"/>
            <a:ext cx="2296372" cy="10347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6C4FBA-BF4F-A8D6-18F7-342C8DD4F927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Decision tree formalization of the cost function</a:t>
            </a:r>
            <a:endParaRPr lang="en-GB" sz="28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549646-F994-C41E-3A80-0EC3ABF8A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12" y="1485626"/>
            <a:ext cx="3419500" cy="10572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0059F3-CC9B-A8EE-159C-0B61B1D21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920" y="2512900"/>
            <a:ext cx="2986109" cy="1042995"/>
          </a:xfrm>
          <a:prstGeom prst="rect">
            <a:avLst/>
          </a:prstGeom>
        </p:spPr>
      </p:pic>
      <p:pic>
        <p:nvPicPr>
          <p:cNvPr id="2051" name="Picture 3" descr="Output image">
            <a:extLst>
              <a:ext uri="{FF2B5EF4-FFF2-40B4-BE49-F238E27FC236}">
                <a16:creationId xmlns:a16="http://schemas.microsoft.com/office/drawing/2014/main" id="{FE015C1E-2450-2125-7EEE-E4AE0BE99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629" y="865705"/>
            <a:ext cx="6607459" cy="520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B66BFEC-8CFC-D22B-30C1-5A3C7A6B7F97}"/>
              </a:ext>
            </a:extLst>
          </p:cNvPr>
          <p:cNvCxnSpPr>
            <a:cxnSpLocks/>
          </p:cNvCxnSpPr>
          <p:nvPr/>
        </p:nvCxnSpPr>
        <p:spPr>
          <a:xfrm flipV="1">
            <a:off x="4526883" y="3328894"/>
            <a:ext cx="1330058" cy="13258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268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E5305-154A-1374-E6AB-F32526159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0092A4-2042-BD97-1DA9-DEFC06A18BD0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Decision tree formalization of the cost function</a:t>
            </a:r>
            <a:endParaRPr lang="en-GB" sz="28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382299-7557-8C00-5C43-C9011DAF9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12" y="1485626"/>
            <a:ext cx="3419500" cy="10572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D9A7D7-077F-C115-3B4D-B48AEEF0C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20" y="2512900"/>
            <a:ext cx="2986109" cy="1042995"/>
          </a:xfrm>
          <a:prstGeom prst="rect">
            <a:avLst/>
          </a:prstGeom>
        </p:spPr>
      </p:pic>
      <p:pic>
        <p:nvPicPr>
          <p:cNvPr id="2051" name="Picture 3" descr="Output image">
            <a:extLst>
              <a:ext uri="{FF2B5EF4-FFF2-40B4-BE49-F238E27FC236}">
                <a16:creationId xmlns:a16="http://schemas.microsoft.com/office/drawing/2014/main" id="{0925E095-7569-2890-F07D-7CACF3CDC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629" y="865705"/>
            <a:ext cx="6607459" cy="520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3ABAF70-6243-5BB6-A7A2-6604EE6B4B02}"/>
              </a:ext>
            </a:extLst>
          </p:cNvPr>
          <p:cNvCxnSpPr>
            <a:cxnSpLocks/>
          </p:cNvCxnSpPr>
          <p:nvPr/>
        </p:nvCxnSpPr>
        <p:spPr>
          <a:xfrm>
            <a:off x="4526883" y="4654761"/>
            <a:ext cx="5979752" cy="897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776F59F-90AB-0D78-3B53-1BD48488FA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8883" y="4233753"/>
            <a:ext cx="1778000" cy="98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76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E8F88-D306-4F2B-C8CB-E27736762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5FE424-8441-6DF9-1C46-7C89576FD26C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Decision tree formalization of the cost function</a:t>
            </a:r>
            <a:endParaRPr lang="en-GB" sz="28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EC30CF-2172-5839-87B8-04916A63D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648" y="780021"/>
            <a:ext cx="8811195" cy="36186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6C88E6-5292-6177-3439-6656F4C4D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69" y="4868806"/>
            <a:ext cx="7767694" cy="148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61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6755</TotalTime>
  <Words>79</Words>
  <Application>Microsoft Office PowerPoint</Application>
  <PresentationFormat>Widescreen</PresentationFormat>
  <Paragraphs>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Robbin Bouwmeester</cp:lastModifiedBy>
  <cp:revision>28</cp:revision>
  <dcterms:created xsi:type="dcterms:W3CDTF">2015-04-25T14:40:16Z</dcterms:created>
  <dcterms:modified xsi:type="dcterms:W3CDTF">2026-10-22T07:24:40Z</dcterms:modified>
</cp:coreProperties>
</file>