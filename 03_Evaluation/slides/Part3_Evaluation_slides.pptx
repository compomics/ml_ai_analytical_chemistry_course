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83464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AND AI FOR ANALYTICAL 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3: Evaluation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trained models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Sciences analytiques  -  3 h lectures + 1 h tutorial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PART COVERS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for Part 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184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51790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overfitting and underfitting, information leakage, and generalisation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7614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66090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and validation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roles, cross-validation, complexity and pruning, feature selection, explainable AI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9044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80390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1605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quantification and calibration for defensible decisions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188720"/>
            <a:ext cx="3108960" cy="310896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modes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model can look good and be wrong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Bias, overfitting, underfitting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reproduces the skew of its training data: most accurate where data are dense, worse elsewhere, while the average still flatters.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vs underfitting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memorises noise and fails to generalise; underfitting is too simple to capture the pattern. The signature of overfitting is a large train-to-test gap.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420624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contaminant classifier trained on summer samples performs worse in winter; the headline accuracy hides the gap.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leakage (the dangerous one)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2286000"/>
          </a:xfrm>
          <a:prstGeom prst="roundRect">
            <a:avLst>
              <a:gd name="adj" fmla="val 3200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when information unavailable at prediction time slips into training, inflating measured performance. The model looks excellent until it meets genuinely new data.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classic leaks: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replicates or adducts of the same molecule on both sides of the split; and scaling or feature selection done on the whole dataset before splitting.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0690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retention prediction, split by molecule so no compound appears in both train and test; otherwise the model recognises, not predicts.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Generalisation is the goal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performance on data the model has never seen, drawn from the conditions where it will actually be used.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rest of this part exists to estimate generalisation honestly, rather than to flatter the model on data it has already met.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393192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score that matters is the one on samples measured after the model was built, on a new batch or instrument.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188720"/>
            <a:ext cx="3108960" cy="310896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and validation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generalisation, and steering complexity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AND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dataset roles</a:t>
            </a:r>
            <a:endParaRPr lang="en-US" sz="2600" dirty="0"/>
          </a:p>
        </p:txBody>
      </p:sp>
      <p:pic>
        <p:nvPicPr>
          <p:cNvPr id="4" name="Image 0" descr="/sessions/compassionate-determined-keller/mnt/cours_IA_Chimie/ML_AI_Analytical_Chemistry_Course/03_Evaluation/slides/resources/train_val_test_spli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463040"/>
            <a:ext cx="768096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6576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fits the model; validation tunes choices and compares models; the test set is touched once, at the very end. Reusing the test set to make choices turns it into a training set and inflates the result.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AND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2600" dirty="0"/>
          </a:p>
        </p:txBody>
      </p:sp>
      <p:pic>
        <p:nvPicPr>
          <p:cNvPr id="4" name="Image 0" descr="/sessions/compassionate-determined-keller/mnt/cours_IA_Chimie/ML_AI_Analytical_Chemistry_Course/03_Evaluation/slides/resources/kfold_crossvalidat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7720" y="1371600"/>
            <a:ext cx="4114800" cy="24140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are scarce, one split is wasteful and noisy.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the test part so every sample is tested once; average the folds for a stable estimate.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CV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measurements of one entity in one fold, preventing leakage.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2976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150 spectra, 5-fold CV uses all of them; group by compound if several spectra share a compound.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AND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complexity and pruning</a:t>
            </a:r>
            <a:endParaRPr lang="en-US" sz="2600" dirty="0"/>
          </a:p>
        </p:txBody>
      </p:sp>
      <p:pic>
        <p:nvPicPr>
          <p:cNvPr id="4" name="Image 0" descr="/sessions/compassionate-determined-keller/mnt/cours_IA_Chimie/ML_AI_Analytical_Chemistry_Course/03_Evaluation/slides/resources/complexity_tradeo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4880" y="1417320"/>
            <a:ext cx="39319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against complexity is U-shaped: too simple underfits, too complex overfits.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tree, limiting depth, or adding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toward the sweet spot; cross-validation locates it.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20624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accuracy peaks at a moderate tree depth, then declines; choose that depth.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AND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 and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well-chosen features often generalise better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many: selection reduces overfitting and improves interpretability.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 caveat: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must happen inside the cross-validation, on training data only, or it leaks.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393192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the ten most discriminating m/z bins helps, but choosing them on the whole dataset before splitting inflates the score.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AND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accurate but opaque model is hard to trust in a regulated setting.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(feature importances, SHAP values, partial dependence) describes what drives a prediction, letting a chemist check the model relies on sensible signals.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393192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showing a toxicity model keys on a known reactive substructure builds trust; keying on a sample-id artefact reveals leakage.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and calibration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 without an uncertainty is of limited use for a decision.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quantification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a credible range or probability. 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 stated probabilities match observed frequencies: among 80 %-confidence predictions, about 80 % should be correct.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393192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95 % non-compliance flag supports a defensible decision; an overconfident uncalibrated 99 % invites unjustified action.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0"/>
            <a:ext cx="3474720" cy="347472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scores on seen data prove nothing; only generalisation counts.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is the most common inflator; split by molecule, scale inside the split.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train/validation/test roles; touch the test set once.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(grouped where needed) gives stable estimates and finds complexity.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uncertainty, and check it is calibrated.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3 - Evaluation</dc:title>
  <dc:subject>PptxGenJS Presentation</dc:subject>
  <dc:creator>Lennart Martens</dc:creator>
  <cp:lastModifiedBy>Lennart Martens</cp:lastModifiedBy>
  <cp:revision>1</cp:revision>
  <dcterms:created xsi:type="dcterms:W3CDTF">2026-06-30T10:59:40Z</dcterms:created>
  <dcterms:modified xsi:type="dcterms:W3CDTF">2026-06-30T10:59:40Z</dcterms:modified>
</cp:coreProperties>
</file>