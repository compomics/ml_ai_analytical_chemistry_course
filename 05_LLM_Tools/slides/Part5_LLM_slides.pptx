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AI FOR ANALYTICAL 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5: LLMs as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research tools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Sciences analytiques  -  3 h tutorial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PART COVERS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Part 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and good practice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LLM is, strengths and weaknesses, hallucination and verification, prompt hygiene, the fraud-policy boundary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729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 for the work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5387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literature exploration, document automation, and the assessed project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and good practice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Fluent, useful, and sometimes confidently wrong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weaknesses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and rewriting text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concepts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and debugging code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between formats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 quickly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facts and references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how it is asked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subtly wrong, but fluent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and gaps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425196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for a method's reference, an LLM may return a perfect-looking citation with a DOI that does not exist.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and verification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5_LLM_Tools/slides/resources/verify_loo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0" y="1371600"/>
            <a:ext cx="39319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notion of truth; it produces what is likely.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output that matters is verified independently: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code, check the reference exists, confirm the number against the data.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 is the model's; the verification is yours.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writes a peptide-mass function; you test it on a peptide whose mass you know before trusting it.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hygiene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5_LLM_Tools/slides/resources/prompt_anatom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3440" y="1371600"/>
            <a:ext cx="4023360" cy="23591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the answer depends on the prompt.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context, state the goal precisely, supply an example, specify the format and length, and ask for steps when useful. Iterating on the prompt is normal.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this CSV of m/z and intensity, find peaks above 5% of the base peak, return a DataFrame sorted by intensity" works; "analyse my data" does not.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fraud-policy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and assessed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project: use LLMs, and document them. An appendix of your key prompts and how you verified each output is part of the deliverable.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terminal written exam: no generative AI, no connected devices, per the programme regulations. Unauthorised use is a fraud offence.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deliberately asymmetric: documented use where it is the skill, none where it is the test.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LLMs for the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literature, documents, and the project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generation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reliable scientific use: generate code you then run and test.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for data processing, analysis and visualisation, sometimes whole small apps. Always: describe precisely, get code, run it, test on a known case, iterate.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that loads a chromatogram, baseline-corrects, detects peaks and plots them, checked against a manual count on one file first.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and knowledge exploration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to get oriented, summarise a concept, or suggest search terms.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citation source: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must be confirmed in a real database before you use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LLM to explain DDA vs DIA and suggest reviews, then find and read those reviews in PubMed rather than citing the model.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and automating documents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help draft, restructure and tidy reports, method sections, captions and repetitive text.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stays responsible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content, including every claim and number.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methods section from bullet points, then check every instrument setting and value against the actual experiment.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assessed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and started here.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documented Colab notebook (data processing, analysis, visualisation) plus a short report, with an appendix recording your key prompts and how you verified each output. Options, structure and the rubric are in the assessment folder.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0690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LLM-use appendix is both the good-practice habit from this part and the integrity safeguard for the assessment.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474720" cy="347472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predicts plausible text; it has no built-in notion of truth.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everything that matters: run code, confirm references, check numbers.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prompts give context, goal, example, format; iterate.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scientific use is code you then run and test.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and documented in the project; prohibited in the exam.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5 - LLM tools</dc:title>
  <dc:subject>PptxGenJS Presentation</dc:subject>
  <dc:creator>Lennart Martens</dc:creator>
  <cp:lastModifiedBy>Lennart Martens</cp:lastModifiedBy>
  <cp:revision>1</cp:revision>
  <dcterms:created xsi:type="dcterms:W3CDTF">2026-06-30T11:07:41Z</dcterms:created>
  <dcterms:modified xsi:type="dcterms:W3CDTF">2026-06-30T11:07:41Z</dcterms:modified>
</cp:coreProperties>
</file>