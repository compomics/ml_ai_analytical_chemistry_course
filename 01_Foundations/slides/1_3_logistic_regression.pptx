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4" r:id="rId2"/>
    <p:sldId id="257" r:id="rId3"/>
    <p:sldId id="258" r:id="rId4"/>
    <p:sldId id="259" r:id="rId5"/>
    <p:sldId id="589" r:id="rId6"/>
    <p:sldId id="590" r:id="rId7"/>
    <p:sldId id="260" r:id="rId8"/>
    <p:sldId id="591" r:id="rId9"/>
    <p:sldId id="592" r:id="rId10"/>
    <p:sldId id="261" r:id="rId11"/>
    <p:sldId id="262" r:id="rId12"/>
    <p:sldId id="501" r:id="rId13"/>
    <p:sldId id="263" r:id="rId14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3" autoAdjust="0"/>
    <p:restoredTop sz="85203" autoAdjust="0"/>
  </p:normalViewPr>
  <p:slideViewPr>
    <p:cSldViewPr snapToGrid="0">
      <p:cViewPr varScale="1">
        <p:scale>
          <a:sx n="137" d="100"/>
          <a:sy n="137" d="100"/>
        </p:scale>
        <p:origin x="106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bin Bouwmeester" userId="1dbfebabfc25a55a" providerId="LiveId" clId="{75D63595-F797-482E-A4A0-2F4889B74D4F}"/>
    <pc:docChg chg="undo custSel addSld delSld modSld sldOrd">
      <pc:chgData name="Robbin Bouwmeester" userId="1dbfebabfc25a55a" providerId="LiveId" clId="{75D63595-F797-482E-A4A0-2F4889B74D4F}" dt="2026-10-15T14:07:16.455" v="158" actId="47"/>
      <pc:docMkLst>
        <pc:docMk/>
      </pc:docMkLst>
      <pc:sldChg chg="delSp add del mod modShow">
        <pc:chgData name="Robbin Bouwmeester" userId="1dbfebabfc25a55a" providerId="LiveId" clId="{75D63595-F797-482E-A4A0-2F4889B74D4F}" dt="2026-10-15T14:07:16.455" v="158" actId="47"/>
        <pc:sldMkLst>
          <pc:docMk/>
          <pc:sldMk cId="2221189375" sldId="269"/>
        </pc:sldMkLst>
      </pc:sldChg>
      <pc:sldChg chg="delSp add del mod modShow">
        <pc:chgData name="Robbin Bouwmeester" userId="1dbfebabfc25a55a" providerId="LiveId" clId="{75D63595-F797-482E-A4A0-2F4889B74D4F}" dt="2026-10-15T14:07:16.455" v="158" actId="47"/>
        <pc:sldMkLst>
          <pc:docMk/>
          <pc:sldMk cId="853575327" sldId="275"/>
        </pc:sldMkLst>
      </pc:sldChg>
      <pc:sldChg chg="delSp add del mod modShow">
        <pc:chgData name="Robbin Bouwmeester" userId="1dbfebabfc25a55a" providerId="LiveId" clId="{75D63595-F797-482E-A4A0-2F4889B74D4F}" dt="2026-10-15T14:07:16.455" v="158" actId="47"/>
        <pc:sldMkLst>
          <pc:docMk/>
          <pc:sldMk cId="3972766607" sldId="276"/>
        </pc:sldMkLst>
      </pc:sldChg>
      <pc:sldChg chg="delSp add del mod modShow">
        <pc:chgData name="Robbin Bouwmeester" userId="1dbfebabfc25a55a" providerId="LiveId" clId="{75D63595-F797-482E-A4A0-2F4889B74D4F}" dt="2026-10-15T14:07:16.455" v="158" actId="47"/>
        <pc:sldMkLst>
          <pc:docMk/>
          <pc:sldMk cId="4041310773" sldId="277"/>
        </pc:sldMkLst>
      </pc:sldChg>
      <pc:sldChg chg="delSp add del mod modShow">
        <pc:chgData name="Robbin Bouwmeester" userId="1dbfebabfc25a55a" providerId="LiveId" clId="{75D63595-F797-482E-A4A0-2F4889B74D4F}" dt="2026-10-15T14:07:16.455" v="158" actId="47"/>
        <pc:sldMkLst>
          <pc:docMk/>
          <pc:sldMk cId="3512607124" sldId="278"/>
        </pc:sldMkLst>
      </pc:sldChg>
      <pc:sldChg chg="delSp modSp add del mod modShow">
        <pc:chgData name="Robbin Bouwmeester" userId="1dbfebabfc25a55a" providerId="LiveId" clId="{75D63595-F797-482E-A4A0-2F4889B74D4F}" dt="2026-10-15T14:07:16.455" v="158" actId="47"/>
        <pc:sldMkLst>
          <pc:docMk/>
          <pc:sldMk cId="980939478" sldId="283"/>
        </pc:sldMkLst>
      </pc:sldChg>
      <pc:sldChg chg="delSp modSp add del mod modShow">
        <pc:chgData name="Robbin Bouwmeester" userId="1dbfebabfc25a55a" providerId="LiveId" clId="{75D63595-F797-482E-A4A0-2F4889B74D4F}" dt="2026-10-15T14:07:16.455" v="158" actId="47"/>
        <pc:sldMkLst>
          <pc:docMk/>
          <pc:sldMk cId="4087039867" sldId="284"/>
        </pc:sldMkLst>
      </pc:sldChg>
      <pc:sldChg chg="delSp add del mod modShow">
        <pc:chgData name="Robbin Bouwmeester" userId="1dbfebabfc25a55a" providerId="LiveId" clId="{75D63595-F797-482E-A4A0-2F4889B74D4F}" dt="2026-10-15T14:07:16.455" v="158" actId="47"/>
        <pc:sldMkLst>
          <pc:docMk/>
          <pc:sldMk cId="4250473701" sldId="502"/>
        </pc:sldMkLst>
      </pc:sldChg>
      <pc:sldChg chg="delSp add del mod modShow">
        <pc:chgData name="Robbin Bouwmeester" userId="1dbfebabfc25a55a" providerId="LiveId" clId="{75D63595-F797-482E-A4A0-2F4889B74D4F}" dt="2026-10-15T14:07:16.455" v="158" actId="47"/>
        <pc:sldMkLst>
          <pc:docMk/>
          <pc:sldMk cId="2305688116" sldId="503"/>
        </pc:sldMkLst>
      </pc:sldChg>
      <pc:sldChg chg="delSp add del mod modShow">
        <pc:chgData name="Robbin Bouwmeester" userId="1dbfebabfc25a55a" providerId="LiveId" clId="{75D63595-F797-482E-A4A0-2F4889B74D4F}" dt="2026-10-15T14:07:16.455" v="158" actId="47"/>
        <pc:sldMkLst>
          <pc:docMk/>
          <pc:sldMk cId="3800246220" sldId="504"/>
        </pc:sldMkLst>
      </pc:sldChg>
      <pc:sldChg chg="delSp add del mod modShow">
        <pc:chgData name="Robbin Bouwmeester" userId="1dbfebabfc25a55a" providerId="LiveId" clId="{75D63595-F797-482E-A4A0-2F4889B74D4F}" dt="2026-10-15T14:07:16.455" v="158" actId="47"/>
        <pc:sldMkLst>
          <pc:docMk/>
          <pc:sldMk cId="3629786000" sldId="505"/>
        </pc:sldMkLst>
      </pc:sldChg>
      <pc:sldChg chg="delSp add del mod modShow">
        <pc:chgData name="Robbin Bouwmeester" userId="1dbfebabfc25a55a" providerId="LiveId" clId="{75D63595-F797-482E-A4A0-2F4889B74D4F}" dt="2026-10-15T14:07:16.455" v="158" actId="47"/>
        <pc:sldMkLst>
          <pc:docMk/>
          <pc:sldMk cId="2892356855" sldId="506"/>
        </pc:sldMkLst>
      </pc:sldChg>
      <pc:sldChg chg="delSp add del mod modShow">
        <pc:chgData name="Robbin Bouwmeester" userId="1dbfebabfc25a55a" providerId="LiveId" clId="{75D63595-F797-482E-A4A0-2F4889B74D4F}" dt="2026-10-15T14:07:16.455" v="158" actId="47"/>
        <pc:sldMkLst>
          <pc:docMk/>
          <pc:sldMk cId="3159280956" sldId="507"/>
        </pc:sldMkLst>
      </pc:sldChg>
      <pc:sldChg chg="delSp add del mod modShow">
        <pc:chgData name="Robbin Bouwmeester" userId="1dbfebabfc25a55a" providerId="LiveId" clId="{75D63595-F797-482E-A4A0-2F4889B74D4F}" dt="2026-10-15T14:07:16.455" v="158" actId="47"/>
        <pc:sldMkLst>
          <pc:docMk/>
          <pc:sldMk cId="847836067" sldId="508"/>
        </pc:sldMkLst>
      </pc:sldChg>
      <pc:sldChg chg="delSp add del mod modShow">
        <pc:chgData name="Robbin Bouwmeester" userId="1dbfebabfc25a55a" providerId="LiveId" clId="{75D63595-F797-482E-A4A0-2F4889B74D4F}" dt="2026-10-15T14:07:16.455" v="158" actId="47"/>
        <pc:sldMkLst>
          <pc:docMk/>
          <pc:sldMk cId="2714935546" sldId="509"/>
        </pc:sldMkLst>
      </pc:sldChg>
      <pc:sldChg chg="delSp add del mod modShow">
        <pc:chgData name="Robbin Bouwmeester" userId="1dbfebabfc25a55a" providerId="LiveId" clId="{75D63595-F797-482E-A4A0-2F4889B74D4F}" dt="2026-10-15T14:07:16.455" v="158" actId="47"/>
        <pc:sldMkLst>
          <pc:docMk/>
          <pc:sldMk cId="387485141" sldId="510"/>
        </pc:sldMkLst>
      </pc:sldChg>
      <pc:sldChg chg="delSp add del mod modShow">
        <pc:chgData name="Robbin Bouwmeester" userId="1dbfebabfc25a55a" providerId="LiveId" clId="{75D63595-F797-482E-A4A0-2F4889B74D4F}" dt="2026-10-15T14:07:16.455" v="158" actId="47"/>
        <pc:sldMkLst>
          <pc:docMk/>
          <pc:sldMk cId="145594347" sldId="511"/>
        </pc:sldMkLst>
      </pc:sldChg>
      <pc:sldChg chg="delSp add del mod modShow">
        <pc:chgData name="Robbin Bouwmeester" userId="1dbfebabfc25a55a" providerId="LiveId" clId="{75D63595-F797-482E-A4A0-2F4889B74D4F}" dt="2026-10-15T14:07:16.455" v="158" actId="47"/>
        <pc:sldMkLst>
          <pc:docMk/>
          <pc:sldMk cId="4112647850" sldId="512"/>
        </pc:sldMkLst>
      </pc:sldChg>
      <pc:sldChg chg="delSp add del mod modShow">
        <pc:chgData name="Robbin Bouwmeester" userId="1dbfebabfc25a55a" providerId="LiveId" clId="{75D63595-F797-482E-A4A0-2F4889B74D4F}" dt="2026-10-15T14:07:16.455" v="158" actId="47"/>
        <pc:sldMkLst>
          <pc:docMk/>
          <pc:sldMk cId="806297350" sldId="513"/>
        </pc:sldMkLst>
      </pc:sldChg>
      <pc:sldChg chg="delSp add del mod modShow">
        <pc:chgData name="Robbin Bouwmeester" userId="1dbfebabfc25a55a" providerId="LiveId" clId="{75D63595-F797-482E-A4A0-2F4889B74D4F}" dt="2026-10-15T14:07:16.455" v="158" actId="47"/>
        <pc:sldMkLst>
          <pc:docMk/>
          <pc:sldMk cId="1772292703" sldId="514"/>
        </pc:sldMkLst>
      </pc:sldChg>
      <pc:sldChg chg="delSp add del mod modShow">
        <pc:chgData name="Robbin Bouwmeester" userId="1dbfebabfc25a55a" providerId="LiveId" clId="{75D63595-F797-482E-A4A0-2F4889B74D4F}" dt="2026-10-15T14:07:16.455" v="158" actId="47"/>
        <pc:sldMkLst>
          <pc:docMk/>
          <pc:sldMk cId="2603407554" sldId="515"/>
        </pc:sldMkLst>
      </pc:sldChg>
      <pc:sldChg chg="delSp add del mod modShow">
        <pc:chgData name="Robbin Bouwmeester" userId="1dbfebabfc25a55a" providerId="LiveId" clId="{75D63595-F797-482E-A4A0-2F4889B74D4F}" dt="2026-10-15T14:07:16.455" v="158" actId="47"/>
        <pc:sldMkLst>
          <pc:docMk/>
          <pc:sldMk cId="3391514582" sldId="579"/>
        </pc:sldMkLst>
      </pc:sldChg>
      <pc:sldChg chg="delSp add del mod modShow">
        <pc:chgData name="Robbin Bouwmeester" userId="1dbfebabfc25a55a" providerId="LiveId" clId="{75D63595-F797-482E-A4A0-2F4889B74D4F}" dt="2026-10-15T14:07:16.455" v="158" actId="47"/>
        <pc:sldMkLst>
          <pc:docMk/>
          <pc:sldMk cId="1687488206" sldId="587"/>
        </pc:sldMkLst>
      </pc:sldChg>
      <pc:sldChg chg="delSp add del mod modShow">
        <pc:chgData name="Robbin Bouwmeester" userId="1dbfebabfc25a55a" providerId="LiveId" clId="{75D63595-F797-482E-A4A0-2F4889B74D4F}" dt="2026-10-15T14:07:16.455" v="158" actId="47"/>
        <pc:sldMkLst>
          <pc:docMk/>
          <pc:sldMk cId="2262474848" sldId="588"/>
        </pc:sldMkLst>
      </pc:sldChg>
      <pc:sldChg chg="addSp modSp new del mod modShow">
        <pc:chgData name="Robbin Bouwmeester" userId="1dbfebabfc25a55a" providerId="LiveId" clId="{75D63595-F797-482E-A4A0-2F4889B74D4F}" dt="2026-10-15T14:07:16.455" v="158" actId="47"/>
        <pc:sldMkLst>
          <pc:docMk/>
          <pc:sldMk cId="3585840279" sldId="594"/>
        </pc:sldMkLst>
      </pc:sldChg>
      <pc:sldChg chg="add del mod modShow">
        <pc:chgData name="Robbin Bouwmeester" userId="1dbfebabfc25a55a" providerId="LiveId" clId="{75D63595-F797-482E-A4A0-2F4889B74D4F}" dt="2026-10-15T14:07:16.455" v="158" actId="47"/>
        <pc:sldMkLst>
          <pc:docMk/>
          <pc:sldMk cId="1071226085" sldId="5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E4307-97E3-48E4-B22B-3E65CE2A671E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839FB7-11DA-4D79-8302-69EB827E14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231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65C11-5B5E-4B09-E3B9-188F54DD8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50C7A9-6000-327F-9784-9DEE34DAF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B68365-3C5A-97CE-6E61-89866ABE7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80D58-B8AF-2ADF-BBDC-980B965A4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839FB7-11DA-4D79-8302-69EB827E14E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7717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839FB7-11DA-4D79-8302-69EB827E14EE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5019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X</a:t>
            </a:r>
            <a:r>
              <a:rPr lang="nl-BE" baseline="0" dirty="0"/>
              <a:t>-as is predictie</a:t>
            </a:r>
          </a:p>
          <a:p>
            <a:r>
              <a:rPr lang="nl-BE" baseline="0" dirty="0"/>
              <a:t>Y-as is cost van predictie indien y == 1</a:t>
            </a:r>
          </a:p>
          <a:p>
            <a:endParaRPr lang="nl-BE" baseline="0" dirty="0"/>
          </a:p>
          <a:p>
            <a:endParaRPr lang="nl-BE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839FB7-11DA-4D79-8302-69EB827E14EE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1981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baseline="0" dirty="0"/>
              <a:t>Also convex!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7AE92-D5D5-4227-B9E7-799476156D5D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2542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5194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9736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197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5636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257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0482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2116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5606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8988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1350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1384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4C3592-CF2E-41CC-9324-DF0416BA06CC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6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B2678-69AD-D39D-7E2F-E061BF4F4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4ED3F4-A435-A628-C907-017EB704F005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Classification – breast cancer data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A596A6A-16A8-EEBD-29AE-31D521883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7998" y="741947"/>
            <a:ext cx="5374106" cy="5374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6664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655" y="1716789"/>
            <a:ext cx="4657725" cy="4343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97439" y="2575001"/>
            <a:ext cx="41148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latin typeface="Calibri" panose="020F0502020204030204" pitchFamily="34" charset="0"/>
              </a:rPr>
              <a:t>We need to make </a:t>
            </a:r>
          </a:p>
          <a:p>
            <a:pPr algn="ctr"/>
            <a:r>
              <a:rPr lang="nl-NL" sz="4000" dirty="0">
                <a:latin typeface="Calibri" panose="020F0502020204030204" pitchFamily="34" charset="0"/>
              </a:rPr>
              <a:t>assumptions </a:t>
            </a:r>
          </a:p>
          <a:p>
            <a:pPr algn="ctr"/>
            <a:r>
              <a:rPr lang="nl-NL" dirty="0">
                <a:latin typeface="Calibri" panose="020F0502020204030204" pitchFamily="34" charset="0"/>
              </a:rPr>
              <a:t>about the </a:t>
            </a:r>
          </a:p>
          <a:p>
            <a:pPr algn="ctr"/>
            <a:r>
              <a:rPr lang="nl-NL" sz="4400" dirty="0">
                <a:latin typeface="Calibri" panose="020F0502020204030204" pitchFamily="34" charset="0"/>
              </a:rPr>
              <a:t>model </a:t>
            </a:r>
          </a:p>
          <a:p>
            <a:pPr algn="ctr"/>
            <a:r>
              <a:rPr lang="nl-NL" dirty="0">
                <a:latin typeface="Calibri" panose="020F0502020204030204" pitchFamily="34" charset="0"/>
              </a:rPr>
              <a:t>that generated the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6274" y="2968013"/>
            <a:ext cx="2035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>
                <a:latin typeface="Freestyle Script" panose="030804020302050B0404" pitchFamily="66" charset="0"/>
              </a:rPr>
              <a:t>linear relationship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4050" y="3843033"/>
            <a:ext cx="2035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>
                <a:latin typeface="Freestyle Script" panose="030804020302050B0404" pitchFamily="66" charset="0"/>
              </a:rPr>
              <a:t>linear model</a:t>
            </a:r>
          </a:p>
        </p:txBody>
      </p:sp>
      <p:sp>
        <p:nvSpPr>
          <p:cNvPr id="15" name="Arc 14"/>
          <p:cNvSpPr/>
          <p:nvPr/>
        </p:nvSpPr>
        <p:spPr>
          <a:xfrm rot="7582954">
            <a:off x="9211093" y="3019596"/>
            <a:ext cx="403122" cy="544156"/>
          </a:xfrm>
          <a:prstGeom prst="arc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Arc 15"/>
          <p:cNvSpPr/>
          <p:nvPr/>
        </p:nvSpPr>
        <p:spPr>
          <a:xfrm rot="7582954">
            <a:off x="8704731" y="3871593"/>
            <a:ext cx="403122" cy="544156"/>
          </a:xfrm>
          <a:prstGeom prst="arc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1500" y="2153231"/>
            <a:ext cx="1247775" cy="457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8BA5C6-41D6-D395-1199-AEF8D7ECDB84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classification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993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5797439" y="2575001"/>
            <a:ext cx="41148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latin typeface="Calibri" panose="020F0502020204030204" pitchFamily="34" charset="0"/>
              </a:rPr>
              <a:t>We need to make </a:t>
            </a:r>
          </a:p>
          <a:p>
            <a:pPr algn="ctr"/>
            <a:r>
              <a:rPr lang="nl-NL" sz="4000" dirty="0">
                <a:latin typeface="Calibri" panose="020F0502020204030204" pitchFamily="34" charset="0"/>
              </a:rPr>
              <a:t>assumptions </a:t>
            </a:r>
          </a:p>
          <a:p>
            <a:pPr algn="ctr"/>
            <a:r>
              <a:rPr lang="nl-NL" dirty="0">
                <a:latin typeface="Calibri" panose="020F0502020204030204" pitchFamily="34" charset="0"/>
              </a:rPr>
              <a:t>about the </a:t>
            </a:r>
          </a:p>
          <a:p>
            <a:pPr algn="ctr"/>
            <a:r>
              <a:rPr lang="nl-NL" sz="4400" dirty="0">
                <a:latin typeface="Calibri" panose="020F0502020204030204" pitchFamily="34" charset="0"/>
              </a:rPr>
              <a:t>model </a:t>
            </a:r>
          </a:p>
          <a:p>
            <a:pPr algn="ctr"/>
            <a:r>
              <a:rPr lang="nl-NL" dirty="0">
                <a:latin typeface="Calibri" panose="020F0502020204030204" pitchFamily="34" charset="0"/>
              </a:rPr>
              <a:t>that generated the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6274" y="2968013"/>
            <a:ext cx="2035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>
                <a:latin typeface="Freestyle Script" panose="030804020302050B0404" pitchFamily="66" charset="0"/>
              </a:rPr>
              <a:t>linearly separable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4050" y="3843033"/>
            <a:ext cx="2035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>
                <a:latin typeface="Freestyle Script" panose="030804020302050B0404" pitchFamily="66" charset="0"/>
              </a:rPr>
              <a:t>logistic model</a:t>
            </a:r>
          </a:p>
        </p:txBody>
      </p:sp>
      <p:sp>
        <p:nvSpPr>
          <p:cNvPr id="15" name="Arc 14"/>
          <p:cNvSpPr/>
          <p:nvPr/>
        </p:nvSpPr>
        <p:spPr>
          <a:xfrm rot="7582954">
            <a:off x="9211093" y="3019596"/>
            <a:ext cx="403122" cy="544156"/>
          </a:xfrm>
          <a:prstGeom prst="arc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Arc 15"/>
          <p:cNvSpPr/>
          <p:nvPr/>
        </p:nvSpPr>
        <p:spPr>
          <a:xfrm rot="7582954">
            <a:off x="8704731" y="3871593"/>
            <a:ext cx="403122" cy="544156"/>
          </a:xfrm>
          <a:prstGeom prst="arc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08" y="1714127"/>
            <a:ext cx="4514850" cy="44386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327" y="4209967"/>
            <a:ext cx="1323975" cy="5810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5DEC6F-96B3-11C5-5AFA-C97854741C46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logistic regression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993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08" y="1714127"/>
            <a:ext cx="4514850" cy="44386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327" y="4209967"/>
            <a:ext cx="1323975" cy="5810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114" y="2602286"/>
            <a:ext cx="3286125" cy="8286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2114" y="3749862"/>
            <a:ext cx="2200275" cy="876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6E3953-DDE9-0297-0C11-7B35F4A16D8A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logistic regression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972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692BF-FBAB-1344-34C7-E0624DA07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A3CD6F-F125-68A5-7FCF-A62BE301F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114" y="2602286"/>
            <a:ext cx="3286125" cy="8286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B947C9-E09D-1B6D-E510-E058DDA11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114" y="3749862"/>
            <a:ext cx="2200275" cy="876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BBD893-8D3D-56F6-246E-6CD7D5E15633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logistic regression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3D0B59-62F9-2A08-E50B-0743196E89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159" y="1669598"/>
            <a:ext cx="5065786" cy="41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29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6F3CB-B8F8-E9C5-C1D2-7AF31DF99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A6EF94-0D1B-836E-2E75-995183169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08" y="1714127"/>
            <a:ext cx="4514850" cy="44386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99CA49E-5D9F-F182-0A13-B4C46EB30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327" y="4209967"/>
            <a:ext cx="1323975" cy="5810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1FF6F2C-5E82-9A8F-D3D7-D74899C17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114" y="2602286"/>
            <a:ext cx="3286125" cy="8286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217E4A-CDBB-208C-A982-823DCC4DD3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2114" y="3749862"/>
            <a:ext cx="2200275" cy="876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DA1E1B-14E0-8240-7F10-CC1401913BED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logistic regression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186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46" y="3327306"/>
            <a:ext cx="10991850" cy="239077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481" y="1681089"/>
            <a:ext cx="8454392" cy="10621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1C5531-79CA-C2A9-F35E-CABE78DBE20D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logistic regression: cost (loss function)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331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4AE6E-F92C-A0AE-A0C4-3FEBEA354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36D1A1-A6DD-03F5-81DD-3271F7806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46" y="3327306"/>
            <a:ext cx="10991850" cy="239077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F913333-57FE-25EF-282C-97F677B43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481" y="1681089"/>
            <a:ext cx="8454392" cy="10621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2E94E3-146F-3E01-6677-07A939521EC1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logistic regression: cost (loss function)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4B6319-ADD9-530B-D036-8CA8F393EA69}"/>
              </a:ext>
            </a:extLst>
          </p:cNvPr>
          <p:cNvSpPr/>
          <p:nvPr/>
        </p:nvSpPr>
        <p:spPr>
          <a:xfrm>
            <a:off x="4267200" y="1860884"/>
            <a:ext cx="473242" cy="64168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E13FB2-EFFC-B6EA-27C6-6BBD4A82A0BB}"/>
              </a:ext>
            </a:extLst>
          </p:cNvPr>
          <p:cNvSpPr txBox="1"/>
          <p:nvPr/>
        </p:nvSpPr>
        <p:spPr>
          <a:xfrm>
            <a:off x="3072063" y="1096982"/>
            <a:ext cx="348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Only active when target is “1”</a:t>
            </a:r>
            <a:endParaRPr lang="en-N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3A6440-AD93-C6F6-2629-09CA96758423}"/>
              </a:ext>
            </a:extLst>
          </p:cNvPr>
          <p:cNvSpPr/>
          <p:nvPr/>
        </p:nvSpPr>
        <p:spPr>
          <a:xfrm>
            <a:off x="6874042" y="1860884"/>
            <a:ext cx="1203158" cy="64168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8D0734-412C-4C73-035F-D9D583D9B108}"/>
              </a:ext>
            </a:extLst>
          </p:cNvPr>
          <p:cNvSpPr txBox="1"/>
          <p:nvPr/>
        </p:nvSpPr>
        <p:spPr>
          <a:xfrm>
            <a:off x="6382871" y="1095080"/>
            <a:ext cx="3489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Only active when target is “0”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0081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F20FD-5007-64BF-832A-9AACD28AA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1A1D49-B534-AEA6-FBC2-E741FE192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46" y="3327306"/>
            <a:ext cx="10991850" cy="239077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C348E41-9C49-E3D5-2927-56454C4FB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481" y="1681089"/>
            <a:ext cx="8454392" cy="10621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808BA1-4BBB-3B38-4584-91EE285247EC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logistic regression: cost (loss function)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685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97" y="1644369"/>
            <a:ext cx="10658475" cy="11906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5E8FCE-AA6D-3103-054A-84544432CEE5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logistic regression: cost (loss function)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3AC9D03E-A732-7175-8D5D-B5571FB4EC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843" y="2239681"/>
            <a:ext cx="7015046" cy="420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409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60" y="1637179"/>
            <a:ext cx="7934325" cy="1181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452886-C753-5E96-D8D4-6CB3236F3895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logistic regression: cost (loss function)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6DF0A83D-0971-1D82-A477-592713B654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3759" y="2227729"/>
            <a:ext cx="6917004" cy="414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199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1C5531-79CA-C2A9-F35E-CABE78DBE20D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ea typeface="Lato" panose="020B0604020202020204" pitchFamily="34" charset="0"/>
                <a:cs typeface="Helvetica" panose="020B0604020202020204" pitchFamily="34" charset="0"/>
              </a:rPr>
              <a:t>Logistic regression: cost (loss function)</a:t>
            </a:r>
            <a:endParaRPr lang="en-GB" sz="2800" dirty="0"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4631CE-FB05-E786-8CE2-67228F5BA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863" y="1276493"/>
            <a:ext cx="10420965" cy="459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209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35051" y="1381124"/>
            <a:ext cx="1019585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Calibri" panose="020F0502020204030204" pitchFamily="34" charset="0"/>
              </a:rPr>
              <a:t>Fit a logistic model</a:t>
            </a:r>
          </a:p>
          <a:p>
            <a:endParaRPr lang="en-GB" sz="2000" dirty="0">
              <a:latin typeface="Calibri" panose="020F0502020204030204" pitchFamily="34" charset="0"/>
            </a:endParaRPr>
          </a:p>
          <a:p>
            <a:endParaRPr lang="en-GB" sz="2000" dirty="0">
              <a:latin typeface="Calibri" panose="020F0502020204030204" pitchFamily="34" charset="0"/>
            </a:endParaRPr>
          </a:p>
          <a:p>
            <a:endParaRPr lang="en-GB" sz="2000" dirty="0">
              <a:latin typeface="Calibri" panose="020F0502020204030204" pitchFamily="34" charset="0"/>
            </a:endParaRPr>
          </a:p>
          <a:p>
            <a:endParaRPr lang="en-GB" sz="2000" dirty="0">
              <a:latin typeface="Calibri" panose="020F0502020204030204" pitchFamily="34" charset="0"/>
            </a:endParaRPr>
          </a:p>
          <a:p>
            <a:r>
              <a:rPr lang="en-GB" sz="2000" dirty="0">
                <a:latin typeface="Calibri" panose="020F0502020204030204" pitchFamily="34" charset="0"/>
              </a:rPr>
              <a:t>to the data set such that the cost function</a:t>
            </a:r>
          </a:p>
          <a:p>
            <a:endParaRPr lang="en-GB" sz="2000" dirty="0">
              <a:latin typeface="Calibri" panose="020F0502020204030204" pitchFamily="34" charset="0"/>
            </a:endParaRPr>
          </a:p>
          <a:p>
            <a:endParaRPr lang="en-GB" sz="2000" dirty="0">
              <a:latin typeface="Calibri" panose="020F0502020204030204" pitchFamily="34" charset="0"/>
            </a:endParaRPr>
          </a:p>
          <a:p>
            <a:endParaRPr lang="en-GB" sz="2000" dirty="0">
              <a:latin typeface="Calibri" panose="020F0502020204030204" pitchFamily="34" charset="0"/>
            </a:endParaRPr>
          </a:p>
          <a:p>
            <a:endParaRPr lang="en-GB" sz="2000" dirty="0">
              <a:latin typeface="Calibri" panose="020F0502020204030204" pitchFamily="34" charset="0"/>
            </a:endParaRPr>
          </a:p>
          <a:p>
            <a:endParaRPr lang="en-GB" sz="2000" dirty="0">
              <a:latin typeface="Calibri" panose="020F0502020204030204" pitchFamily="34" charset="0"/>
            </a:endParaRPr>
          </a:p>
          <a:p>
            <a:r>
              <a:rPr lang="en-GB" sz="2000" dirty="0">
                <a:latin typeface="Calibri" panose="020F0502020204030204" pitchFamily="34" charset="0"/>
              </a:rPr>
              <a:t>is minimized using gradient descent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806" y="2084654"/>
            <a:ext cx="7124700" cy="6762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368" y="5244554"/>
            <a:ext cx="4981575" cy="8286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5579" y="3464459"/>
            <a:ext cx="8454392" cy="10621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2A9286-3E2C-C846-B564-2AAAE7FF5A2B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logistic regression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873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4344</TotalTime>
  <Words>151</Words>
  <Application>Microsoft Office PowerPoint</Application>
  <PresentationFormat>Widescreen</PresentationFormat>
  <Paragraphs>49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Freestyle Script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Robbin Bouwmeester</cp:lastModifiedBy>
  <cp:revision>26</cp:revision>
  <dcterms:created xsi:type="dcterms:W3CDTF">2015-04-25T14:40:16Z</dcterms:created>
  <dcterms:modified xsi:type="dcterms:W3CDTF">2026-10-15T14:07:25Z</dcterms:modified>
</cp:coreProperties>
</file>