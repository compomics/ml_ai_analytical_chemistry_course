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64" r:id="rId2"/>
    <p:sldId id="257" r:id="rId3"/>
    <p:sldId id="258" r:id="rId4"/>
    <p:sldId id="259" r:id="rId5"/>
    <p:sldId id="589" r:id="rId6"/>
    <p:sldId id="590" r:id="rId7"/>
    <p:sldId id="260" r:id="rId8"/>
    <p:sldId id="591" r:id="rId9"/>
    <p:sldId id="592" r:id="rId10"/>
    <p:sldId id="261" r:id="rId11"/>
    <p:sldId id="262" r:id="rId12"/>
    <p:sldId id="501" r:id="rId13"/>
    <p:sldId id="263" r:id="rId14"/>
    <p:sldId id="594" r:id="rId15"/>
    <p:sldId id="595" r:id="rId16"/>
    <p:sldId id="502" r:id="rId17"/>
    <p:sldId id="503" r:id="rId18"/>
    <p:sldId id="504" r:id="rId19"/>
    <p:sldId id="505" r:id="rId20"/>
    <p:sldId id="506" r:id="rId21"/>
    <p:sldId id="507" r:id="rId22"/>
    <p:sldId id="508" r:id="rId23"/>
    <p:sldId id="509" r:id="rId24"/>
    <p:sldId id="510" r:id="rId25"/>
    <p:sldId id="511" r:id="rId26"/>
    <p:sldId id="283" r:id="rId27"/>
    <p:sldId id="512" r:id="rId28"/>
    <p:sldId id="513" r:id="rId29"/>
    <p:sldId id="276" r:id="rId30"/>
    <p:sldId id="579" r:id="rId31"/>
    <p:sldId id="275" r:id="rId32"/>
    <p:sldId id="284" r:id="rId33"/>
    <p:sldId id="269" r:id="rId34"/>
    <p:sldId id="277" r:id="rId35"/>
    <p:sldId id="587" r:id="rId36"/>
    <p:sldId id="588" r:id="rId37"/>
    <p:sldId id="278" r:id="rId38"/>
    <p:sldId id="514" r:id="rId39"/>
    <p:sldId id="515" r:id="rId40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A1E357-4546-49EB-8909-5C9348AFE462}" v="27" dt="2026-03-02T17:27:30.3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3" autoAdjust="0"/>
    <p:restoredTop sz="85203" autoAdjust="0"/>
  </p:normalViewPr>
  <p:slideViewPr>
    <p:cSldViewPr snapToGrid="0">
      <p:cViewPr varScale="1">
        <p:scale>
          <a:sx n="95" d="100"/>
          <a:sy n="95" d="100"/>
        </p:scale>
        <p:origin x="3144" y="2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bin Bouwmeester" userId="1dbfebabfc25a55a" providerId="LiveId" clId="{75D63595-F797-482E-A4A0-2F4889B74D4F}"/>
    <pc:docChg chg="undo custSel addSld delSld modSld sldOrd">
      <pc:chgData name="Robbin Bouwmeester" userId="1dbfebabfc25a55a" providerId="LiveId" clId="{75D63595-F797-482E-A4A0-2F4889B74D4F}" dt="2026-03-02T17:47:26.424" v="156" actId="478"/>
      <pc:docMkLst>
        <pc:docMk/>
      </pc:docMkLst>
      <pc:sldChg chg="modSp mod">
        <pc:chgData name="Robbin Bouwmeester" userId="1dbfebabfc25a55a" providerId="LiveId" clId="{75D63595-F797-482E-A4A0-2F4889B74D4F}" dt="2026-03-02T15:46:12.565" v="121" actId="20577"/>
        <pc:sldMkLst>
          <pc:docMk/>
          <pc:sldMk cId="2749873298" sldId="263"/>
        </pc:sldMkLst>
        <pc:spChg chg="mod">
          <ac:chgData name="Robbin Bouwmeester" userId="1dbfebabfc25a55a" providerId="LiveId" clId="{75D63595-F797-482E-A4A0-2F4889B74D4F}" dt="2026-03-02T15:46:12.565" v="121" actId="20577"/>
          <ac:spMkLst>
            <pc:docMk/>
            <pc:sldMk cId="2749873298" sldId="263"/>
            <ac:spMk id="5" creationId="{00000000-0000-0000-0000-000000000000}"/>
          </ac:spMkLst>
        </pc:spChg>
      </pc:sldChg>
      <pc:sldChg chg="addSp delSp modSp add mod">
        <pc:chgData name="Robbin Bouwmeester" userId="1dbfebabfc25a55a" providerId="LiveId" clId="{75D63595-F797-482E-A4A0-2F4889B74D4F}" dt="2026-02-25T14:00:44.079" v="43" actId="20577"/>
        <pc:sldMkLst>
          <pc:docMk/>
          <pc:sldMk cId="1836664154" sldId="264"/>
        </pc:sldMkLst>
        <pc:spChg chg="mod">
          <ac:chgData name="Robbin Bouwmeester" userId="1dbfebabfc25a55a" providerId="LiveId" clId="{75D63595-F797-482E-A4A0-2F4889B74D4F}" dt="2026-02-25T14:00:44.079" v="43" actId="20577"/>
          <ac:spMkLst>
            <pc:docMk/>
            <pc:sldMk cId="1836664154" sldId="264"/>
            <ac:spMk id="2" creationId="{E34ED3F4-A435-A628-C907-017EB704F005}"/>
          </ac:spMkLst>
        </pc:spChg>
        <pc:picChg chg="add mod">
          <ac:chgData name="Robbin Bouwmeester" userId="1dbfebabfc25a55a" providerId="LiveId" clId="{75D63595-F797-482E-A4A0-2F4889B74D4F}" dt="2026-02-25T13:52:45.535" v="8" actId="1076"/>
          <ac:picMkLst>
            <pc:docMk/>
            <pc:sldMk cId="1836664154" sldId="264"/>
            <ac:picMk id="1026" creationId="{3A596A6A-16A8-EEBD-29AE-31D521883EC6}"/>
          </ac:picMkLst>
        </pc:picChg>
      </pc:sldChg>
      <pc:sldChg chg="delSp add mod">
        <pc:chgData name="Robbin Bouwmeester" userId="1dbfebabfc25a55a" providerId="LiveId" clId="{75D63595-F797-482E-A4A0-2F4889B74D4F}" dt="2026-03-02T17:44:57.094" v="150" actId="478"/>
        <pc:sldMkLst>
          <pc:docMk/>
          <pc:sldMk cId="2221189375" sldId="269"/>
        </pc:sldMkLst>
        <pc:spChg chg="del">
          <ac:chgData name="Robbin Bouwmeester" userId="1dbfebabfc25a55a" providerId="LiveId" clId="{75D63595-F797-482E-A4A0-2F4889B74D4F}" dt="2026-03-02T17:44:57.094" v="150" actId="478"/>
          <ac:spMkLst>
            <pc:docMk/>
            <pc:sldMk cId="2221189375" sldId="269"/>
            <ac:spMk id="6" creationId="{83B95A54-C16F-15DC-DA7C-284EC7DB2AC7}"/>
          </ac:spMkLst>
        </pc:spChg>
        <pc:picChg chg="del">
          <ac:chgData name="Robbin Bouwmeester" userId="1dbfebabfc25a55a" providerId="LiveId" clId="{75D63595-F797-482E-A4A0-2F4889B74D4F}" dt="2026-03-02T17:44:57.094" v="150" actId="478"/>
          <ac:picMkLst>
            <pc:docMk/>
            <pc:sldMk cId="2221189375" sldId="269"/>
            <ac:picMk id="7" creationId="{DE2F6603-4A2A-896B-A094-F917E2EBE642}"/>
          </ac:picMkLst>
        </pc:picChg>
        <pc:cxnChg chg="del">
          <ac:chgData name="Robbin Bouwmeester" userId="1dbfebabfc25a55a" providerId="LiveId" clId="{75D63595-F797-482E-A4A0-2F4889B74D4F}" dt="2026-03-02T17:44:57.094" v="150" actId="478"/>
          <ac:cxnSpMkLst>
            <pc:docMk/>
            <pc:sldMk cId="2221189375" sldId="269"/>
            <ac:cxnSpMk id="8" creationId="{B69BF266-CEE9-DFA2-4D7D-7C260C9D0EFD}"/>
          </ac:cxnSpMkLst>
        </pc:cxnChg>
      </pc:sldChg>
      <pc:sldChg chg="delSp add mod">
        <pc:chgData name="Robbin Bouwmeester" userId="1dbfebabfc25a55a" providerId="LiveId" clId="{75D63595-F797-482E-A4A0-2F4889B74D4F}" dt="2026-03-02T17:44:45.613" v="144" actId="478"/>
        <pc:sldMkLst>
          <pc:docMk/>
          <pc:sldMk cId="853575327" sldId="275"/>
        </pc:sldMkLst>
        <pc:spChg chg="del">
          <ac:chgData name="Robbin Bouwmeester" userId="1dbfebabfc25a55a" providerId="LiveId" clId="{75D63595-F797-482E-A4A0-2F4889B74D4F}" dt="2026-03-02T17:44:45.613" v="144" actId="478"/>
          <ac:spMkLst>
            <pc:docMk/>
            <pc:sldMk cId="853575327" sldId="275"/>
            <ac:spMk id="6" creationId="{83B95A54-C16F-15DC-DA7C-284EC7DB2AC7}"/>
          </ac:spMkLst>
        </pc:spChg>
        <pc:picChg chg="del">
          <ac:chgData name="Robbin Bouwmeester" userId="1dbfebabfc25a55a" providerId="LiveId" clId="{75D63595-F797-482E-A4A0-2F4889B74D4F}" dt="2026-03-02T17:44:45.613" v="144" actId="478"/>
          <ac:picMkLst>
            <pc:docMk/>
            <pc:sldMk cId="853575327" sldId="275"/>
            <ac:picMk id="7" creationId="{DE2F6603-4A2A-896B-A094-F917E2EBE642}"/>
          </ac:picMkLst>
        </pc:picChg>
        <pc:cxnChg chg="del">
          <ac:chgData name="Robbin Bouwmeester" userId="1dbfebabfc25a55a" providerId="LiveId" clId="{75D63595-F797-482E-A4A0-2F4889B74D4F}" dt="2026-03-02T17:44:45.613" v="144" actId="478"/>
          <ac:cxnSpMkLst>
            <pc:docMk/>
            <pc:sldMk cId="853575327" sldId="275"/>
            <ac:cxnSpMk id="8" creationId="{B69BF266-CEE9-DFA2-4D7D-7C260C9D0EFD}"/>
          </ac:cxnSpMkLst>
        </pc:cxnChg>
      </pc:sldChg>
      <pc:sldChg chg="delSp add mod">
        <pc:chgData name="Robbin Bouwmeester" userId="1dbfebabfc25a55a" providerId="LiveId" clId="{75D63595-F797-482E-A4A0-2F4889B74D4F}" dt="2026-03-02T17:44:40.123" v="142" actId="478"/>
        <pc:sldMkLst>
          <pc:docMk/>
          <pc:sldMk cId="3972766607" sldId="276"/>
        </pc:sldMkLst>
        <pc:spChg chg="del">
          <ac:chgData name="Robbin Bouwmeester" userId="1dbfebabfc25a55a" providerId="LiveId" clId="{75D63595-F797-482E-A4A0-2F4889B74D4F}" dt="2026-03-02T17:44:40.123" v="142" actId="478"/>
          <ac:spMkLst>
            <pc:docMk/>
            <pc:sldMk cId="3972766607" sldId="276"/>
            <ac:spMk id="6" creationId="{83B95A54-C16F-15DC-DA7C-284EC7DB2AC7}"/>
          </ac:spMkLst>
        </pc:spChg>
        <pc:picChg chg="del">
          <ac:chgData name="Robbin Bouwmeester" userId="1dbfebabfc25a55a" providerId="LiveId" clId="{75D63595-F797-482E-A4A0-2F4889B74D4F}" dt="2026-03-02T17:44:40.123" v="142" actId="478"/>
          <ac:picMkLst>
            <pc:docMk/>
            <pc:sldMk cId="3972766607" sldId="276"/>
            <ac:picMk id="7" creationId="{DE2F6603-4A2A-896B-A094-F917E2EBE642}"/>
          </ac:picMkLst>
        </pc:picChg>
        <pc:cxnChg chg="del">
          <ac:chgData name="Robbin Bouwmeester" userId="1dbfebabfc25a55a" providerId="LiveId" clId="{75D63595-F797-482E-A4A0-2F4889B74D4F}" dt="2026-03-02T17:44:40.123" v="142" actId="478"/>
          <ac:cxnSpMkLst>
            <pc:docMk/>
            <pc:sldMk cId="3972766607" sldId="276"/>
            <ac:cxnSpMk id="8" creationId="{B69BF266-CEE9-DFA2-4D7D-7C260C9D0EFD}"/>
          </ac:cxnSpMkLst>
        </pc:cxnChg>
      </pc:sldChg>
      <pc:sldChg chg="delSp add mod">
        <pc:chgData name="Robbin Bouwmeester" userId="1dbfebabfc25a55a" providerId="LiveId" clId="{75D63595-F797-482E-A4A0-2F4889B74D4F}" dt="2026-03-02T17:45:00.072" v="151" actId="478"/>
        <pc:sldMkLst>
          <pc:docMk/>
          <pc:sldMk cId="4041310773" sldId="277"/>
        </pc:sldMkLst>
        <pc:spChg chg="del">
          <ac:chgData name="Robbin Bouwmeester" userId="1dbfebabfc25a55a" providerId="LiveId" clId="{75D63595-F797-482E-A4A0-2F4889B74D4F}" dt="2026-03-02T17:45:00.072" v="151" actId="478"/>
          <ac:spMkLst>
            <pc:docMk/>
            <pc:sldMk cId="4041310773" sldId="277"/>
            <ac:spMk id="6" creationId="{83B95A54-C16F-15DC-DA7C-284EC7DB2AC7}"/>
          </ac:spMkLst>
        </pc:spChg>
        <pc:picChg chg="del">
          <ac:chgData name="Robbin Bouwmeester" userId="1dbfebabfc25a55a" providerId="LiveId" clId="{75D63595-F797-482E-A4A0-2F4889B74D4F}" dt="2026-03-02T17:45:00.072" v="151" actId="478"/>
          <ac:picMkLst>
            <pc:docMk/>
            <pc:sldMk cId="4041310773" sldId="277"/>
            <ac:picMk id="7" creationId="{DE2F6603-4A2A-896B-A094-F917E2EBE642}"/>
          </ac:picMkLst>
        </pc:picChg>
        <pc:cxnChg chg="del">
          <ac:chgData name="Robbin Bouwmeester" userId="1dbfebabfc25a55a" providerId="LiveId" clId="{75D63595-F797-482E-A4A0-2F4889B74D4F}" dt="2026-03-02T17:45:00.072" v="151" actId="478"/>
          <ac:cxnSpMkLst>
            <pc:docMk/>
            <pc:sldMk cId="4041310773" sldId="277"/>
            <ac:cxnSpMk id="8" creationId="{B69BF266-CEE9-DFA2-4D7D-7C260C9D0EFD}"/>
          </ac:cxnSpMkLst>
        </pc:cxnChg>
      </pc:sldChg>
      <pc:sldChg chg="delSp add mod">
        <pc:chgData name="Robbin Bouwmeester" userId="1dbfebabfc25a55a" providerId="LiveId" clId="{75D63595-F797-482E-A4A0-2F4889B74D4F}" dt="2026-03-02T17:47:23.692" v="155" actId="478"/>
        <pc:sldMkLst>
          <pc:docMk/>
          <pc:sldMk cId="3512607124" sldId="278"/>
        </pc:sldMkLst>
        <pc:spChg chg="del">
          <ac:chgData name="Robbin Bouwmeester" userId="1dbfebabfc25a55a" providerId="LiveId" clId="{75D63595-F797-482E-A4A0-2F4889B74D4F}" dt="2026-03-02T17:47:23.692" v="155" actId="478"/>
          <ac:spMkLst>
            <pc:docMk/>
            <pc:sldMk cId="3512607124" sldId="278"/>
            <ac:spMk id="6" creationId="{83B95A54-C16F-15DC-DA7C-284EC7DB2AC7}"/>
          </ac:spMkLst>
        </pc:spChg>
        <pc:picChg chg="del">
          <ac:chgData name="Robbin Bouwmeester" userId="1dbfebabfc25a55a" providerId="LiveId" clId="{75D63595-F797-482E-A4A0-2F4889B74D4F}" dt="2026-03-02T17:47:23.692" v="155" actId="478"/>
          <ac:picMkLst>
            <pc:docMk/>
            <pc:sldMk cId="3512607124" sldId="278"/>
            <ac:picMk id="7" creationId="{DE2F6603-4A2A-896B-A094-F917E2EBE642}"/>
          </ac:picMkLst>
        </pc:picChg>
        <pc:cxnChg chg="del">
          <ac:chgData name="Robbin Bouwmeester" userId="1dbfebabfc25a55a" providerId="LiveId" clId="{75D63595-F797-482E-A4A0-2F4889B74D4F}" dt="2026-03-02T17:47:23.692" v="155" actId="478"/>
          <ac:cxnSpMkLst>
            <pc:docMk/>
            <pc:sldMk cId="3512607124" sldId="278"/>
            <ac:cxnSpMk id="8" creationId="{B69BF266-CEE9-DFA2-4D7D-7C260C9D0EFD}"/>
          </ac:cxnSpMkLst>
        </pc:cxnChg>
      </pc:sldChg>
      <pc:sldChg chg="delSp modSp add mod">
        <pc:chgData name="Robbin Bouwmeester" userId="1dbfebabfc25a55a" providerId="LiveId" clId="{75D63595-F797-482E-A4A0-2F4889B74D4F}" dt="2026-03-02T17:44:26.282" v="139" actId="403"/>
        <pc:sldMkLst>
          <pc:docMk/>
          <pc:sldMk cId="980939478" sldId="283"/>
        </pc:sldMkLst>
        <pc:spChg chg="mod">
          <ac:chgData name="Robbin Bouwmeester" userId="1dbfebabfc25a55a" providerId="LiveId" clId="{75D63595-F797-482E-A4A0-2F4889B74D4F}" dt="2026-03-02T17:44:26.282" v="139" actId="403"/>
          <ac:spMkLst>
            <pc:docMk/>
            <pc:sldMk cId="980939478" sldId="283"/>
            <ac:spMk id="3" creationId="{293289CF-D89A-E779-02F1-6ECE8BD2C9D2}"/>
          </ac:spMkLst>
        </pc:spChg>
        <pc:spChg chg="del">
          <ac:chgData name="Robbin Bouwmeester" userId="1dbfebabfc25a55a" providerId="LiveId" clId="{75D63595-F797-482E-A4A0-2F4889B74D4F}" dt="2026-03-02T17:44:23.947" v="137" actId="478"/>
          <ac:spMkLst>
            <pc:docMk/>
            <pc:sldMk cId="980939478" sldId="283"/>
            <ac:spMk id="6" creationId="{C4270503-017B-8DE8-A98B-F4A4C504651D}"/>
          </ac:spMkLst>
        </pc:spChg>
        <pc:picChg chg="del">
          <ac:chgData name="Robbin Bouwmeester" userId="1dbfebabfc25a55a" providerId="LiveId" clId="{75D63595-F797-482E-A4A0-2F4889B74D4F}" dt="2026-03-02T17:44:23.947" v="137" actId="478"/>
          <ac:picMkLst>
            <pc:docMk/>
            <pc:sldMk cId="980939478" sldId="283"/>
            <ac:picMk id="7" creationId="{1325874C-5399-084F-BCE0-703B79934175}"/>
          </ac:picMkLst>
        </pc:picChg>
        <pc:cxnChg chg="del">
          <ac:chgData name="Robbin Bouwmeester" userId="1dbfebabfc25a55a" providerId="LiveId" clId="{75D63595-F797-482E-A4A0-2F4889B74D4F}" dt="2026-03-02T17:44:23.947" v="137" actId="478"/>
          <ac:cxnSpMkLst>
            <pc:docMk/>
            <pc:sldMk cId="980939478" sldId="283"/>
            <ac:cxnSpMk id="8" creationId="{804AEF10-2336-8D3D-8C3F-57DCD0C75A2B}"/>
          </ac:cxnSpMkLst>
        </pc:cxnChg>
      </pc:sldChg>
      <pc:sldChg chg="delSp modSp add mod">
        <pc:chgData name="Robbin Bouwmeester" userId="1dbfebabfc25a55a" providerId="LiveId" clId="{75D63595-F797-482E-A4A0-2F4889B74D4F}" dt="2026-03-02T17:44:53.359" v="149" actId="404"/>
        <pc:sldMkLst>
          <pc:docMk/>
          <pc:sldMk cId="4087039867" sldId="284"/>
        </pc:sldMkLst>
        <pc:spChg chg="mod">
          <ac:chgData name="Robbin Bouwmeester" userId="1dbfebabfc25a55a" providerId="LiveId" clId="{75D63595-F797-482E-A4A0-2F4889B74D4F}" dt="2026-03-02T17:44:53.359" v="149" actId="404"/>
          <ac:spMkLst>
            <pc:docMk/>
            <pc:sldMk cId="4087039867" sldId="284"/>
            <ac:spMk id="3" creationId="{F80A0FD5-C0DA-08FB-267D-05A2425925BD}"/>
          </ac:spMkLst>
        </pc:spChg>
        <pc:spChg chg="del">
          <ac:chgData name="Robbin Bouwmeester" userId="1dbfebabfc25a55a" providerId="LiveId" clId="{75D63595-F797-482E-A4A0-2F4889B74D4F}" dt="2026-03-02T17:44:49.525" v="145" actId="478"/>
          <ac:spMkLst>
            <pc:docMk/>
            <pc:sldMk cId="4087039867" sldId="284"/>
            <ac:spMk id="6" creationId="{A66D3375-9885-0052-320D-2AD86D207F4B}"/>
          </ac:spMkLst>
        </pc:spChg>
        <pc:picChg chg="del">
          <ac:chgData name="Robbin Bouwmeester" userId="1dbfebabfc25a55a" providerId="LiveId" clId="{75D63595-F797-482E-A4A0-2F4889B74D4F}" dt="2026-03-02T17:44:49.525" v="145" actId="478"/>
          <ac:picMkLst>
            <pc:docMk/>
            <pc:sldMk cId="4087039867" sldId="284"/>
            <ac:picMk id="7" creationId="{03F3BE30-33FA-C93F-C9F0-B03310810BCB}"/>
          </ac:picMkLst>
        </pc:picChg>
        <pc:cxnChg chg="del">
          <ac:chgData name="Robbin Bouwmeester" userId="1dbfebabfc25a55a" providerId="LiveId" clId="{75D63595-F797-482E-A4A0-2F4889B74D4F}" dt="2026-03-02T17:44:49.525" v="145" actId="478"/>
          <ac:cxnSpMkLst>
            <pc:docMk/>
            <pc:sldMk cId="4087039867" sldId="284"/>
            <ac:cxnSpMk id="8" creationId="{66F3B4B2-D949-9403-40F5-C7547A0CE96D}"/>
          </ac:cxnSpMkLst>
        </pc:cxnChg>
      </pc:sldChg>
      <pc:sldChg chg="delSp add del mod ord">
        <pc:chgData name="Robbin Bouwmeester" userId="1dbfebabfc25a55a" providerId="LiveId" clId="{75D63595-F797-482E-A4A0-2F4889B74D4F}" dt="2026-03-02T15:50:52.192" v="123"/>
        <pc:sldMkLst>
          <pc:docMk/>
          <pc:sldMk cId="3723209745" sldId="501"/>
        </pc:sldMkLst>
      </pc:sldChg>
      <pc:sldChg chg="delSp add mod">
        <pc:chgData name="Robbin Bouwmeester" userId="1dbfebabfc25a55a" providerId="LiveId" clId="{75D63595-F797-482E-A4A0-2F4889B74D4F}" dt="2026-03-02T14:30:45.712" v="51" actId="478"/>
        <pc:sldMkLst>
          <pc:docMk/>
          <pc:sldMk cId="4250473701" sldId="502"/>
        </pc:sldMkLst>
        <pc:spChg chg="del">
          <ac:chgData name="Robbin Bouwmeester" userId="1dbfebabfc25a55a" providerId="LiveId" clId="{75D63595-F797-482E-A4A0-2F4889B74D4F}" dt="2026-03-02T14:30:43.706" v="49" actId="478"/>
          <ac:spMkLst>
            <pc:docMk/>
            <pc:sldMk cId="4250473701" sldId="502"/>
            <ac:spMk id="6" creationId="{83B95A54-C16F-15DC-DA7C-284EC7DB2AC7}"/>
          </ac:spMkLst>
        </pc:spChg>
        <pc:picChg chg="del">
          <ac:chgData name="Robbin Bouwmeester" userId="1dbfebabfc25a55a" providerId="LiveId" clId="{75D63595-F797-482E-A4A0-2F4889B74D4F}" dt="2026-03-02T14:30:44.521" v="50" actId="478"/>
          <ac:picMkLst>
            <pc:docMk/>
            <pc:sldMk cId="4250473701" sldId="502"/>
            <ac:picMk id="7" creationId="{DE2F6603-4A2A-896B-A094-F917E2EBE642}"/>
          </ac:picMkLst>
        </pc:picChg>
        <pc:cxnChg chg="del">
          <ac:chgData name="Robbin Bouwmeester" userId="1dbfebabfc25a55a" providerId="LiveId" clId="{75D63595-F797-482E-A4A0-2F4889B74D4F}" dt="2026-03-02T14:30:45.712" v="51" actId="478"/>
          <ac:cxnSpMkLst>
            <pc:docMk/>
            <pc:sldMk cId="4250473701" sldId="502"/>
            <ac:cxnSpMk id="8" creationId="{B69BF266-CEE9-DFA2-4D7D-7C260C9D0EFD}"/>
          </ac:cxnSpMkLst>
        </pc:cxnChg>
      </pc:sldChg>
      <pc:sldChg chg="delSp add mod">
        <pc:chgData name="Robbin Bouwmeester" userId="1dbfebabfc25a55a" providerId="LiveId" clId="{75D63595-F797-482E-A4A0-2F4889B74D4F}" dt="2026-03-02T14:30:47.979" v="52" actId="478"/>
        <pc:sldMkLst>
          <pc:docMk/>
          <pc:sldMk cId="2305688116" sldId="503"/>
        </pc:sldMkLst>
        <pc:spChg chg="del">
          <ac:chgData name="Robbin Bouwmeester" userId="1dbfebabfc25a55a" providerId="LiveId" clId="{75D63595-F797-482E-A4A0-2F4889B74D4F}" dt="2026-03-02T14:30:47.979" v="52" actId="478"/>
          <ac:spMkLst>
            <pc:docMk/>
            <pc:sldMk cId="2305688116" sldId="503"/>
            <ac:spMk id="6" creationId="{83B95A54-C16F-15DC-DA7C-284EC7DB2AC7}"/>
          </ac:spMkLst>
        </pc:spChg>
        <pc:picChg chg="del">
          <ac:chgData name="Robbin Bouwmeester" userId="1dbfebabfc25a55a" providerId="LiveId" clId="{75D63595-F797-482E-A4A0-2F4889B74D4F}" dt="2026-03-02T14:30:47.979" v="52" actId="478"/>
          <ac:picMkLst>
            <pc:docMk/>
            <pc:sldMk cId="2305688116" sldId="503"/>
            <ac:picMk id="7" creationId="{DE2F6603-4A2A-896B-A094-F917E2EBE642}"/>
          </ac:picMkLst>
        </pc:picChg>
        <pc:cxnChg chg="del">
          <ac:chgData name="Robbin Bouwmeester" userId="1dbfebabfc25a55a" providerId="LiveId" clId="{75D63595-F797-482E-A4A0-2F4889B74D4F}" dt="2026-03-02T14:30:47.979" v="52" actId="478"/>
          <ac:cxnSpMkLst>
            <pc:docMk/>
            <pc:sldMk cId="2305688116" sldId="503"/>
            <ac:cxnSpMk id="8" creationId="{B69BF266-CEE9-DFA2-4D7D-7C260C9D0EFD}"/>
          </ac:cxnSpMkLst>
        </pc:cxnChg>
      </pc:sldChg>
      <pc:sldChg chg="delSp add mod">
        <pc:chgData name="Robbin Bouwmeester" userId="1dbfebabfc25a55a" providerId="LiveId" clId="{75D63595-F797-482E-A4A0-2F4889B74D4F}" dt="2026-03-02T14:30:50.481" v="53" actId="478"/>
        <pc:sldMkLst>
          <pc:docMk/>
          <pc:sldMk cId="3800246220" sldId="504"/>
        </pc:sldMkLst>
        <pc:spChg chg="del">
          <ac:chgData name="Robbin Bouwmeester" userId="1dbfebabfc25a55a" providerId="LiveId" clId="{75D63595-F797-482E-A4A0-2F4889B74D4F}" dt="2026-03-02T14:30:50.481" v="53" actId="478"/>
          <ac:spMkLst>
            <pc:docMk/>
            <pc:sldMk cId="3800246220" sldId="504"/>
            <ac:spMk id="6" creationId="{83B95A54-C16F-15DC-DA7C-284EC7DB2AC7}"/>
          </ac:spMkLst>
        </pc:spChg>
        <pc:picChg chg="del">
          <ac:chgData name="Robbin Bouwmeester" userId="1dbfebabfc25a55a" providerId="LiveId" clId="{75D63595-F797-482E-A4A0-2F4889B74D4F}" dt="2026-03-02T14:30:50.481" v="53" actId="478"/>
          <ac:picMkLst>
            <pc:docMk/>
            <pc:sldMk cId="3800246220" sldId="504"/>
            <ac:picMk id="7" creationId="{DE2F6603-4A2A-896B-A094-F917E2EBE642}"/>
          </ac:picMkLst>
        </pc:picChg>
        <pc:cxnChg chg="del">
          <ac:chgData name="Robbin Bouwmeester" userId="1dbfebabfc25a55a" providerId="LiveId" clId="{75D63595-F797-482E-A4A0-2F4889B74D4F}" dt="2026-03-02T14:30:50.481" v="53" actId="478"/>
          <ac:cxnSpMkLst>
            <pc:docMk/>
            <pc:sldMk cId="3800246220" sldId="504"/>
            <ac:cxnSpMk id="8" creationId="{B69BF266-CEE9-DFA2-4D7D-7C260C9D0EFD}"/>
          </ac:cxnSpMkLst>
        </pc:cxnChg>
      </pc:sldChg>
      <pc:sldChg chg="delSp add mod">
        <pc:chgData name="Robbin Bouwmeester" userId="1dbfebabfc25a55a" providerId="LiveId" clId="{75D63595-F797-482E-A4A0-2F4889B74D4F}" dt="2026-03-02T14:30:52.721" v="54" actId="478"/>
        <pc:sldMkLst>
          <pc:docMk/>
          <pc:sldMk cId="3629786000" sldId="505"/>
        </pc:sldMkLst>
        <pc:spChg chg="del">
          <ac:chgData name="Robbin Bouwmeester" userId="1dbfebabfc25a55a" providerId="LiveId" clId="{75D63595-F797-482E-A4A0-2F4889B74D4F}" dt="2026-03-02T14:30:52.721" v="54" actId="478"/>
          <ac:spMkLst>
            <pc:docMk/>
            <pc:sldMk cId="3629786000" sldId="505"/>
            <ac:spMk id="6" creationId="{83B95A54-C16F-15DC-DA7C-284EC7DB2AC7}"/>
          </ac:spMkLst>
        </pc:spChg>
        <pc:picChg chg="del">
          <ac:chgData name="Robbin Bouwmeester" userId="1dbfebabfc25a55a" providerId="LiveId" clId="{75D63595-F797-482E-A4A0-2F4889B74D4F}" dt="2026-03-02T14:30:52.721" v="54" actId="478"/>
          <ac:picMkLst>
            <pc:docMk/>
            <pc:sldMk cId="3629786000" sldId="505"/>
            <ac:picMk id="7" creationId="{DE2F6603-4A2A-896B-A094-F917E2EBE642}"/>
          </ac:picMkLst>
        </pc:picChg>
        <pc:cxnChg chg="del">
          <ac:chgData name="Robbin Bouwmeester" userId="1dbfebabfc25a55a" providerId="LiveId" clId="{75D63595-F797-482E-A4A0-2F4889B74D4F}" dt="2026-03-02T14:30:52.721" v="54" actId="478"/>
          <ac:cxnSpMkLst>
            <pc:docMk/>
            <pc:sldMk cId="3629786000" sldId="505"/>
            <ac:cxnSpMk id="8" creationId="{B69BF266-CEE9-DFA2-4D7D-7C260C9D0EFD}"/>
          </ac:cxnSpMkLst>
        </pc:cxnChg>
      </pc:sldChg>
      <pc:sldChg chg="delSp add mod">
        <pc:chgData name="Robbin Bouwmeester" userId="1dbfebabfc25a55a" providerId="LiveId" clId="{75D63595-F797-482E-A4A0-2F4889B74D4F}" dt="2026-03-02T14:30:56.586" v="55" actId="478"/>
        <pc:sldMkLst>
          <pc:docMk/>
          <pc:sldMk cId="2892356855" sldId="506"/>
        </pc:sldMkLst>
        <pc:spChg chg="del">
          <ac:chgData name="Robbin Bouwmeester" userId="1dbfebabfc25a55a" providerId="LiveId" clId="{75D63595-F797-482E-A4A0-2F4889B74D4F}" dt="2026-03-02T14:30:56.586" v="55" actId="478"/>
          <ac:spMkLst>
            <pc:docMk/>
            <pc:sldMk cId="2892356855" sldId="506"/>
            <ac:spMk id="6" creationId="{83B95A54-C16F-15DC-DA7C-284EC7DB2AC7}"/>
          </ac:spMkLst>
        </pc:spChg>
        <pc:picChg chg="del">
          <ac:chgData name="Robbin Bouwmeester" userId="1dbfebabfc25a55a" providerId="LiveId" clId="{75D63595-F797-482E-A4A0-2F4889B74D4F}" dt="2026-03-02T14:30:56.586" v="55" actId="478"/>
          <ac:picMkLst>
            <pc:docMk/>
            <pc:sldMk cId="2892356855" sldId="506"/>
            <ac:picMk id="7" creationId="{DE2F6603-4A2A-896B-A094-F917E2EBE642}"/>
          </ac:picMkLst>
        </pc:picChg>
        <pc:cxnChg chg="del">
          <ac:chgData name="Robbin Bouwmeester" userId="1dbfebabfc25a55a" providerId="LiveId" clId="{75D63595-F797-482E-A4A0-2F4889B74D4F}" dt="2026-03-02T14:30:56.586" v="55" actId="478"/>
          <ac:cxnSpMkLst>
            <pc:docMk/>
            <pc:sldMk cId="2892356855" sldId="506"/>
            <ac:cxnSpMk id="8" creationId="{B69BF266-CEE9-DFA2-4D7D-7C260C9D0EFD}"/>
          </ac:cxnSpMkLst>
        </pc:cxnChg>
      </pc:sldChg>
      <pc:sldChg chg="delSp add mod">
        <pc:chgData name="Robbin Bouwmeester" userId="1dbfebabfc25a55a" providerId="LiveId" clId="{75D63595-F797-482E-A4A0-2F4889B74D4F}" dt="2026-03-02T14:30:58.952" v="56" actId="478"/>
        <pc:sldMkLst>
          <pc:docMk/>
          <pc:sldMk cId="3159280956" sldId="507"/>
        </pc:sldMkLst>
        <pc:spChg chg="del">
          <ac:chgData name="Robbin Bouwmeester" userId="1dbfebabfc25a55a" providerId="LiveId" clId="{75D63595-F797-482E-A4A0-2F4889B74D4F}" dt="2026-03-02T14:30:58.952" v="56" actId="478"/>
          <ac:spMkLst>
            <pc:docMk/>
            <pc:sldMk cId="3159280956" sldId="507"/>
            <ac:spMk id="6" creationId="{83B95A54-C16F-15DC-DA7C-284EC7DB2AC7}"/>
          </ac:spMkLst>
        </pc:spChg>
        <pc:picChg chg="del">
          <ac:chgData name="Robbin Bouwmeester" userId="1dbfebabfc25a55a" providerId="LiveId" clId="{75D63595-F797-482E-A4A0-2F4889B74D4F}" dt="2026-03-02T14:30:58.952" v="56" actId="478"/>
          <ac:picMkLst>
            <pc:docMk/>
            <pc:sldMk cId="3159280956" sldId="507"/>
            <ac:picMk id="7" creationId="{DE2F6603-4A2A-896B-A094-F917E2EBE642}"/>
          </ac:picMkLst>
        </pc:picChg>
        <pc:cxnChg chg="del">
          <ac:chgData name="Robbin Bouwmeester" userId="1dbfebabfc25a55a" providerId="LiveId" clId="{75D63595-F797-482E-A4A0-2F4889B74D4F}" dt="2026-03-02T14:30:58.952" v="56" actId="478"/>
          <ac:cxnSpMkLst>
            <pc:docMk/>
            <pc:sldMk cId="3159280956" sldId="507"/>
            <ac:cxnSpMk id="8" creationId="{B69BF266-CEE9-DFA2-4D7D-7C260C9D0EFD}"/>
          </ac:cxnSpMkLst>
        </pc:cxnChg>
      </pc:sldChg>
      <pc:sldChg chg="delSp add mod">
        <pc:chgData name="Robbin Bouwmeester" userId="1dbfebabfc25a55a" providerId="LiveId" clId="{75D63595-F797-482E-A4A0-2F4889B74D4F}" dt="2026-03-02T14:31:01.289" v="57" actId="478"/>
        <pc:sldMkLst>
          <pc:docMk/>
          <pc:sldMk cId="847836067" sldId="508"/>
        </pc:sldMkLst>
        <pc:spChg chg="del">
          <ac:chgData name="Robbin Bouwmeester" userId="1dbfebabfc25a55a" providerId="LiveId" clId="{75D63595-F797-482E-A4A0-2F4889B74D4F}" dt="2026-03-02T14:31:01.289" v="57" actId="478"/>
          <ac:spMkLst>
            <pc:docMk/>
            <pc:sldMk cId="847836067" sldId="508"/>
            <ac:spMk id="6" creationId="{83B95A54-C16F-15DC-DA7C-284EC7DB2AC7}"/>
          </ac:spMkLst>
        </pc:spChg>
        <pc:picChg chg="del">
          <ac:chgData name="Robbin Bouwmeester" userId="1dbfebabfc25a55a" providerId="LiveId" clId="{75D63595-F797-482E-A4A0-2F4889B74D4F}" dt="2026-03-02T14:31:01.289" v="57" actId="478"/>
          <ac:picMkLst>
            <pc:docMk/>
            <pc:sldMk cId="847836067" sldId="508"/>
            <ac:picMk id="7" creationId="{DE2F6603-4A2A-896B-A094-F917E2EBE642}"/>
          </ac:picMkLst>
        </pc:picChg>
        <pc:cxnChg chg="del">
          <ac:chgData name="Robbin Bouwmeester" userId="1dbfebabfc25a55a" providerId="LiveId" clId="{75D63595-F797-482E-A4A0-2F4889B74D4F}" dt="2026-03-02T14:31:01.289" v="57" actId="478"/>
          <ac:cxnSpMkLst>
            <pc:docMk/>
            <pc:sldMk cId="847836067" sldId="508"/>
            <ac:cxnSpMk id="8" creationId="{B69BF266-CEE9-DFA2-4D7D-7C260C9D0EFD}"/>
          </ac:cxnSpMkLst>
        </pc:cxnChg>
      </pc:sldChg>
      <pc:sldChg chg="delSp add mod">
        <pc:chgData name="Robbin Bouwmeester" userId="1dbfebabfc25a55a" providerId="LiveId" clId="{75D63595-F797-482E-A4A0-2F4889B74D4F}" dt="2026-03-02T14:31:04.204" v="58" actId="478"/>
        <pc:sldMkLst>
          <pc:docMk/>
          <pc:sldMk cId="2714935546" sldId="509"/>
        </pc:sldMkLst>
        <pc:spChg chg="del">
          <ac:chgData name="Robbin Bouwmeester" userId="1dbfebabfc25a55a" providerId="LiveId" clId="{75D63595-F797-482E-A4A0-2F4889B74D4F}" dt="2026-03-02T14:31:04.204" v="58" actId="478"/>
          <ac:spMkLst>
            <pc:docMk/>
            <pc:sldMk cId="2714935546" sldId="509"/>
            <ac:spMk id="6" creationId="{83B95A54-C16F-15DC-DA7C-284EC7DB2AC7}"/>
          </ac:spMkLst>
        </pc:spChg>
        <pc:picChg chg="del">
          <ac:chgData name="Robbin Bouwmeester" userId="1dbfebabfc25a55a" providerId="LiveId" clId="{75D63595-F797-482E-A4A0-2F4889B74D4F}" dt="2026-03-02T14:31:04.204" v="58" actId="478"/>
          <ac:picMkLst>
            <pc:docMk/>
            <pc:sldMk cId="2714935546" sldId="509"/>
            <ac:picMk id="7" creationId="{DE2F6603-4A2A-896B-A094-F917E2EBE642}"/>
          </ac:picMkLst>
        </pc:picChg>
        <pc:cxnChg chg="del">
          <ac:chgData name="Robbin Bouwmeester" userId="1dbfebabfc25a55a" providerId="LiveId" clId="{75D63595-F797-482E-A4A0-2F4889B74D4F}" dt="2026-03-02T14:31:04.204" v="58" actId="478"/>
          <ac:cxnSpMkLst>
            <pc:docMk/>
            <pc:sldMk cId="2714935546" sldId="509"/>
            <ac:cxnSpMk id="8" creationId="{B69BF266-CEE9-DFA2-4D7D-7C260C9D0EFD}"/>
          </ac:cxnSpMkLst>
        </pc:cxnChg>
      </pc:sldChg>
      <pc:sldChg chg="delSp add mod">
        <pc:chgData name="Robbin Bouwmeester" userId="1dbfebabfc25a55a" providerId="LiveId" clId="{75D63595-F797-482E-A4A0-2F4889B74D4F}" dt="2026-03-02T14:31:07.022" v="59" actId="478"/>
        <pc:sldMkLst>
          <pc:docMk/>
          <pc:sldMk cId="387485141" sldId="510"/>
        </pc:sldMkLst>
        <pc:spChg chg="del">
          <ac:chgData name="Robbin Bouwmeester" userId="1dbfebabfc25a55a" providerId="LiveId" clId="{75D63595-F797-482E-A4A0-2F4889B74D4F}" dt="2026-03-02T14:31:07.022" v="59" actId="478"/>
          <ac:spMkLst>
            <pc:docMk/>
            <pc:sldMk cId="387485141" sldId="510"/>
            <ac:spMk id="6" creationId="{83B95A54-C16F-15DC-DA7C-284EC7DB2AC7}"/>
          </ac:spMkLst>
        </pc:spChg>
        <pc:picChg chg="del">
          <ac:chgData name="Robbin Bouwmeester" userId="1dbfebabfc25a55a" providerId="LiveId" clId="{75D63595-F797-482E-A4A0-2F4889B74D4F}" dt="2026-03-02T14:31:07.022" v="59" actId="478"/>
          <ac:picMkLst>
            <pc:docMk/>
            <pc:sldMk cId="387485141" sldId="510"/>
            <ac:picMk id="7" creationId="{DE2F6603-4A2A-896B-A094-F917E2EBE642}"/>
          </ac:picMkLst>
        </pc:picChg>
        <pc:cxnChg chg="del">
          <ac:chgData name="Robbin Bouwmeester" userId="1dbfebabfc25a55a" providerId="LiveId" clId="{75D63595-F797-482E-A4A0-2F4889B74D4F}" dt="2026-03-02T14:31:07.022" v="59" actId="478"/>
          <ac:cxnSpMkLst>
            <pc:docMk/>
            <pc:sldMk cId="387485141" sldId="510"/>
            <ac:cxnSpMk id="8" creationId="{B69BF266-CEE9-DFA2-4D7D-7C260C9D0EFD}"/>
          </ac:cxnSpMkLst>
        </pc:cxnChg>
      </pc:sldChg>
      <pc:sldChg chg="delSp add mod">
        <pc:chgData name="Robbin Bouwmeester" userId="1dbfebabfc25a55a" providerId="LiveId" clId="{75D63595-F797-482E-A4A0-2F4889B74D4F}" dt="2026-03-02T17:44:21.674" v="136" actId="478"/>
        <pc:sldMkLst>
          <pc:docMk/>
          <pc:sldMk cId="145594347" sldId="511"/>
        </pc:sldMkLst>
        <pc:spChg chg="del">
          <ac:chgData name="Robbin Bouwmeester" userId="1dbfebabfc25a55a" providerId="LiveId" clId="{75D63595-F797-482E-A4A0-2F4889B74D4F}" dt="2026-03-02T17:44:21.674" v="136" actId="478"/>
          <ac:spMkLst>
            <pc:docMk/>
            <pc:sldMk cId="145594347" sldId="511"/>
            <ac:spMk id="6" creationId="{83B95A54-C16F-15DC-DA7C-284EC7DB2AC7}"/>
          </ac:spMkLst>
        </pc:spChg>
        <pc:picChg chg="del">
          <ac:chgData name="Robbin Bouwmeester" userId="1dbfebabfc25a55a" providerId="LiveId" clId="{75D63595-F797-482E-A4A0-2F4889B74D4F}" dt="2026-03-02T17:44:21.674" v="136" actId="478"/>
          <ac:picMkLst>
            <pc:docMk/>
            <pc:sldMk cId="145594347" sldId="511"/>
            <ac:picMk id="7" creationId="{DE2F6603-4A2A-896B-A094-F917E2EBE642}"/>
          </ac:picMkLst>
        </pc:picChg>
        <pc:cxnChg chg="del">
          <ac:chgData name="Robbin Bouwmeester" userId="1dbfebabfc25a55a" providerId="LiveId" clId="{75D63595-F797-482E-A4A0-2F4889B74D4F}" dt="2026-03-02T17:44:21.674" v="136" actId="478"/>
          <ac:cxnSpMkLst>
            <pc:docMk/>
            <pc:sldMk cId="145594347" sldId="511"/>
            <ac:cxnSpMk id="8" creationId="{B69BF266-CEE9-DFA2-4D7D-7C260C9D0EFD}"/>
          </ac:cxnSpMkLst>
        </pc:cxnChg>
      </pc:sldChg>
      <pc:sldChg chg="delSp add mod">
        <pc:chgData name="Robbin Bouwmeester" userId="1dbfebabfc25a55a" providerId="LiveId" clId="{75D63595-F797-482E-A4A0-2F4889B74D4F}" dt="2026-03-02T17:44:31.009" v="140" actId="478"/>
        <pc:sldMkLst>
          <pc:docMk/>
          <pc:sldMk cId="4112647850" sldId="512"/>
        </pc:sldMkLst>
        <pc:spChg chg="del">
          <ac:chgData name="Robbin Bouwmeester" userId="1dbfebabfc25a55a" providerId="LiveId" clId="{75D63595-F797-482E-A4A0-2F4889B74D4F}" dt="2026-03-02T17:44:31.009" v="140" actId="478"/>
          <ac:spMkLst>
            <pc:docMk/>
            <pc:sldMk cId="4112647850" sldId="512"/>
            <ac:spMk id="6" creationId="{83B95A54-C16F-15DC-DA7C-284EC7DB2AC7}"/>
          </ac:spMkLst>
        </pc:spChg>
        <pc:picChg chg="del">
          <ac:chgData name="Robbin Bouwmeester" userId="1dbfebabfc25a55a" providerId="LiveId" clId="{75D63595-F797-482E-A4A0-2F4889B74D4F}" dt="2026-03-02T17:44:31.009" v="140" actId="478"/>
          <ac:picMkLst>
            <pc:docMk/>
            <pc:sldMk cId="4112647850" sldId="512"/>
            <ac:picMk id="7" creationId="{DE2F6603-4A2A-896B-A094-F917E2EBE642}"/>
          </ac:picMkLst>
        </pc:picChg>
        <pc:cxnChg chg="del">
          <ac:chgData name="Robbin Bouwmeester" userId="1dbfebabfc25a55a" providerId="LiveId" clId="{75D63595-F797-482E-A4A0-2F4889B74D4F}" dt="2026-03-02T17:44:31.009" v="140" actId="478"/>
          <ac:cxnSpMkLst>
            <pc:docMk/>
            <pc:sldMk cId="4112647850" sldId="512"/>
            <ac:cxnSpMk id="8" creationId="{B69BF266-CEE9-DFA2-4D7D-7C260C9D0EFD}"/>
          </ac:cxnSpMkLst>
        </pc:cxnChg>
      </pc:sldChg>
      <pc:sldChg chg="delSp add mod">
        <pc:chgData name="Robbin Bouwmeester" userId="1dbfebabfc25a55a" providerId="LiveId" clId="{75D63595-F797-482E-A4A0-2F4889B74D4F}" dt="2026-03-02T17:44:34.202" v="141" actId="478"/>
        <pc:sldMkLst>
          <pc:docMk/>
          <pc:sldMk cId="806297350" sldId="513"/>
        </pc:sldMkLst>
        <pc:spChg chg="del">
          <ac:chgData name="Robbin Bouwmeester" userId="1dbfebabfc25a55a" providerId="LiveId" clId="{75D63595-F797-482E-A4A0-2F4889B74D4F}" dt="2026-03-02T17:44:34.202" v="141" actId="478"/>
          <ac:spMkLst>
            <pc:docMk/>
            <pc:sldMk cId="806297350" sldId="513"/>
            <ac:spMk id="6" creationId="{83B95A54-C16F-15DC-DA7C-284EC7DB2AC7}"/>
          </ac:spMkLst>
        </pc:spChg>
        <pc:picChg chg="del">
          <ac:chgData name="Robbin Bouwmeester" userId="1dbfebabfc25a55a" providerId="LiveId" clId="{75D63595-F797-482E-A4A0-2F4889B74D4F}" dt="2026-03-02T17:44:34.202" v="141" actId="478"/>
          <ac:picMkLst>
            <pc:docMk/>
            <pc:sldMk cId="806297350" sldId="513"/>
            <ac:picMk id="7" creationId="{DE2F6603-4A2A-896B-A094-F917E2EBE642}"/>
          </ac:picMkLst>
        </pc:picChg>
        <pc:cxnChg chg="del">
          <ac:chgData name="Robbin Bouwmeester" userId="1dbfebabfc25a55a" providerId="LiveId" clId="{75D63595-F797-482E-A4A0-2F4889B74D4F}" dt="2026-03-02T17:44:34.202" v="141" actId="478"/>
          <ac:cxnSpMkLst>
            <pc:docMk/>
            <pc:sldMk cId="806297350" sldId="513"/>
            <ac:cxnSpMk id="8" creationId="{B69BF266-CEE9-DFA2-4D7D-7C260C9D0EFD}"/>
          </ac:cxnSpMkLst>
        </pc:cxnChg>
      </pc:sldChg>
      <pc:sldChg chg="delSp add mod">
        <pc:chgData name="Robbin Bouwmeester" userId="1dbfebabfc25a55a" providerId="LiveId" clId="{75D63595-F797-482E-A4A0-2F4889B74D4F}" dt="2026-03-02T17:47:21.419" v="154" actId="478"/>
        <pc:sldMkLst>
          <pc:docMk/>
          <pc:sldMk cId="1772292703" sldId="514"/>
        </pc:sldMkLst>
        <pc:spChg chg="del">
          <ac:chgData name="Robbin Bouwmeester" userId="1dbfebabfc25a55a" providerId="LiveId" clId="{75D63595-F797-482E-A4A0-2F4889B74D4F}" dt="2026-03-02T17:47:21.419" v="154" actId="478"/>
          <ac:spMkLst>
            <pc:docMk/>
            <pc:sldMk cId="1772292703" sldId="514"/>
            <ac:spMk id="6" creationId="{83B95A54-C16F-15DC-DA7C-284EC7DB2AC7}"/>
          </ac:spMkLst>
        </pc:spChg>
        <pc:picChg chg="del">
          <ac:chgData name="Robbin Bouwmeester" userId="1dbfebabfc25a55a" providerId="LiveId" clId="{75D63595-F797-482E-A4A0-2F4889B74D4F}" dt="2026-03-02T17:47:21.419" v="154" actId="478"/>
          <ac:picMkLst>
            <pc:docMk/>
            <pc:sldMk cId="1772292703" sldId="514"/>
            <ac:picMk id="7" creationId="{DE2F6603-4A2A-896B-A094-F917E2EBE642}"/>
          </ac:picMkLst>
        </pc:picChg>
        <pc:cxnChg chg="del">
          <ac:chgData name="Robbin Bouwmeester" userId="1dbfebabfc25a55a" providerId="LiveId" clId="{75D63595-F797-482E-A4A0-2F4889B74D4F}" dt="2026-03-02T17:47:21.419" v="154" actId="478"/>
          <ac:cxnSpMkLst>
            <pc:docMk/>
            <pc:sldMk cId="1772292703" sldId="514"/>
            <ac:cxnSpMk id="8" creationId="{B69BF266-CEE9-DFA2-4D7D-7C260C9D0EFD}"/>
          </ac:cxnSpMkLst>
        </pc:cxnChg>
      </pc:sldChg>
      <pc:sldChg chg="delSp add mod">
        <pc:chgData name="Robbin Bouwmeester" userId="1dbfebabfc25a55a" providerId="LiveId" clId="{75D63595-F797-482E-A4A0-2F4889B74D4F}" dt="2026-03-02T17:47:26.424" v="156" actId="478"/>
        <pc:sldMkLst>
          <pc:docMk/>
          <pc:sldMk cId="2603407554" sldId="515"/>
        </pc:sldMkLst>
        <pc:spChg chg="del">
          <ac:chgData name="Robbin Bouwmeester" userId="1dbfebabfc25a55a" providerId="LiveId" clId="{75D63595-F797-482E-A4A0-2F4889B74D4F}" dt="2026-03-02T17:47:26.424" v="156" actId="478"/>
          <ac:spMkLst>
            <pc:docMk/>
            <pc:sldMk cId="2603407554" sldId="515"/>
            <ac:spMk id="6" creationId="{83B95A54-C16F-15DC-DA7C-284EC7DB2AC7}"/>
          </ac:spMkLst>
        </pc:spChg>
        <pc:picChg chg="del">
          <ac:chgData name="Robbin Bouwmeester" userId="1dbfebabfc25a55a" providerId="LiveId" clId="{75D63595-F797-482E-A4A0-2F4889B74D4F}" dt="2026-03-02T17:47:26.424" v="156" actId="478"/>
          <ac:picMkLst>
            <pc:docMk/>
            <pc:sldMk cId="2603407554" sldId="515"/>
            <ac:picMk id="7" creationId="{DE2F6603-4A2A-896B-A094-F917E2EBE642}"/>
          </ac:picMkLst>
        </pc:picChg>
        <pc:cxnChg chg="del">
          <ac:chgData name="Robbin Bouwmeester" userId="1dbfebabfc25a55a" providerId="LiveId" clId="{75D63595-F797-482E-A4A0-2F4889B74D4F}" dt="2026-03-02T17:47:26.424" v="156" actId="478"/>
          <ac:cxnSpMkLst>
            <pc:docMk/>
            <pc:sldMk cId="2603407554" sldId="515"/>
            <ac:cxnSpMk id="8" creationId="{B69BF266-CEE9-DFA2-4D7D-7C260C9D0EFD}"/>
          </ac:cxnSpMkLst>
        </pc:cxnChg>
      </pc:sldChg>
      <pc:sldChg chg="delSp add mod">
        <pc:chgData name="Robbin Bouwmeester" userId="1dbfebabfc25a55a" providerId="LiveId" clId="{75D63595-F797-482E-A4A0-2F4889B74D4F}" dt="2026-03-02T17:44:42.802" v="143" actId="478"/>
        <pc:sldMkLst>
          <pc:docMk/>
          <pc:sldMk cId="3391514582" sldId="579"/>
        </pc:sldMkLst>
        <pc:spChg chg="del">
          <ac:chgData name="Robbin Bouwmeester" userId="1dbfebabfc25a55a" providerId="LiveId" clId="{75D63595-F797-482E-A4A0-2F4889B74D4F}" dt="2026-03-02T17:44:42.802" v="143" actId="478"/>
          <ac:spMkLst>
            <pc:docMk/>
            <pc:sldMk cId="3391514582" sldId="579"/>
            <ac:spMk id="6" creationId="{969D2A88-CF44-0FCC-C5B1-2373DA611451}"/>
          </ac:spMkLst>
        </pc:spChg>
        <pc:picChg chg="del">
          <ac:chgData name="Robbin Bouwmeester" userId="1dbfebabfc25a55a" providerId="LiveId" clId="{75D63595-F797-482E-A4A0-2F4889B74D4F}" dt="2026-03-02T17:44:42.802" v="143" actId="478"/>
          <ac:picMkLst>
            <pc:docMk/>
            <pc:sldMk cId="3391514582" sldId="579"/>
            <ac:picMk id="7" creationId="{A31B42A9-CE0F-5843-CEF3-7B9146F7F91B}"/>
          </ac:picMkLst>
        </pc:picChg>
        <pc:cxnChg chg="del">
          <ac:chgData name="Robbin Bouwmeester" userId="1dbfebabfc25a55a" providerId="LiveId" clId="{75D63595-F797-482E-A4A0-2F4889B74D4F}" dt="2026-03-02T17:44:42.802" v="143" actId="478"/>
          <ac:cxnSpMkLst>
            <pc:docMk/>
            <pc:sldMk cId="3391514582" sldId="579"/>
            <ac:cxnSpMk id="8" creationId="{88FA478C-F76E-6216-F131-EEB0D549F9D7}"/>
          </ac:cxnSpMkLst>
        </pc:cxnChg>
      </pc:sldChg>
      <pc:sldChg chg="delSp add mod">
        <pc:chgData name="Robbin Bouwmeester" userId="1dbfebabfc25a55a" providerId="LiveId" clId="{75D63595-F797-482E-A4A0-2F4889B74D4F}" dt="2026-03-02T17:45:03.681" v="152" actId="478"/>
        <pc:sldMkLst>
          <pc:docMk/>
          <pc:sldMk cId="1687488206" sldId="587"/>
        </pc:sldMkLst>
        <pc:spChg chg="del">
          <ac:chgData name="Robbin Bouwmeester" userId="1dbfebabfc25a55a" providerId="LiveId" clId="{75D63595-F797-482E-A4A0-2F4889B74D4F}" dt="2026-03-02T17:45:03.681" v="152" actId="478"/>
          <ac:spMkLst>
            <pc:docMk/>
            <pc:sldMk cId="1687488206" sldId="587"/>
            <ac:spMk id="6" creationId="{C73FDBEC-386D-B738-C06D-1938058D4A47}"/>
          </ac:spMkLst>
        </pc:spChg>
        <pc:picChg chg="del">
          <ac:chgData name="Robbin Bouwmeester" userId="1dbfebabfc25a55a" providerId="LiveId" clId="{75D63595-F797-482E-A4A0-2F4889B74D4F}" dt="2026-03-02T17:45:03.681" v="152" actId="478"/>
          <ac:picMkLst>
            <pc:docMk/>
            <pc:sldMk cId="1687488206" sldId="587"/>
            <ac:picMk id="7" creationId="{84C3A96A-884D-ED71-8521-06D73314A346}"/>
          </ac:picMkLst>
        </pc:picChg>
        <pc:cxnChg chg="del">
          <ac:chgData name="Robbin Bouwmeester" userId="1dbfebabfc25a55a" providerId="LiveId" clId="{75D63595-F797-482E-A4A0-2F4889B74D4F}" dt="2026-03-02T17:45:03.681" v="152" actId="478"/>
          <ac:cxnSpMkLst>
            <pc:docMk/>
            <pc:sldMk cId="1687488206" sldId="587"/>
            <ac:cxnSpMk id="8" creationId="{2237F0E4-461F-BFD2-E285-B6A78E771389}"/>
          </ac:cxnSpMkLst>
        </pc:cxnChg>
      </pc:sldChg>
      <pc:sldChg chg="delSp add mod">
        <pc:chgData name="Robbin Bouwmeester" userId="1dbfebabfc25a55a" providerId="LiveId" clId="{75D63595-F797-482E-A4A0-2F4889B74D4F}" dt="2026-03-02T17:45:07.455" v="153" actId="478"/>
        <pc:sldMkLst>
          <pc:docMk/>
          <pc:sldMk cId="2262474848" sldId="588"/>
        </pc:sldMkLst>
        <pc:spChg chg="del">
          <ac:chgData name="Robbin Bouwmeester" userId="1dbfebabfc25a55a" providerId="LiveId" clId="{75D63595-F797-482E-A4A0-2F4889B74D4F}" dt="2026-03-02T17:45:07.455" v="153" actId="478"/>
          <ac:spMkLst>
            <pc:docMk/>
            <pc:sldMk cId="2262474848" sldId="588"/>
            <ac:spMk id="6" creationId="{0F4D71B9-B6FF-B5C9-DC74-7C64E65869A2}"/>
          </ac:spMkLst>
        </pc:spChg>
        <pc:picChg chg="del">
          <ac:chgData name="Robbin Bouwmeester" userId="1dbfebabfc25a55a" providerId="LiveId" clId="{75D63595-F797-482E-A4A0-2F4889B74D4F}" dt="2026-03-02T17:45:07.455" v="153" actId="478"/>
          <ac:picMkLst>
            <pc:docMk/>
            <pc:sldMk cId="2262474848" sldId="588"/>
            <ac:picMk id="7" creationId="{B6FDD984-36BF-E67B-CEB7-7D55E0693935}"/>
          </ac:picMkLst>
        </pc:picChg>
        <pc:cxnChg chg="del">
          <ac:chgData name="Robbin Bouwmeester" userId="1dbfebabfc25a55a" providerId="LiveId" clId="{75D63595-F797-482E-A4A0-2F4889B74D4F}" dt="2026-03-02T17:45:07.455" v="153" actId="478"/>
          <ac:cxnSpMkLst>
            <pc:docMk/>
            <pc:sldMk cId="2262474848" sldId="588"/>
            <ac:cxnSpMk id="8" creationId="{FB57A160-EB32-9EB3-AB0A-A3FBFAF133CA}"/>
          </ac:cxnSpMkLst>
        </pc:cxnChg>
      </pc:sldChg>
      <pc:sldChg chg="addSp delSp modSp add mod">
        <pc:chgData name="Robbin Bouwmeester" userId="1dbfebabfc25a55a" providerId="LiveId" clId="{75D63595-F797-482E-A4A0-2F4889B74D4F}" dt="2026-03-02T15:02:26.881" v="66" actId="1076"/>
        <pc:sldMkLst>
          <pc:docMk/>
          <pc:sldMk cId="214929670" sldId="589"/>
        </pc:sldMkLst>
        <pc:picChg chg="del">
          <ac:chgData name="Robbin Bouwmeester" userId="1dbfebabfc25a55a" providerId="LiveId" clId="{75D63595-F797-482E-A4A0-2F4889B74D4F}" dt="2026-03-02T15:02:16.386" v="61" actId="478"/>
          <ac:picMkLst>
            <pc:docMk/>
            <pc:sldMk cId="214929670" sldId="589"/>
            <ac:picMk id="2" creationId="{5CBACF61-9D11-09C0-98D6-DF3659D0D46B}"/>
          </ac:picMkLst>
        </pc:picChg>
        <pc:picChg chg="del">
          <ac:chgData name="Robbin Bouwmeester" userId="1dbfebabfc25a55a" providerId="LiveId" clId="{75D63595-F797-482E-A4A0-2F4889B74D4F}" dt="2026-03-02T15:02:17.493" v="62" actId="478"/>
          <ac:picMkLst>
            <pc:docMk/>
            <pc:sldMk cId="214929670" sldId="589"/>
            <ac:picMk id="3" creationId="{8C7683ED-F612-CF1E-DA9C-B371AA4FDCD2}"/>
          </ac:picMkLst>
        </pc:picChg>
        <pc:picChg chg="add mod">
          <ac:chgData name="Robbin Bouwmeester" userId="1dbfebabfc25a55a" providerId="LiveId" clId="{75D63595-F797-482E-A4A0-2F4889B74D4F}" dt="2026-03-02T15:02:26.881" v="66" actId="1076"/>
          <ac:picMkLst>
            <pc:docMk/>
            <pc:sldMk cId="214929670" sldId="589"/>
            <ac:picMk id="8" creationId="{043D0B59-62F9-2A08-E50B-0743196E89D3}"/>
          </ac:picMkLst>
        </pc:picChg>
      </pc:sldChg>
      <pc:sldChg chg="add">
        <pc:chgData name="Robbin Bouwmeester" userId="1dbfebabfc25a55a" providerId="LiveId" clId="{75D63595-F797-482E-A4A0-2F4889B74D4F}" dt="2026-03-02T15:02:42.932" v="67"/>
        <pc:sldMkLst>
          <pc:docMk/>
          <pc:sldMk cId="2116186294" sldId="590"/>
        </pc:sldMkLst>
      </pc:sldChg>
      <pc:sldChg chg="addSp modSp add mod">
        <pc:chgData name="Robbin Bouwmeester" userId="1dbfebabfc25a55a" providerId="LiveId" clId="{75D63595-F797-482E-A4A0-2F4889B74D4F}" dt="2026-03-02T15:15:47.829" v="114" actId="20577"/>
        <pc:sldMkLst>
          <pc:docMk/>
          <pc:sldMk cId="20081744" sldId="591"/>
        </pc:sldMkLst>
        <pc:spChg chg="add mod">
          <ac:chgData name="Robbin Bouwmeester" userId="1dbfebabfc25a55a" providerId="LiveId" clId="{75D63595-F797-482E-A4A0-2F4889B74D4F}" dt="2026-03-02T15:15:02.523" v="71" actId="207"/>
          <ac:spMkLst>
            <pc:docMk/>
            <pc:sldMk cId="20081744" sldId="591"/>
            <ac:spMk id="3" creationId="{4C4B6319-ADD9-530B-D036-8CA8F393EA69}"/>
          </ac:spMkLst>
        </pc:spChg>
        <pc:spChg chg="add mod">
          <ac:chgData name="Robbin Bouwmeester" userId="1dbfebabfc25a55a" providerId="LiveId" clId="{75D63595-F797-482E-A4A0-2F4889B74D4F}" dt="2026-03-02T15:15:29.890" v="108" actId="1076"/>
          <ac:spMkLst>
            <pc:docMk/>
            <pc:sldMk cId="20081744" sldId="591"/>
            <ac:spMk id="6" creationId="{FEE13FB2-EFFC-B6EA-27C6-6BBD4A82A0BB}"/>
          </ac:spMkLst>
        </pc:spChg>
        <pc:spChg chg="add mod">
          <ac:chgData name="Robbin Bouwmeester" userId="1dbfebabfc25a55a" providerId="LiveId" clId="{75D63595-F797-482E-A4A0-2F4889B74D4F}" dt="2026-03-02T15:15:42.028" v="111" actId="14100"/>
          <ac:spMkLst>
            <pc:docMk/>
            <pc:sldMk cId="20081744" sldId="591"/>
            <ac:spMk id="7" creationId="{443A6440-AD93-C6F6-2629-09CA96758423}"/>
          </ac:spMkLst>
        </pc:spChg>
        <pc:spChg chg="add mod">
          <ac:chgData name="Robbin Bouwmeester" userId="1dbfebabfc25a55a" providerId="LiveId" clId="{75D63595-F797-482E-A4A0-2F4889B74D4F}" dt="2026-03-02T15:15:47.829" v="114" actId="20577"/>
          <ac:spMkLst>
            <pc:docMk/>
            <pc:sldMk cId="20081744" sldId="591"/>
            <ac:spMk id="8" creationId="{EF8D0734-412C-4C73-035F-D9D583D9B108}"/>
          </ac:spMkLst>
        </pc:spChg>
      </pc:sldChg>
      <pc:sldChg chg="add">
        <pc:chgData name="Robbin Bouwmeester" userId="1dbfebabfc25a55a" providerId="LiveId" clId="{75D63595-F797-482E-A4A0-2F4889B74D4F}" dt="2026-03-02T15:16:33.744" v="115"/>
        <pc:sldMkLst>
          <pc:docMk/>
          <pc:sldMk cId="2720685458" sldId="592"/>
        </pc:sldMkLst>
      </pc:sldChg>
      <pc:sldChg chg="add del">
        <pc:chgData name="Robbin Bouwmeester" userId="1dbfebabfc25a55a" providerId="LiveId" clId="{75D63595-F797-482E-A4A0-2F4889B74D4F}" dt="2026-03-02T16:10:16.586" v="134" actId="47"/>
        <pc:sldMkLst>
          <pc:docMk/>
          <pc:sldMk cId="1481570640" sldId="593"/>
        </pc:sldMkLst>
      </pc:sldChg>
      <pc:sldChg chg="addSp modSp new mod">
        <pc:chgData name="Robbin Bouwmeester" userId="1dbfebabfc25a55a" providerId="LiveId" clId="{75D63595-F797-482E-A4A0-2F4889B74D4F}" dt="2026-03-02T16:07:36.261" v="133" actId="1076"/>
        <pc:sldMkLst>
          <pc:docMk/>
          <pc:sldMk cId="3585840279" sldId="594"/>
        </pc:sldMkLst>
        <pc:spChg chg="add mod">
          <ac:chgData name="Robbin Bouwmeester" userId="1dbfebabfc25a55a" providerId="LiveId" clId="{75D63595-F797-482E-A4A0-2F4889B74D4F}" dt="2026-03-02T15:51:40.780" v="129" actId="20577"/>
          <ac:spMkLst>
            <pc:docMk/>
            <pc:sldMk cId="3585840279" sldId="594"/>
            <ac:spMk id="2" creationId="{A049D4BA-3CC3-C46D-6DC1-490C66DC537C}"/>
          </ac:spMkLst>
        </pc:spChg>
        <pc:spChg chg="add">
          <ac:chgData name="Robbin Bouwmeester" userId="1dbfebabfc25a55a" providerId="LiveId" clId="{75D63595-F797-482E-A4A0-2F4889B74D4F}" dt="2026-03-02T16:07:16.683" v="130"/>
          <ac:spMkLst>
            <pc:docMk/>
            <pc:sldMk cId="3585840279" sldId="594"/>
            <ac:spMk id="3" creationId="{4C66D036-F972-7B64-538C-9F74D6311DE8}"/>
          </ac:spMkLst>
        </pc:spChg>
        <pc:picChg chg="add mod">
          <ac:chgData name="Robbin Bouwmeester" userId="1dbfebabfc25a55a" providerId="LiveId" clId="{75D63595-F797-482E-A4A0-2F4889B74D4F}" dt="2026-03-02T16:07:36.261" v="133" actId="1076"/>
          <ac:picMkLst>
            <pc:docMk/>
            <pc:sldMk cId="3585840279" sldId="594"/>
            <ac:picMk id="5" creationId="{A16DD3FC-D768-EA91-0714-ED09B2548892}"/>
          </ac:picMkLst>
        </pc:picChg>
      </pc:sldChg>
      <pc:sldChg chg="add">
        <pc:chgData name="Robbin Bouwmeester" userId="1dbfebabfc25a55a" providerId="LiveId" clId="{75D63595-F797-482E-A4A0-2F4889B74D4F}" dt="2026-03-02T17:27:30.345" v="135"/>
        <pc:sldMkLst>
          <pc:docMk/>
          <pc:sldMk cId="1071226085" sldId="59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9E4307-97E3-48E4-B22B-3E65CE2A671E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839FB7-11DA-4D79-8302-69EB827E14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4231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65C11-5B5E-4B09-E3B9-188F54DD8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50C7A9-6000-327F-9784-9DEE34DAF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B68365-3C5A-97CE-6E61-89866ABE70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80D58-B8AF-2ADF-BBDC-980B965A4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839FB7-11DA-4D79-8302-69EB827E14EE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77174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839FB7-11DA-4D79-8302-69EB827E14EE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0197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X</a:t>
            </a:r>
            <a:r>
              <a:rPr lang="nl-BE" baseline="0" dirty="0"/>
              <a:t>-as is predictie</a:t>
            </a:r>
          </a:p>
          <a:p>
            <a:r>
              <a:rPr lang="nl-BE" baseline="0" dirty="0"/>
              <a:t>Y-as is cost van predictie indien y == 1</a:t>
            </a:r>
          </a:p>
          <a:p>
            <a:endParaRPr lang="nl-BE" baseline="0" dirty="0"/>
          </a:p>
          <a:p>
            <a:endParaRPr lang="nl-BE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839FB7-11DA-4D79-8302-69EB827E14EE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19815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baseline="0" dirty="0"/>
              <a:t>Also convex!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57AE92-D5D5-4227-B9E7-799476156D5D}" type="slidenum">
              <a:rPr lang="nl-NL" smtClean="0"/>
              <a:t>13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25427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Error:C</a:t>
            </a:r>
            <a:r>
              <a:rPr lang="en-GB" dirty="0"/>
              <a:t> needs to be put outside!!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016DE9-CA4A-4D53-B0D8-48C51F824710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307390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194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9736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6197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5636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2576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0482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163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5606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8988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350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1384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4C3592-CF2E-41CC-9324-DF0416BA06CC}" type="datetimeFigureOut">
              <a:rPr lang="en-GB" smtClean="0"/>
              <a:t>02/03/2026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16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7.png"/><Relationship Id="rId4" Type="http://schemas.openxmlformats.org/officeDocument/2006/relationships/image" Target="../media/image28.png"/><Relationship Id="rId9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B2678-69AD-D39D-7E2F-E061BF4F4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4ED3F4-A435-A628-C907-017EB704F005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Classification – breast cancer data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A596A6A-16A8-EEBD-29AE-31D521883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7998" y="741947"/>
            <a:ext cx="5374106" cy="5374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6664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655" y="1716789"/>
            <a:ext cx="4657725" cy="4343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97439" y="2575001"/>
            <a:ext cx="411480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dirty="0">
                <a:latin typeface="Calibri" panose="020F0502020204030204" pitchFamily="34" charset="0"/>
              </a:rPr>
              <a:t>We need to make </a:t>
            </a:r>
          </a:p>
          <a:p>
            <a:pPr algn="ctr"/>
            <a:r>
              <a:rPr lang="nl-NL" sz="4000" dirty="0">
                <a:latin typeface="Calibri" panose="020F0502020204030204" pitchFamily="34" charset="0"/>
              </a:rPr>
              <a:t>assumptions </a:t>
            </a:r>
          </a:p>
          <a:p>
            <a:pPr algn="ctr"/>
            <a:r>
              <a:rPr lang="nl-NL" dirty="0">
                <a:latin typeface="Calibri" panose="020F0502020204030204" pitchFamily="34" charset="0"/>
              </a:rPr>
              <a:t>about the </a:t>
            </a:r>
          </a:p>
          <a:p>
            <a:pPr algn="ctr"/>
            <a:r>
              <a:rPr lang="nl-NL" sz="4400" dirty="0">
                <a:latin typeface="Calibri" panose="020F0502020204030204" pitchFamily="34" charset="0"/>
              </a:rPr>
              <a:t>model </a:t>
            </a:r>
          </a:p>
          <a:p>
            <a:pPr algn="ctr"/>
            <a:r>
              <a:rPr lang="nl-NL" dirty="0">
                <a:latin typeface="Calibri" panose="020F0502020204030204" pitchFamily="34" charset="0"/>
              </a:rPr>
              <a:t>that generated the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76274" y="2968013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linear relationship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4050" y="3843033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linear model</a:t>
            </a:r>
          </a:p>
        </p:txBody>
      </p:sp>
      <p:sp>
        <p:nvSpPr>
          <p:cNvPr id="15" name="Arc 14"/>
          <p:cNvSpPr/>
          <p:nvPr/>
        </p:nvSpPr>
        <p:spPr>
          <a:xfrm rot="7582954">
            <a:off x="9211093" y="3019596"/>
            <a:ext cx="403122" cy="544156"/>
          </a:xfrm>
          <a:prstGeom prst="arc">
            <a:avLst/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Arc 15"/>
          <p:cNvSpPr/>
          <p:nvPr/>
        </p:nvSpPr>
        <p:spPr>
          <a:xfrm rot="7582954">
            <a:off x="8704731" y="3871593"/>
            <a:ext cx="403122" cy="544156"/>
          </a:xfrm>
          <a:prstGeom prst="arc">
            <a:avLst/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1500" y="2153231"/>
            <a:ext cx="1247775" cy="4572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8BA5C6-41D6-D395-1199-AEF8D7ECDB84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classification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4993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5797439" y="2575001"/>
            <a:ext cx="411480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dirty="0">
                <a:latin typeface="Calibri" panose="020F0502020204030204" pitchFamily="34" charset="0"/>
              </a:rPr>
              <a:t>We need to make </a:t>
            </a:r>
          </a:p>
          <a:p>
            <a:pPr algn="ctr"/>
            <a:r>
              <a:rPr lang="nl-NL" sz="4000" dirty="0">
                <a:latin typeface="Calibri" panose="020F0502020204030204" pitchFamily="34" charset="0"/>
              </a:rPr>
              <a:t>assumptions </a:t>
            </a:r>
          </a:p>
          <a:p>
            <a:pPr algn="ctr"/>
            <a:r>
              <a:rPr lang="nl-NL" dirty="0">
                <a:latin typeface="Calibri" panose="020F0502020204030204" pitchFamily="34" charset="0"/>
              </a:rPr>
              <a:t>about the </a:t>
            </a:r>
          </a:p>
          <a:p>
            <a:pPr algn="ctr"/>
            <a:r>
              <a:rPr lang="nl-NL" sz="4400" dirty="0">
                <a:latin typeface="Calibri" panose="020F0502020204030204" pitchFamily="34" charset="0"/>
              </a:rPr>
              <a:t>model </a:t>
            </a:r>
          </a:p>
          <a:p>
            <a:pPr algn="ctr"/>
            <a:r>
              <a:rPr lang="nl-NL" dirty="0">
                <a:latin typeface="Calibri" panose="020F0502020204030204" pitchFamily="34" charset="0"/>
              </a:rPr>
              <a:t>that generated the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76274" y="2968013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linearly separable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4050" y="3843033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logistic model</a:t>
            </a:r>
          </a:p>
        </p:txBody>
      </p:sp>
      <p:sp>
        <p:nvSpPr>
          <p:cNvPr id="15" name="Arc 14"/>
          <p:cNvSpPr/>
          <p:nvPr/>
        </p:nvSpPr>
        <p:spPr>
          <a:xfrm rot="7582954">
            <a:off x="9211093" y="3019596"/>
            <a:ext cx="403122" cy="544156"/>
          </a:xfrm>
          <a:prstGeom prst="arc">
            <a:avLst/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Arc 15"/>
          <p:cNvSpPr/>
          <p:nvPr/>
        </p:nvSpPr>
        <p:spPr>
          <a:xfrm rot="7582954">
            <a:off x="8704731" y="3871593"/>
            <a:ext cx="403122" cy="544156"/>
          </a:xfrm>
          <a:prstGeom prst="arc">
            <a:avLst/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408" y="1714127"/>
            <a:ext cx="4514850" cy="443865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327" y="4209967"/>
            <a:ext cx="1323975" cy="58102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5DEC6F-96B3-11C5-5AFA-C97854741C46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logistic regression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99934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408" y="1714127"/>
            <a:ext cx="4514850" cy="443865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327" y="4209967"/>
            <a:ext cx="1323975" cy="58102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114" y="2602286"/>
            <a:ext cx="3286125" cy="82867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2114" y="3749862"/>
            <a:ext cx="2200275" cy="8763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B6E3953-DDE9-0297-0C11-7B35F4A16D8A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logistic regression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5972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692BF-FBAB-1344-34C7-E0624DA07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DA3CD6F-F125-68A5-7FCF-A62BE301F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2114" y="2602286"/>
            <a:ext cx="3286125" cy="8286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9B947C9-E09D-1B6D-E510-E058DDA113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2114" y="3749862"/>
            <a:ext cx="2200275" cy="8763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BBD893-8D3D-56F6-246E-6CD7D5E15633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logistic regression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3D0B59-62F9-2A08-E50B-0743196E89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159" y="1669598"/>
            <a:ext cx="5065786" cy="416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29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6F3CB-B8F8-E9C5-C1D2-7AF31DF99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6A6EF94-0D1B-836E-2E75-9951831694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408" y="1714127"/>
            <a:ext cx="4514850" cy="44386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99CA49E-5D9F-F182-0A13-B4C46EB30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327" y="4209967"/>
            <a:ext cx="1323975" cy="5810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1FF6F2C-5E82-9A8F-D3D7-D74899C178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114" y="2602286"/>
            <a:ext cx="3286125" cy="8286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217E4A-CDBB-208C-A982-823DCC4DD3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2114" y="3749862"/>
            <a:ext cx="2200275" cy="8763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6DA1E1B-14E0-8240-7F10-CC1401913BED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logistic regression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18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46" y="3327306"/>
            <a:ext cx="10991850" cy="2390775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481" y="1681089"/>
            <a:ext cx="8454392" cy="10621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C1C5531-79CA-C2A9-F35E-CABE78DBE20D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logistic regression: cost (loss function)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6331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4AE6E-F92C-A0AE-A0C4-3FEBEA354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336D1A1-A6DD-03F5-81DD-3271F7806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46" y="3327306"/>
            <a:ext cx="10991850" cy="239077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F913333-57FE-25EF-282C-97F677B43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481" y="1681089"/>
            <a:ext cx="8454392" cy="10621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62E94E3-146F-3E01-6677-07A939521EC1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logistic regression: cost (loss function)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4B6319-ADD9-530B-D036-8CA8F393EA69}"/>
              </a:ext>
            </a:extLst>
          </p:cNvPr>
          <p:cNvSpPr/>
          <p:nvPr/>
        </p:nvSpPr>
        <p:spPr>
          <a:xfrm>
            <a:off x="4267200" y="1860884"/>
            <a:ext cx="473242" cy="64168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E13FB2-EFFC-B6EA-27C6-6BBD4A82A0BB}"/>
              </a:ext>
            </a:extLst>
          </p:cNvPr>
          <p:cNvSpPr txBox="1"/>
          <p:nvPr/>
        </p:nvSpPr>
        <p:spPr>
          <a:xfrm>
            <a:off x="3072063" y="1096982"/>
            <a:ext cx="3489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Only active when target is “1”</a:t>
            </a:r>
            <a:endParaRPr lang="en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3A6440-AD93-C6F6-2629-09CA96758423}"/>
              </a:ext>
            </a:extLst>
          </p:cNvPr>
          <p:cNvSpPr/>
          <p:nvPr/>
        </p:nvSpPr>
        <p:spPr>
          <a:xfrm>
            <a:off x="6874042" y="1860884"/>
            <a:ext cx="1203158" cy="64168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8D0734-412C-4C73-035F-D9D583D9B108}"/>
              </a:ext>
            </a:extLst>
          </p:cNvPr>
          <p:cNvSpPr txBox="1"/>
          <p:nvPr/>
        </p:nvSpPr>
        <p:spPr>
          <a:xfrm>
            <a:off x="6382871" y="1095080"/>
            <a:ext cx="3489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Only active when target is “0”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00817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F20FD-5007-64BF-832A-9AACD28AA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F1A1D49-B534-AEA6-FBC2-E741FE192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46" y="3327306"/>
            <a:ext cx="10991850" cy="239077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C348E41-9C49-E3D5-2927-56454C4FB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481" y="1681089"/>
            <a:ext cx="8454392" cy="10621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0808BA1-4BBB-3B38-4584-91EE285247EC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logistic regression: cost (loss function)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06854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997" y="1644369"/>
            <a:ext cx="10658475" cy="11906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5E8FCE-AA6D-3103-054A-84544432CEE5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logistic regression: cost (loss function)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7" name="Picture 6" descr="Chart, line chart&#10;&#10;Description automatically generated">
            <a:extLst>
              <a:ext uri="{FF2B5EF4-FFF2-40B4-BE49-F238E27FC236}">
                <a16:creationId xmlns:a16="http://schemas.microsoft.com/office/drawing/2014/main" id="{3AC9D03E-A732-7175-8D5D-B5571FB4EC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843" y="2239681"/>
            <a:ext cx="7015046" cy="4200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409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60" y="1637179"/>
            <a:ext cx="7934325" cy="118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C452886-C753-5E96-D8D4-6CB3236F3895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logistic regression: cost (loss function)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7" name="Picture 6" descr="Chart, line chart&#10;&#10;Description automatically generated">
            <a:extLst>
              <a:ext uri="{FF2B5EF4-FFF2-40B4-BE49-F238E27FC236}">
                <a16:creationId xmlns:a16="http://schemas.microsoft.com/office/drawing/2014/main" id="{6DF0A83D-0971-1D82-A477-592713B654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3759" y="2227729"/>
            <a:ext cx="6917004" cy="4141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1993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1C5531-79CA-C2A9-F35E-CABE78DBE20D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Logistic regression: cost (loss function)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4631CE-FB05-E786-8CE2-67228F5BA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863" y="1276493"/>
            <a:ext cx="10420965" cy="4594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2097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035051" y="1381124"/>
            <a:ext cx="1019585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Calibri" panose="020F0502020204030204" pitchFamily="34" charset="0"/>
              </a:rPr>
              <a:t>Fit a logistic model</a:t>
            </a: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r>
              <a:rPr lang="en-GB" sz="2000" dirty="0">
                <a:latin typeface="Calibri" panose="020F0502020204030204" pitchFamily="34" charset="0"/>
              </a:rPr>
              <a:t>to the data set such that the cost function</a:t>
            </a: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r>
              <a:rPr lang="en-GB" sz="2000" dirty="0">
                <a:latin typeface="Calibri" panose="020F0502020204030204" pitchFamily="34" charset="0"/>
              </a:rPr>
              <a:t>is minimized using gradient descent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9806" y="2084654"/>
            <a:ext cx="7124700" cy="67627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1368" y="5244554"/>
            <a:ext cx="4981575" cy="82867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5579" y="3464459"/>
            <a:ext cx="8454392" cy="10621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A2A9286-3E2C-C846-B564-2AAAE7FF5A2B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logistic regression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8732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49D4BA-3CC3-C46D-6DC1-490C66DC537C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+mj-lt"/>
                <a:ea typeface="Lato" panose="020B0604020202020204" pitchFamily="34" charset="0"/>
                <a:cs typeface="Helvetica" panose="020B0604020202020204" pitchFamily="34" charset="0"/>
              </a:rPr>
              <a:t>SVM</a:t>
            </a:r>
            <a:endParaRPr lang="en-GB" sz="2800" dirty="0">
              <a:latin typeface="+mj-lt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6DD3FC-D768-EA91-0714-ED09B2548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029" y="391414"/>
            <a:ext cx="9121942" cy="6081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840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4EA12-7D02-ACF0-91E9-E34F2D731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9B18959-3A1D-9431-A3E1-32838E3748B0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Logistic regression: cost (loss function)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579753-EB6B-7739-8C18-464920818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863" y="1276493"/>
            <a:ext cx="10420965" cy="4594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226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1C5531-79CA-C2A9-F35E-CABE78DBE20D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cost (loss function)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94D7DD-F7CF-C234-09CB-30EC7EB64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31" y="1322527"/>
            <a:ext cx="7788368" cy="35255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3A5469F-766D-406E-1017-70F42B3EBA59}"/>
              </a:ext>
            </a:extLst>
          </p:cNvPr>
          <p:cNvSpPr txBox="1"/>
          <p:nvPr/>
        </p:nvSpPr>
        <p:spPr>
          <a:xfrm>
            <a:off x="7483668" y="2609456"/>
            <a:ext cx="42870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latin typeface="Calibri" panose="020F0502020204030204" pitchFamily="34" charset="0"/>
              </a:rPr>
              <a:t>replace cost function by piecewise linear function</a:t>
            </a:r>
          </a:p>
          <a:p>
            <a:endParaRPr lang="en-US" dirty="0">
              <a:latin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</a:rPr>
              <a:t>if </a:t>
            </a:r>
            <a:r>
              <a:rPr lang="en-US" i="1" dirty="0">
                <a:latin typeface="Calibri" panose="020F0502020204030204" pitchFamily="34" charset="0"/>
              </a:rPr>
              <a:t>y </a:t>
            </a:r>
            <a:r>
              <a:rPr lang="en-US" dirty="0">
                <a:latin typeface="Calibri" panose="020F0502020204030204" pitchFamily="34" charset="0"/>
              </a:rPr>
              <a:t>= 1 then the contribution to the cost is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F98F6C4-6EDF-3246-7BDE-7BD7891FA3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9412" y="3829399"/>
            <a:ext cx="3943379" cy="552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4737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1C5531-79CA-C2A9-F35E-CABE78DBE20D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cost (loss function)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94D7DD-F7CF-C234-09CB-30EC7EB64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31" y="1322527"/>
            <a:ext cx="7788368" cy="35255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495573-4D90-C4AE-1E12-942AE0DD546D}"/>
              </a:ext>
            </a:extLst>
          </p:cNvPr>
          <p:cNvSpPr txBox="1"/>
          <p:nvPr/>
        </p:nvSpPr>
        <p:spPr>
          <a:xfrm>
            <a:off x="7483668" y="2609456"/>
            <a:ext cx="41647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latin typeface="Calibri" panose="020F0502020204030204" pitchFamily="34" charset="0"/>
              </a:rPr>
              <a:t>replace cost function by piecewise linear function</a:t>
            </a:r>
          </a:p>
          <a:p>
            <a:endParaRPr lang="en-US" dirty="0">
              <a:latin typeface="Calibri" panose="020F0502020204030204" pitchFamily="34" charset="0"/>
            </a:endParaRPr>
          </a:p>
          <a:p>
            <a:r>
              <a:rPr lang="en-US" dirty="0">
                <a:latin typeface="Calibri" panose="020F0502020204030204" pitchFamily="34" charset="0"/>
              </a:rPr>
              <a:t>if </a:t>
            </a:r>
            <a:r>
              <a:rPr lang="en-US" i="1" dirty="0">
                <a:latin typeface="Calibri" panose="020F0502020204030204" pitchFamily="34" charset="0"/>
              </a:rPr>
              <a:t>y </a:t>
            </a:r>
            <a:r>
              <a:rPr lang="en-US" dirty="0">
                <a:latin typeface="Calibri" panose="020F0502020204030204" pitchFamily="34" charset="0"/>
              </a:rPr>
              <a:t>= 0 then the contribution to the cost is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BE7BA77-E4F9-2C9B-9F40-482E8357F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3668" y="3809785"/>
            <a:ext cx="4005292" cy="590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6881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1C5531-79CA-C2A9-F35E-CABE78DBE20D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cost (loss function)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681EB4-6078-7483-BE9F-286A28A3E7A2}"/>
              </a:ext>
            </a:extLst>
          </p:cNvPr>
          <p:cNvSpPr txBox="1"/>
          <p:nvPr/>
        </p:nvSpPr>
        <p:spPr>
          <a:xfrm>
            <a:off x="1239027" y="1228397"/>
            <a:ext cx="1014804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Calibri" panose="020F0502020204030204" pitchFamily="34" charset="0"/>
              </a:rPr>
              <a:t>Fit a linear model</a:t>
            </a: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r>
              <a:rPr lang="en-GB" sz="2000" dirty="0">
                <a:latin typeface="Calibri" panose="020F0502020204030204" pitchFamily="34" charset="0"/>
              </a:rPr>
              <a:t>such that</a:t>
            </a: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r>
              <a:rPr lang="en-GB" sz="2000" dirty="0">
                <a:latin typeface="Calibri" panose="020F0502020204030204" pitchFamily="34" charset="0"/>
              </a:rPr>
              <a:t>with                                                        and</a:t>
            </a:r>
          </a:p>
          <a:p>
            <a:endParaRPr lang="en-GB" sz="2000" dirty="0">
              <a:latin typeface="Calibri" panose="020F0502020204030204" pitchFamily="34" charset="0"/>
            </a:endParaRPr>
          </a:p>
          <a:p>
            <a:r>
              <a:rPr lang="en-GB" sz="2000" dirty="0">
                <a:latin typeface="Calibri" panose="020F0502020204030204" pitchFamily="34" charset="0"/>
              </a:rPr>
              <a:t>is minimized. 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71DA6FC-C7BC-B488-CD59-BB28848C4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062" y="1768111"/>
            <a:ext cx="2268412" cy="69891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D5EB66D-0310-C0AE-E1D9-6EB7B18E27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5764" y="4530023"/>
            <a:ext cx="3105150" cy="56197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36B0A2D-1FDC-7125-9EAA-1F28E695B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6012" y="4471515"/>
            <a:ext cx="2952750" cy="71437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95DD4DA-76CE-28FD-1AE0-A42A746D1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6637" y="3100324"/>
            <a:ext cx="7447167" cy="1183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2462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1C5531-79CA-C2A9-F35E-CABE78DBE20D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cost (loss function)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903D62-029C-EF91-7ADA-BC2A15A88E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503" y="916442"/>
            <a:ext cx="4543425" cy="4410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E1B4DDE-2B62-7E8D-CA0C-E8B23BC9D1A5}"/>
              </a:ext>
            </a:extLst>
          </p:cNvPr>
          <p:cNvSpPr txBox="1"/>
          <p:nvPr/>
        </p:nvSpPr>
        <p:spPr>
          <a:xfrm>
            <a:off x="6212923" y="1325318"/>
            <a:ext cx="407938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latin typeface="Calibri" panose="020F0502020204030204" pitchFamily="34" charset="0"/>
              </a:rPr>
              <a:t>In this case the contribution to the cost needs to be small when the model predicts high values (&gt;0) and large when the model predicts low values (&lt;0).</a:t>
            </a:r>
          </a:p>
          <a:p>
            <a:endParaRPr lang="nl-NL" dirty="0">
              <a:latin typeface="Calibri" panose="020F0502020204030204" pitchFamily="34" charset="0"/>
            </a:endParaRPr>
          </a:p>
          <a:p>
            <a:r>
              <a:rPr lang="nl-NL" dirty="0">
                <a:latin typeface="Calibri" panose="020F0502020204030204" pitchFamily="34" charset="0"/>
              </a:rPr>
              <a:t>For SVMs we see that the contribution to cost decreases linearly and becomes zero when</a:t>
            </a:r>
            <a:endParaRPr lang="en-US" dirty="0">
              <a:latin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DB65A2-814D-7CAD-2CA3-44CB46D870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8278" y="3892051"/>
            <a:ext cx="828675" cy="409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7860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1C5531-79CA-C2A9-F35E-CABE78DBE20D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cost (loss function)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982B08E-469B-F1DD-12E0-2D26C0D2E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576" y="769159"/>
            <a:ext cx="4429125" cy="44862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62B76C-6D3A-C620-9B06-25E06D4717FA}"/>
              </a:ext>
            </a:extLst>
          </p:cNvPr>
          <p:cNvSpPr txBox="1"/>
          <p:nvPr/>
        </p:nvSpPr>
        <p:spPr>
          <a:xfrm>
            <a:off x="6147504" y="1071181"/>
            <a:ext cx="407938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latin typeface="Calibri" panose="020F0502020204030204" pitchFamily="34" charset="0"/>
              </a:rPr>
              <a:t>In this case the contribution to the cost needs to be large when the model predicts high values (&gt;0) and small when the model predicts low values (&lt;0).</a:t>
            </a:r>
          </a:p>
          <a:p>
            <a:endParaRPr lang="nl-NL" dirty="0">
              <a:latin typeface="Calibri" panose="020F0502020204030204" pitchFamily="34" charset="0"/>
            </a:endParaRPr>
          </a:p>
          <a:p>
            <a:r>
              <a:rPr lang="nl-NL" dirty="0">
                <a:latin typeface="Calibri" panose="020F0502020204030204" pitchFamily="34" charset="0"/>
              </a:rPr>
              <a:t>For SVMs we see that the contribution to the cost is zero for </a:t>
            </a:r>
          </a:p>
          <a:p>
            <a:endParaRPr lang="nl-NL" dirty="0">
              <a:latin typeface="Calibri" panose="020F0502020204030204" pitchFamily="34" charset="0"/>
            </a:endParaRPr>
          </a:p>
          <a:p>
            <a:endParaRPr lang="nl-NL" dirty="0">
              <a:latin typeface="Calibri" panose="020F0502020204030204" pitchFamily="34" charset="0"/>
            </a:endParaRPr>
          </a:p>
          <a:p>
            <a:endParaRPr lang="nl-NL" dirty="0">
              <a:latin typeface="Calibri" panose="020F0502020204030204" pitchFamily="34" charset="0"/>
            </a:endParaRPr>
          </a:p>
          <a:p>
            <a:endParaRPr lang="nl-NL" dirty="0">
              <a:latin typeface="Calibri" panose="020F0502020204030204" pitchFamily="34" charset="0"/>
            </a:endParaRPr>
          </a:p>
          <a:p>
            <a:r>
              <a:rPr lang="nl-NL" dirty="0">
                <a:latin typeface="Calibri" panose="020F0502020204030204" pitchFamily="34" charset="0"/>
              </a:rPr>
              <a:t> </a:t>
            </a:r>
            <a:r>
              <a:rPr lang="nl-NL" dirty="0" err="1">
                <a:latin typeface="Calibri" panose="020F0502020204030204" pitchFamily="34" charset="0"/>
              </a:rPr>
              <a:t>and</a:t>
            </a:r>
            <a:r>
              <a:rPr lang="nl-NL" dirty="0">
                <a:latin typeface="Calibri" panose="020F0502020204030204" pitchFamily="34" charset="0"/>
              </a:rPr>
              <a:t> then increases linearly.</a:t>
            </a:r>
            <a:endParaRPr lang="en-US" dirty="0">
              <a:latin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7839F9-240A-1466-6FF2-460153429A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412" y="3370235"/>
            <a:ext cx="1019175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3568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1C5531-79CA-C2A9-F35E-CABE78DBE20D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cost (loss function)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F86C13E-FED4-1DD0-6765-45C089A345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907" y="2483546"/>
            <a:ext cx="3018490" cy="292989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D4D0330-EBB6-709B-A4F1-090173FF08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3063" y="2483546"/>
            <a:ext cx="2943681" cy="298166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C07727-6AF6-8D83-855E-E3B2838559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1656" y="3277796"/>
            <a:ext cx="828675" cy="4095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167255C-7257-8CFA-D4F6-093C3DFEC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0558" y="3339787"/>
            <a:ext cx="1019175" cy="457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9F95630-9D82-437B-1997-B8E79A88FA1B}"/>
              </a:ext>
            </a:extLst>
          </p:cNvPr>
          <p:cNvSpPr txBox="1"/>
          <p:nvPr/>
        </p:nvSpPr>
        <p:spPr>
          <a:xfrm>
            <a:off x="7682291" y="630532"/>
            <a:ext cx="38494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latin typeface="Calibri" panose="020F0502020204030204" pitchFamily="34" charset="0"/>
              </a:rPr>
              <a:t>Consider a train set with two classes that are perfectly linearly separable. </a:t>
            </a:r>
          </a:p>
          <a:p>
            <a:endParaRPr lang="nl-NL" dirty="0">
              <a:latin typeface="Calibri" panose="020F0502020204030204" pitchFamily="34" charset="0"/>
            </a:endParaRPr>
          </a:p>
          <a:p>
            <a:r>
              <a:rPr lang="nl-NL" dirty="0">
                <a:latin typeface="Calibri" panose="020F0502020204030204" pitchFamily="34" charset="0"/>
              </a:rPr>
              <a:t>The piecewise cost function can be made zero.</a:t>
            </a:r>
          </a:p>
          <a:p>
            <a:endParaRPr lang="nl-NL" dirty="0">
              <a:latin typeface="Calibri" panose="020F0502020204030204" pitchFamily="34" charset="0"/>
            </a:endParaRPr>
          </a:p>
          <a:p>
            <a:r>
              <a:rPr lang="nl-NL" dirty="0">
                <a:latin typeface="Calibri" panose="020F0502020204030204" pitchFamily="34" charset="0"/>
              </a:rPr>
              <a:t>The SVM objective can be written as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nl-NL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US" dirty="0">
              <a:latin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F49AADF-07D4-54C9-602A-9ADA3EB9D5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4293" y="5269946"/>
            <a:ext cx="819156" cy="3905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134F651-DCF5-E74C-6197-999966C1F3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5636" y="5269946"/>
            <a:ext cx="819156" cy="3905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C093381-549D-2CAE-E9C3-C4CC025E26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83566" y="3123595"/>
            <a:ext cx="4148168" cy="198597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73FC3C8-ECE9-390E-044A-F1BAFDEFB90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28" y="988860"/>
            <a:ext cx="6143670" cy="97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92809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43ACEE2-5730-5BC2-2267-B9C841B9A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8469" y="212432"/>
            <a:ext cx="6535062" cy="5877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836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613A11E-9A7B-1D97-E03D-0EE0B50A6C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214" y="178365"/>
            <a:ext cx="6554115" cy="5868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9355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0AB250-4C57-C8F8-F192-8049883CD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156" y="1050101"/>
            <a:ext cx="4591050" cy="4314825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D274962-DB4C-8167-01F9-306C5A02E3C8}"/>
              </a:ext>
            </a:extLst>
          </p:cNvPr>
          <p:cNvCxnSpPr>
            <a:cxnSpLocks/>
          </p:cNvCxnSpPr>
          <p:nvPr/>
        </p:nvCxnSpPr>
        <p:spPr>
          <a:xfrm flipV="1">
            <a:off x="4385598" y="2162232"/>
            <a:ext cx="3233608" cy="1447200"/>
          </a:xfrm>
          <a:prstGeom prst="line">
            <a:avLst/>
          </a:prstGeom>
          <a:ln w="190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FBAE9-31D1-5E52-8D88-F61BD44A9326}"/>
              </a:ext>
            </a:extLst>
          </p:cNvPr>
          <p:cNvCxnSpPr>
            <a:cxnSpLocks/>
          </p:cNvCxnSpPr>
          <p:nvPr/>
        </p:nvCxnSpPr>
        <p:spPr>
          <a:xfrm flipV="1">
            <a:off x="4385598" y="2708345"/>
            <a:ext cx="3233608" cy="1447200"/>
          </a:xfrm>
          <a:prstGeom prst="line">
            <a:avLst/>
          </a:prstGeom>
          <a:ln w="190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00E1B7-2DE5-14D7-BC77-6D8B0A29AA7A}"/>
              </a:ext>
            </a:extLst>
          </p:cNvPr>
          <p:cNvCxnSpPr>
            <a:cxnSpLocks/>
          </p:cNvCxnSpPr>
          <p:nvPr/>
        </p:nvCxnSpPr>
        <p:spPr>
          <a:xfrm flipV="1">
            <a:off x="4385598" y="2435289"/>
            <a:ext cx="3233608" cy="1447200"/>
          </a:xfrm>
          <a:prstGeom prst="line">
            <a:avLst/>
          </a:prstGeom>
          <a:ln w="19050">
            <a:solidFill>
              <a:srgbClr val="FF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B9CD5FA-513B-023F-1DC9-34A676871A0A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large margin classifier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4851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8B9CD5FA-513B-023F-1DC9-34A676871A0A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large margin classifier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72A967-6E59-C14F-1266-8F27311B748F}"/>
              </a:ext>
            </a:extLst>
          </p:cNvPr>
          <p:cNvSpPr txBox="1"/>
          <p:nvPr/>
        </p:nvSpPr>
        <p:spPr>
          <a:xfrm>
            <a:off x="7178915" y="1144592"/>
            <a:ext cx="451106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>
                <a:latin typeface="Calibri" panose="020F0502020204030204" pitchFamily="34" charset="0"/>
              </a:rPr>
              <a:t>red points statisfy </a:t>
            </a:r>
          </a:p>
          <a:p>
            <a:endParaRPr lang="nl-NL" dirty="0">
              <a:latin typeface="Calibri" panose="020F0502020204030204" pitchFamily="34" charset="0"/>
            </a:endParaRPr>
          </a:p>
          <a:p>
            <a:r>
              <a:rPr lang="nl-NL" dirty="0">
                <a:latin typeface="Calibri" panose="020F0502020204030204" pitchFamily="34" charset="0"/>
              </a:rPr>
              <a:t>blue points satisfy</a:t>
            </a:r>
          </a:p>
          <a:p>
            <a:endParaRPr lang="nl-NL" dirty="0">
              <a:latin typeface="Calibri" panose="020F0502020204030204" pitchFamily="34" charset="0"/>
            </a:endParaRPr>
          </a:p>
          <a:p>
            <a:r>
              <a:rPr lang="nl-NL" dirty="0">
                <a:latin typeface="Calibri" panose="020F0502020204030204" pitchFamily="34" charset="0"/>
              </a:rPr>
              <a:t>distance bewteen two dashed lines is</a:t>
            </a:r>
          </a:p>
          <a:p>
            <a:endParaRPr lang="nl-NL" dirty="0">
              <a:latin typeface="Calibri" panose="020F0502020204030204" pitchFamily="34" charset="0"/>
            </a:endParaRPr>
          </a:p>
          <a:p>
            <a:endParaRPr lang="nl-NL" dirty="0">
              <a:latin typeface="Calibri" panose="020F0502020204030204" pitchFamily="34" charset="0"/>
            </a:endParaRPr>
          </a:p>
          <a:p>
            <a:endParaRPr lang="nl-NL" dirty="0">
              <a:latin typeface="Calibri" panose="020F0502020204030204" pitchFamily="34" charset="0"/>
            </a:endParaRPr>
          </a:p>
          <a:p>
            <a:endParaRPr lang="nl-NL" dirty="0">
              <a:latin typeface="Calibri" panose="020F0502020204030204" pitchFamily="34" charset="0"/>
            </a:endParaRPr>
          </a:p>
          <a:p>
            <a:endParaRPr lang="nl-NL" dirty="0">
              <a:latin typeface="Calibri" panose="020F0502020204030204" pitchFamily="34" charset="0"/>
            </a:endParaRPr>
          </a:p>
          <a:p>
            <a:r>
              <a:rPr lang="nl-NL" dirty="0">
                <a:latin typeface="Calibri" panose="020F0502020204030204" pitchFamily="34" charset="0"/>
              </a:rPr>
              <a:t>SVM objective was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en-US" dirty="0">
              <a:latin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7F17CDB-D6C3-2BCD-E179-958055DBC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123" y="1056720"/>
            <a:ext cx="4591050" cy="4314825"/>
          </a:xfrm>
          <a:prstGeom prst="rect">
            <a:avLst/>
          </a:prstGeom>
        </p:spPr>
      </p:pic>
      <p:sp>
        <p:nvSpPr>
          <p:cNvPr id="12" name="Arc 11">
            <a:extLst>
              <a:ext uri="{FF2B5EF4-FFF2-40B4-BE49-F238E27FC236}">
                <a16:creationId xmlns:a16="http://schemas.microsoft.com/office/drawing/2014/main" id="{5752C505-63D7-FC80-803F-400BEF8CDEEA}"/>
              </a:ext>
            </a:extLst>
          </p:cNvPr>
          <p:cNvSpPr/>
          <p:nvPr/>
        </p:nvSpPr>
        <p:spPr>
          <a:xfrm rot="18060186">
            <a:off x="4462284" y="2048814"/>
            <a:ext cx="1356659" cy="1330879"/>
          </a:xfrm>
          <a:prstGeom prst="arc">
            <a:avLst/>
          </a:prstGeom>
          <a:noFill/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Arc 12">
            <a:extLst>
              <a:ext uri="{FF2B5EF4-FFF2-40B4-BE49-F238E27FC236}">
                <a16:creationId xmlns:a16="http://schemas.microsoft.com/office/drawing/2014/main" id="{BD11B685-E2AB-EEA0-0CDC-D2FAFCA0B451}"/>
              </a:ext>
            </a:extLst>
          </p:cNvPr>
          <p:cNvSpPr/>
          <p:nvPr/>
        </p:nvSpPr>
        <p:spPr>
          <a:xfrm rot="8932894">
            <a:off x="4614776" y="2173755"/>
            <a:ext cx="1356659" cy="1330879"/>
          </a:xfrm>
          <a:prstGeom prst="arc">
            <a:avLst/>
          </a:prstGeom>
          <a:noFill/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95D7A7C-4BDD-79B3-600D-1387DC2C5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1332" y="2610514"/>
            <a:ext cx="1676400" cy="10668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6A74F6-AA86-C9FD-9DA8-40CE75B895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332" y="4363550"/>
            <a:ext cx="1914525" cy="9239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0226D29-22A5-642E-8C5E-1563C85E52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3106" y="1104423"/>
            <a:ext cx="1276359" cy="36195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7A8DCAC-CFB2-7A02-408E-11AB33056C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0682" y="1664905"/>
            <a:ext cx="1423998" cy="36671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72789B5-4D68-56C2-42B1-27B1FDBD2F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73070" y="2172398"/>
            <a:ext cx="1233497" cy="37147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4C8930-6309-D9FE-DF7A-32A156CFDEB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52068" y="3015141"/>
            <a:ext cx="1490673" cy="395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943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CB99E-078A-71B3-5390-D5359FA0C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3AFAF0D-7050-F145-6E78-82FDEE23A0F5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3289CF-D89A-E779-02F1-6ECE8BD2C9D2}"/>
              </a:ext>
            </a:extLst>
          </p:cNvPr>
          <p:cNvSpPr txBox="1"/>
          <p:nvPr/>
        </p:nvSpPr>
        <p:spPr>
          <a:xfrm>
            <a:off x="323440" y="1252204"/>
            <a:ext cx="1099609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Soft margin </a:t>
            </a:r>
            <a:r>
              <a:rPr lang="en-GB" sz="2400" dirty="0"/>
              <a:t>SVM allows some misclassification by introducing </a:t>
            </a:r>
            <a:r>
              <a:rPr lang="en-GB" sz="2400" b="1" dirty="0"/>
              <a:t>slack variables </a:t>
            </a:r>
            <a:r>
              <a:rPr lang="en-GB" sz="2400" dirty="0"/>
              <a:t>(𝜉</a:t>
            </a:r>
            <a:r>
              <a:rPr lang="el-GR" sz="2400" dirty="0"/>
              <a:t>) </a:t>
            </a:r>
            <a:r>
              <a:rPr lang="en-GB" sz="2400" dirty="0"/>
              <a:t>to handle overlapping classes, making the model more flexible when data is not perfectly separable.</a:t>
            </a:r>
          </a:p>
          <a:p>
            <a:endParaRPr lang="en-GB" sz="2400" dirty="0"/>
          </a:p>
          <a:p>
            <a:r>
              <a:rPr lang="en-GB" sz="2400" dirty="0"/>
              <a:t>It balances margin maximization and classification error using a </a:t>
            </a:r>
            <a:r>
              <a:rPr lang="en-GB" sz="2400" b="1" dirty="0"/>
              <a:t>regularization parameter </a:t>
            </a:r>
            <a:r>
              <a:rPr lang="en-GB" sz="2400" dirty="0"/>
              <a:t>(𝐶), where a small 𝐶 allows more misclassifications (wider margin), and a large 𝐶 forces stricter separation (narrower margin).</a:t>
            </a:r>
          </a:p>
          <a:p>
            <a:endParaRPr lang="en-GB" sz="2400" dirty="0"/>
          </a:p>
          <a:p>
            <a:r>
              <a:rPr lang="en-GB" sz="2400" dirty="0"/>
              <a:t>Soft margin SVM improves generalization by preventing overfitting in noisy or complex datasets while still maintaining a robust decision boundary.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9809394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8B9CD5FA-513B-023F-1DC9-34A676871A0A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soft margin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457B573-13B1-D474-B631-448C9B1C3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077" y="953727"/>
            <a:ext cx="4400550" cy="4219575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498E0C8-5223-7080-66F5-F4CFC329A5B7}"/>
              </a:ext>
            </a:extLst>
          </p:cNvPr>
          <p:cNvCxnSpPr/>
          <p:nvPr/>
        </p:nvCxnSpPr>
        <p:spPr>
          <a:xfrm>
            <a:off x="3334916" y="2557010"/>
            <a:ext cx="143436" cy="1302870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7230261-E3A9-2913-4E54-7A68600E7391}"/>
              </a:ext>
            </a:extLst>
          </p:cNvPr>
          <p:cNvSpPr txBox="1"/>
          <p:nvPr/>
        </p:nvSpPr>
        <p:spPr>
          <a:xfrm>
            <a:off x="6563377" y="1122754"/>
            <a:ext cx="45110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endParaRPr lang="nl-NL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nl-NL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nl-NL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nl-NL" dirty="0">
              <a:latin typeface="Calibri" panose="020F0502020204030204" pitchFamily="34" charset="0"/>
            </a:endParaRPr>
          </a:p>
          <a:p>
            <a:endParaRPr lang="en-US" dirty="0">
              <a:latin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01D8F1-E6E1-D9E4-8EF5-9F55A0385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9224" y="2255385"/>
            <a:ext cx="2762270" cy="881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6478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8B9CD5FA-513B-023F-1DC9-34A676871A0A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soft margin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1E6745-D783-217B-F394-C2BF762CF6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077" y="953727"/>
            <a:ext cx="4400550" cy="4219575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C16EF31-EAC8-7A73-C214-38246A3443A7}"/>
              </a:ext>
            </a:extLst>
          </p:cNvPr>
          <p:cNvCxnSpPr/>
          <p:nvPr/>
        </p:nvCxnSpPr>
        <p:spPr>
          <a:xfrm>
            <a:off x="3334916" y="2557010"/>
            <a:ext cx="143436" cy="1302870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7516325-30D2-B682-E245-5EB3292095EF}"/>
              </a:ext>
            </a:extLst>
          </p:cNvPr>
          <p:cNvSpPr txBox="1"/>
          <p:nvPr/>
        </p:nvSpPr>
        <p:spPr>
          <a:xfrm>
            <a:off x="6563377" y="1122754"/>
            <a:ext cx="451106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endParaRPr lang="nl-NL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nl-NL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nl-NL" dirty="0">
              <a:latin typeface="Calibri" panose="020F0502020204030204" pitchFamily="34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nl-NL" dirty="0">
              <a:latin typeface="Calibri" panose="020F0502020204030204" pitchFamily="34" charset="0"/>
            </a:endParaRPr>
          </a:p>
          <a:p>
            <a:endParaRPr lang="en-US" dirty="0">
              <a:latin typeface="Calibri" panose="020F0502020204030204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99B7AB2-BA7B-BEF3-43EF-FD62AA2333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8117" y="784772"/>
            <a:ext cx="4320060" cy="419326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0F12F0E-8603-09BD-ADDE-171F33985C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4422" y="4725552"/>
            <a:ext cx="819156" cy="39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2973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8B9CD5FA-513B-023F-1DC9-34A676871A0A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soft margin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9B6679-7F91-5F9B-9242-8ABC5F5FC346}"/>
              </a:ext>
            </a:extLst>
          </p:cNvPr>
          <p:cNvSpPr txBox="1"/>
          <p:nvPr/>
        </p:nvSpPr>
        <p:spPr>
          <a:xfrm>
            <a:off x="6443802" y="1685462"/>
            <a:ext cx="4511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latin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665478-8ED9-1F3D-EF4A-8E2EB6BF4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600" y="992000"/>
            <a:ext cx="4400550" cy="4219575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F5EFA94-0A62-F4D3-A72D-7C02AC7D9E29}"/>
              </a:ext>
            </a:extLst>
          </p:cNvPr>
          <p:cNvCxnSpPr/>
          <p:nvPr/>
        </p:nvCxnSpPr>
        <p:spPr>
          <a:xfrm>
            <a:off x="2962321" y="3189942"/>
            <a:ext cx="14942" cy="134470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E6767AEC-D43C-78ED-6B2B-C09B73B4D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802" y="991999"/>
            <a:ext cx="4163238" cy="42169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DF422B2-7961-1150-F4DB-371D9548D5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1400" y="4914266"/>
            <a:ext cx="819156" cy="39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7666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18104-0032-BF7B-F94B-14E9AB7D4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D85F20B-46BF-D8FF-DBAC-070FE1215AFB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soft margin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6A7B08-07D2-41D7-731C-17C86EBDE592}"/>
              </a:ext>
            </a:extLst>
          </p:cNvPr>
          <p:cNvSpPr txBox="1"/>
          <p:nvPr/>
        </p:nvSpPr>
        <p:spPr>
          <a:xfrm>
            <a:off x="6443802" y="1685462"/>
            <a:ext cx="4511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latin typeface="Calibri" panose="020F0502020204030204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3DA97E3-C4F0-FC86-6389-1300CCE4ED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537" y="1719176"/>
            <a:ext cx="6591348" cy="3128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5145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8B9CD5FA-513B-023F-1DC9-34A676871A0A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regularization hyperparameter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" name="Picture 1" descr="A close up of a map&#10;&#10;Description automatically generated">
            <a:extLst>
              <a:ext uri="{FF2B5EF4-FFF2-40B4-BE49-F238E27FC236}">
                <a16:creationId xmlns:a16="http://schemas.microsoft.com/office/drawing/2014/main" id="{D27CACB2-5C3F-B882-3C5E-2C914229A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056" y="1363012"/>
            <a:ext cx="5291666" cy="4709582"/>
          </a:xfrm>
          <a:prstGeom prst="rect">
            <a:avLst/>
          </a:prstGeom>
        </p:spPr>
      </p:pic>
      <p:pic>
        <p:nvPicPr>
          <p:cNvPr id="3" name="Picture 2" descr="A close up of a map&#10;&#10;Description automatically generated">
            <a:extLst>
              <a:ext uri="{FF2B5EF4-FFF2-40B4-BE49-F238E27FC236}">
                <a16:creationId xmlns:a16="http://schemas.microsoft.com/office/drawing/2014/main" id="{521DB2C5-11B2-745D-EB0B-EBC4E97E0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2454" y="1369626"/>
            <a:ext cx="5291667" cy="4696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5753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7DE6C-0B89-9552-3AFD-D4580CA17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E976164-98C9-C43A-F4EC-EC909ADB5E75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kernels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0A0FD5-C0DA-08FB-267D-05A2425925BD}"/>
              </a:ext>
            </a:extLst>
          </p:cNvPr>
          <p:cNvSpPr txBox="1"/>
          <p:nvPr/>
        </p:nvSpPr>
        <p:spPr>
          <a:xfrm>
            <a:off x="323440" y="1252204"/>
            <a:ext cx="1099609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The kernel trick allows SVM to handle non-linearly separable data by </a:t>
            </a:r>
            <a:r>
              <a:rPr lang="en-GB" sz="2400" b="1" dirty="0"/>
              <a:t>transforming</a:t>
            </a:r>
            <a:r>
              <a:rPr lang="en-GB" sz="2400" dirty="0"/>
              <a:t> input features into a higher-dimensional space where a linear decision boundary can be found.</a:t>
            </a:r>
          </a:p>
          <a:p>
            <a:endParaRPr lang="en-GB" sz="2400" dirty="0"/>
          </a:p>
          <a:p>
            <a:r>
              <a:rPr lang="en-GB" sz="2400" dirty="0"/>
              <a:t>Common kernel functions include Polynomial, Radial Basis Function (RBF), and Sigmoid, each mapping data to a </a:t>
            </a:r>
            <a:r>
              <a:rPr lang="en-GB" sz="2400" b="1" dirty="0"/>
              <a:t>different feature space </a:t>
            </a:r>
            <a:r>
              <a:rPr lang="en-GB" sz="2400" dirty="0"/>
              <a:t>to capture complex relationships.</a:t>
            </a:r>
          </a:p>
          <a:p>
            <a:endParaRPr lang="en-GB" sz="2400" dirty="0"/>
          </a:p>
          <a:p>
            <a:r>
              <a:rPr lang="en-GB" sz="2400" dirty="0"/>
              <a:t>It </a:t>
            </a:r>
            <a:r>
              <a:rPr lang="en-GB" sz="2400" b="1" dirty="0"/>
              <a:t>avoids explicitly computing </a:t>
            </a:r>
            <a:r>
              <a:rPr lang="en-GB" sz="2400" dirty="0"/>
              <a:t>high-dimensional transformations, making computations efficient while still benefiting from the power of non-linear feature mappings.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40870398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1C5531-79CA-C2A9-F35E-CABE78DBE20D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kernels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85A721-51A6-CFE0-2563-4307068412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375" y="1470074"/>
            <a:ext cx="4096720" cy="356616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E139F3E-87FE-1048-7B4C-1E0B034B7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998" y="653556"/>
            <a:ext cx="6262670" cy="5199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1893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1C5531-79CA-C2A9-F35E-CABE78DBE20D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kernels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C1F2A3-F7DC-A49F-38C9-B976CE49753D}"/>
              </a:ext>
            </a:extLst>
          </p:cNvPr>
          <p:cNvSpPr txBox="1"/>
          <p:nvPr/>
        </p:nvSpPr>
        <p:spPr>
          <a:xfrm>
            <a:off x="241301" y="932860"/>
            <a:ext cx="1051261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Calibri" panose="020F0502020204030204" pitchFamily="34" charset="0"/>
              </a:rPr>
              <a:t>SVMs can also be formulated as a linear function of the samples (dual form) instead of the features as </a:t>
            </a: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r>
              <a:rPr lang="en-GB" sz="2000" dirty="0">
                <a:latin typeface="Calibri" panose="020F0502020204030204" pitchFamily="34" charset="0"/>
              </a:rPr>
              <a:t>where a model parameter is associated with a datapoint instead of a feature.</a:t>
            </a:r>
          </a:p>
          <a:p>
            <a:endParaRPr lang="en-GB" sz="2000" dirty="0">
              <a:latin typeface="Calibri" panose="020F0502020204030204" pitchFamily="34" charset="0"/>
            </a:endParaRPr>
          </a:p>
          <a:p>
            <a:r>
              <a:rPr lang="en-GB" sz="2000" dirty="0">
                <a:latin typeface="Calibri" panose="020F0502020204030204" pitchFamily="34" charset="0"/>
              </a:rPr>
              <a:t>If we apply a polynomial transformation            we obtain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38E99F5-2B5A-C73B-A68F-60AA6B4766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69" y="1693158"/>
            <a:ext cx="3533801" cy="108109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4C4714-1CC4-565F-0B5B-84D061892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1991" y="3633695"/>
            <a:ext cx="590554" cy="45244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92BFEBB-2504-9FDB-C10A-5F9B03C19C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9265" y="4461478"/>
            <a:ext cx="4533933" cy="1090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3107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EE31D-3C47-B252-61DA-0858FB439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7091AEF-7825-D465-1F40-44ADAA44D993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kernels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82F303-1EEF-613B-1962-2A7A4B377C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01" y="833098"/>
            <a:ext cx="5362614" cy="319566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9F2D19-E958-343C-BE8D-5F22068C91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4048" y="912188"/>
            <a:ext cx="5691229" cy="2809896"/>
          </a:xfrm>
          <a:prstGeom prst="rect">
            <a:avLst/>
          </a:prstGeom>
        </p:spPr>
      </p:pic>
      <p:pic>
        <p:nvPicPr>
          <p:cNvPr id="3074" name="Picture 2" descr="Generated image">
            <a:extLst>
              <a:ext uri="{FF2B5EF4-FFF2-40B4-BE49-F238E27FC236}">
                <a16:creationId xmlns:a16="http://schemas.microsoft.com/office/drawing/2014/main" id="{59A98007-9AF4-AB0E-FF2D-059BC14EBD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9340" y="3664061"/>
            <a:ext cx="2622176" cy="2622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74882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9CAFC-34EB-BA64-744C-E8BDEAA81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42FF4B-F5CA-6DC2-2836-2E11D9A9350C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kernels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A8D7E8-B8F4-8B53-A0E4-8ADC4F6D430D}"/>
              </a:ext>
            </a:extLst>
          </p:cNvPr>
          <p:cNvSpPr txBox="1"/>
          <p:nvPr/>
        </p:nvSpPr>
        <p:spPr>
          <a:xfrm>
            <a:off x="241301" y="932860"/>
            <a:ext cx="10512612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Calibri" panose="020F0502020204030204" pitchFamily="34" charset="0"/>
              </a:rPr>
              <a:t>Since the model only uses the dot product of the transformed feature vectors</a:t>
            </a: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r>
              <a:rPr lang="en-GB" sz="2000" dirty="0">
                <a:latin typeface="Calibri" panose="020F0502020204030204" pitchFamily="34" charset="0"/>
              </a:rPr>
              <a:t>we can replace that dot product by a kernel function </a:t>
            </a: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r>
              <a:rPr lang="en-GB" sz="2000" dirty="0">
                <a:latin typeface="Calibri" panose="020F0502020204030204" pitchFamily="34" charset="0"/>
              </a:rPr>
              <a:t>such that the model becomes</a:t>
            </a: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r>
              <a:rPr lang="en-GB" sz="2000" dirty="0">
                <a:latin typeface="Calibri" panose="020F0502020204030204" pitchFamily="34" charset="0"/>
              </a:rPr>
              <a:t>The data points         for which               are called the support vectors. </a:t>
            </a: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C91EFA-181C-0BD6-7905-10F1BAACB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465" y="1592772"/>
            <a:ext cx="4533933" cy="10906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7A81D1-BCBF-F8E4-745C-EED8E892C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3136" y="3358125"/>
            <a:ext cx="3052785" cy="5572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BBC4A39-2DD2-9321-EC1E-FC0279F8DD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2154" y="4590075"/>
            <a:ext cx="3886228" cy="11191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646115F-0F24-E096-60EB-3E4F69F262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8655" y="5773167"/>
            <a:ext cx="414341" cy="36671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678E46C-1FA2-88D7-6D69-68BC172E9C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8976" y="5882619"/>
            <a:ext cx="695325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4748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1C5531-79CA-C2A9-F35E-CABE78DBE20D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polynomial kernel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DD4528-0523-CE00-44CB-9374B0885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619" y="1058156"/>
            <a:ext cx="5952288" cy="535449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660F155-8777-273D-517D-941FF4A836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134" y="2029882"/>
            <a:ext cx="3347185" cy="8197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64AFA9-0F2A-3EEF-E985-E0C889AA58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2275" y="3333493"/>
            <a:ext cx="3295953" cy="670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26071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1C5531-79CA-C2A9-F35E-CABE78DBE20D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polynomial kernel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9" name="SVM with polynomial kernel visualization -HD-">
            <a:hlinkClick r:id="" action="ppaction://media"/>
            <a:extLst>
              <a:ext uri="{FF2B5EF4-FFF2-40B4-BE49-F238E27FC236}">
                <a16:creationId xmlns:a16="http://schemas.microsoft.com/office/drawing/2014/main" id="{7912FAF0-560A-9301-5DDB-F5780F525D6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13700" y="965562"/>
            <a:ext cx="9087340" cy="5111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292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709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1C5531-79CA-C2A9-F35E-CABE78DBE20D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ea typeface="Lato" panose="020B0604020202020204" pitchFamily="34" charset="0"/>
                <a:cs typeface="Helvetica" panose="020B0604020202020204" pitchFamily="34" charset="0"/>
              </a:rPr>
              <a:t>Support vector machine: RBF kernel</a:t>
            </a:r>
            <a:endParaRPr lang="en-GB" sz="2800" dirty="0"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47C311-A05C-8B37-7E39-705EB162A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3597" y="3404122"/>
            <a:ext cx="3854712" cy="9039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093F662-6368-E359-EEBE-07FA59BC1D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015" y="1250313"/>
            <a:ext cx="5599353" cy="49184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223034-FE84-9238-34E6-A17A0FD523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0153" y="2069002"/>
            <a:ext cx="3343025" cy="81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4075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4280</TotalTime>
  <Words>748</Words>
  <Application>Microsoft Office PowerPoint</Application>
  <PresentationFormat>Widescreen</PresentationFormat>
  <Paragraphs>166</Paragraphs>
  <Slides>39</Slides>
  <Notes>5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Calibri Light</vt:lpstr>
      <vt:lpstr>Courier New</vt:lpstr>
      <vt:lpstr>Freestyle Script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Robbin Bouwmeester</cp:lastModifiedBy>
  <cp:revision>26</cp:revision>
  <dcterms:created xsi:type="dcterms:W3CDTF">2015-04-25T14:40:16Z</dcterms:created>
  <dcterms:modified xsi:type="dcterms:W3CDTF">2026-03-02T17:47:31Z</dcterms:modified>
</cp:coreProperties>
</file>