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60" r:id="rId1"/>
  </p:sldMasterIdLst>
  <p:notesMasterIdLst>
    <p:notesMasterId r:id="rId29"/>
  </p:notesMasterIdLst>
  <p:handoutMasterIdLst>
    <p:handoutMasterId r:id="rId30"/>
  </p:handoutMasterIdLst>
  <p:sldIdLst>
    <p:sldId id="530" r:id="rId2"/>
    <p:sldId id="438" r:id="rId3"/>
    <p:sldId id="444" r:id="rId4"/>
    <p:sldId id="437" r:id="rId5"/>
    <p:sldId id="441" r:id="rId6"/>
    <p:sldId id="541" r:id="rId7"/>
    <p:sldId id="442" r:id="rId8"/>
    <p:sldId id="542" r:id="rId9"/>
    <p:sldId id="543" r:id="rId10"/>
    <p:sldId id="544" r:id="rId11"/>
    <p:sldId id="545" r:id="rId12"/>
    <p:sldId id="547" r:id="rId13"/>
    <p:sldId id="548" r:id="rId14"/>
    <p:sldId id="549" r:id="rId15"/>
    <p:sldId id="550" r:id="rId16"/>
    <p:sldId id="553" r:id="rId17"/>
    <p:sldId id="532" r:id="rId18"/>
    <p:sldId id="533" r:id="rId19"/>
    <p:sldId id="554" r:id="rId20"/>
    <p:sldId id="555" r:id="rId21"/>
    <p:sldId id="563" r:id="rId22"/>
    <p:sldId id="457" r:id="rId23"/>
    <p:sldId id="559" r:id="rId24"/>
    <p:sldId id="560" r:id="rId25"/>
    <p:sldId id="561" r:id="rId26"/>
    <p:sldId id="540" r:id="rId27"/>
    <p:sldId id="564" r:id="rId28"/>
  </p:sldIdLst>
  <p:sldSz cx="12192000" cy="6858000"/>
  <p:notesSz cx="6858000" cy="9144000"/>
  <p:embeddedFontLst>
    <p:embeddedFont>
      <p:font typeface="Aptos SemiBold" panose="020B0004020202020204" pitchFamily="34" charset="0"/>
      <p:bold r:id="rId31"/>
      <p:boldItalic r:id="rId32"/>
    </p:embeddedFont>
    <p:embeddedFont>
      <p:font typeface="Cambria Math" panose="02040503050406030204" pitchFamily="18" charset="0"/>
      <p:regular r:id="rId33"/>
    </p:embeddedFont>
    <p:embeddedFont>
      <p:font typeface="Corbel" panose="020B0503020204020204" pitchFamily="34" charset="0"/>
      <p:regular r:id="rId34"/>
      <p:bold r:id="rId35"/>
      <p:italic r:id="rId36"/>
      <p:boldItalic r:id="rId37"/>
    </p:embeddedFont>
    <p:embeddedFont>
      <p:font typeface="Lato" panose="020F0502020204030203" pitchFamily="34" charset="0"/>
      <p:regular r:id="rId38"/>
    </p:embeddedFont>
    <p:embeddedFont>
      <p:font typeface="Open Sans SemiBold" panose="020B0706030804020204" pitchFamily="34" charset="0"/>
      <p:bold r:id="rId39"/>
    </p:embeddedFont>
  </p:embeddedFontLst>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886"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59A14F"/>
    <a:srgbClr val="EDC948"/>
    <a:srgbClr val="E15759"/>
    <a:srgbClr val="FFFFFF"/>
    <a:srgbClr val="417E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86EDFF6-5555-43A5-B454-99CC1A9A96EF}" v="4" dt="2026-10-20T12:02:23.41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152" d="100"/>
          <a:sy n="152" d="100"/>
        </p:scale>
        <p:origin x="604" y="104"/>
      </p:cViewPr>
      <p:guideLst>
        <p:guide orient="horz" pos="2160"/>
        <p:guide pos="3840"/>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66" d="100"/>
          <a:sy n="66" d="100"/>
        </p:scale>
        <p:origin x="0" y="0"/>
      </p:cViewPr>
      <p:guideLst>
        <p:guide orient="horz" pos="2886"/>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9.fntdata"/><Relationship Id="rId21" Type="http://schemas.openxmlformats.org/officeDocument/2006/relationships/slide" Target="slides/slide20.xml"/><Relationship Id="rId34" Type="http://schemas.openxmlformats.org/officeDocument/2006/relationships/font" Target="fonts/font4.fntdata"/><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35" Type="http://schemas.openxmlformats.org/officeDocument/2006/relationships/font" Target="fonts/font5.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font" Target="fonts/font8.fntdata"/><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bin Bouwmeester" userId="1dbfebabfc25a55a" providerId="LiveId" clId="{75D63595-F797-482E-A4A0-2F4889B74D4F}"/>
    <pc:docChg chg="undo custSel delSld modSld">
      <pc:chgData name="Robbin Bouwmeester" userId="1dbfebabfc25a55a" providerId="LiveId" clId="{75D63595-F797-482E-A4A0-2F4889B74D4F}" dt="2026-10-20T12:05:41.060" v="178" actId="2710"/>
      <pc:docMkLst>
        <pc:docMk/>
      </pc:docMkLst>
      <pc:sldChg chg="modSp mod">
        <pc:chgData name="Robbin Bouwmeester" userId="1dbfebabfc25a55a" providerId="LiveId" clId="{75D63595-F797-482E-A4A0-2F4889B74D4F}" dt="2026-10-20T08:37:30.993" v="95" actId="113"/>
        <pc:sldMkLst>
          <pc:docMk/>
          <pc:sldMk cId="2130026140" sldId="437"/>
        </pc:sldMkLst>
        <pc:spChg chg="mod">
          <ac:chgData name="Robbin Bouwmeester" userId="1dbfebabfc25a55a" providerId="LiveId" clId="{75D63595-F797-482E-A4A0-2F4889B74D4F}" dt="2026-10-20T08:37:30.993" v="95" actId="113"/>
          <ac:spMkLst>
            <pc:docMk/>
            <pc:sldMk cId="2130026140" sldId="437"/>
            <ac:spMk id="10" creationId="{1AE5611A-0076-37A3-F109-B8CFB9A4F26C}"/>
          </ac:spMkLst>
        </pc:spChg>
      </pc:sldChg>
      <pc:sldChg chg="modSp mod">
        <pc:chgData name="Robbin Bouwmeester" userId="1dbfebabfc25a55a" providerId="LiveId" clId="{75D63595-F797-482E-A4A0-2F4889B74D4F}" dt="2026-10-20T08:37:10.621" v="91" actId="113"/>
        <pc:sldMkLst>
          <pc:docMk/>
          <pc:sldMk cId="53703785" sldId="438"/>
        </pc:sldMkLst>
        <pc:spChg chg="mod">
          <ac:chgData name="Robbin Bouwmeester" userId="1dbfebabfc25a55a" providerId="LiveId" clId="{75D63595-F797-482E-A4A0-2F4889B74D4F}" dt="2026-10-20T08:37:10.621" v="91" actId="113"/>
          <ac:spMkLst>
            <pc:docMk/>
            <pc:sldMk cId="53703785" sldId="438"/>
            <ac:spMk id="2" creationId="{B8F56F25-A9EC-BCA9-C83E-61731132E592}"/>
          </ac:spMkLst>
        </pc:spChg>
      </pc:sldChg>
      <pc:sldChg chg="modSp mod">
        <pc:chgData name="Robbin Bouwmeester" userId="1dbfebabfc25a55a" providerId="LiveId" clId="{75D63595-F797-482E-A4A0-2F4889B74D4F}" dt="2026-10-20T08:37:38.740" v="97" actId="2711"/>
        <pc:sldMkLst>
          <pc:docMk/>
          <pc:sldMk cId="3684969948" sldId="441"/>
        </pc:sldMkLst>
        <pc:spChg chg="mod">
          <ac:chgData name="Robbin Bouwmeester" userId="1dbfebabfc25a55a" providerId="LiveId" clId="{75D63595-F797-482E-A4A0-2F4889B74D4F}" dt="2026-10-20T08:37:38.740" v="97" actId="2711"/>
          <ac:spMkLst>
            <pc:docMk/>
            <pc:sldMk cId="3684969948" sldId="441"/>
            <ac:spMk id="65" creationId="{77D97064-A071-1C50-1775-35F09D99D2B6}"/>
          </ac:spMkLst>
        </pc:spChg>
      </pc:sldChg>
      <pc:sldChg chg="modSp mod">
        <pc:chgData name="Robbin Bouwmeester" userId="1dbfebabfc25a55a" providerId="LiveId" clId="{75D63595-F797-482E-A4A0-2F4889B74D4F}" dt="2026-10-20T08:37:51.544" v="101" actId="113"/>
        <pc:sldMkLst>
          <pc:docMk/>
          <pc:sldMk cId="633227235" sldId="442"/>
        </pc:sldMkLst>
        <pc:spChg chg="mod">
          <ac:chgData name="Robbin Bouwmeester" userId="1dbfebabfc25a55a" providerId="LiveId" clId="{75D63595-F797-482E-A4A0-2F4889B74D4F}" dt="2026-10-20T08:37:51.544" v="101" actId="113"/>
          <ac:spMkLst>
            <pc:docMk/>
            <pc:sldMk cId="633227235" sldId="442"/>
            <ac:spMk id="37" creationId="{0479F544-41C8-8D71-9935-DF990C014C06}"/>
          </ac:spMkLst>
        </pc:spChg>
      </pc:sldChg>
      <pc:sldChg chg="modSp mod">
        <pc:chgData name="Robbin Bouwmeester" userId="1dbfebabfc25a55a" providerId="LiveId" clId="{75D63595-F797-482E-A4A0-2F4889B74D4F}" dt="2026-10-20T08:37:23.319" v="93" actId="2711"/>
        <pc:sldMkLst>
          <pc:docMk/>
          <pc:sldMk cId="1221749933" sldId="444"/>
        </pc:sldMkLst>
        <pc:spChg chg="mod">
          <ac:chgData name="Robbin Bouwmeester" userId="1dbfebabfc25a55a" providerId="LiveId" clId="{75D63595-F797-482E-A4A0-2F4889B74D4F}" dt="2026-10-20T08:37:23.319" v="93" actId="2711"/>
          <ac:spMkLst>
            <pc:docMk/>
            <pc:sldMk cId="1221749933" sldId="444"/>
            <ac:spMk id="2" creationId="{BCC45ED2-AE73-C4F0-BE9B-237F27BE7EC9}"/>
          </ac:spMkLst>
        </pc:spChg>
      </pc:sldChg>
      <pc:sldChg chg="modSp mod">
        <pc:chgData name="Robbin Bouwmeester" userId="1dbfebabfc25a55a" providerId="LiveId" clId="{75D63595-F797-482E-A4A0-2F4889B74D4F}" dt="2026-10-20T12:04:56.471" v="167" actId="113"/>
        <pc:sldMkLst>
          <pc:docMk/>
          <pc:sldMk cId="3027587225" sldId="457"/>
        </pc:sldMkLst>
        <pc:spChg chg="mod">
          <ac:chgData name="Robbin Bouwmeester" userId="1dbfebabfc25a55a" providerId="LiveId" clId="{75D63595-F797-482E-A4A0-2F4889B74D4F}" dt="2026-10-20T12:04:49.499" v="164" actId="113"/>
          <ac:spMkLst>
            <pc:docMk/>
            <pc:sldMk cId="3027587225" sldId="457"/>
            <ac:spMk id="2" creationId="{FB1D9A34-B5C3-B6C6-5ACB-C143F47A47C1}"/>
          </ac:spMkLst>
        </pc:spChg>
        <pc:spChg chg="mod">
          <ac:chgData name="Robbin Bouwmeester" userId="1dbfebabfc25a55a" providerId="LiveId" clId="{75D63595-F797-482E-A4A0-2F4889B74D4F}" dt="2026-10-20T12:04:56.471" v="167" actId="113"/>
          <ac:spMkLst>
            <pc:docMk/>
            <pc:sldMk cId="3027587225" sldId="457"/>
            <ac:spMk id="3" creationId="{A7984050-83DC-66BD-224A-5412A22A3DDA}"/>
          </ac:spMkLst>
        </pc:spChg>
      </pc:sldChg>
      <pc:sldChg chg="modSp mod">
        <pc:chgData name="Robbin Bouwmeester" userId="1dbfebabfc25a55a" providerId="LiveId" clId="{75D63595-F797-482E-A4A0-2F4889B74D4F}" dt="2026-10-20T08:36:51.308" v="89" actId="6549"/>
        <pc:sldMkLst>
          <pc:docMk/>
          <pc:sldMk cId="1638325450" sldId="530"/>
        </pc:sldMkLst>
        <pc:spChg chg="mod">
          <ac:chgData name="Robbin Bouwmeester" userId="1dbfebabfc25a55a" providerId="LiveId" clId="{75D63595-F797-482E-A4A0-2F4889B74D4F}" dt="2026-10-20T08:36:51.308" v="89" actId="6549"/>
          <ac:spMkLst>
            <pc:docMk/>
            <pc:sldMk cId="1638325450" sldId="530"/>
            <ac:spMk id="3" creationId="{8262E66B-49C2-D196-101D-3339D043399C}"/>
          </ac:spMkLst>
        </pc:spChg>
      </pc:sldChg>
      <pc:sldChg chg="modSp mod">
        <pc:chgData name="Robbin Bouwmeester" userId="1dbfebabfc25a55a" providerId="LiveId" clId="{75D63595-F797-482E-A4A0-2F4889B74D4F}" dt="2026-10-20T12:04:10.245" v="153" actId="113"/>
        <pc:sldMkLst>
          <pc:docMk/>
          <pc:sldMk cId="2164421340" sldId="532"/>
        </pc:sldMkLst>
        <pc:spChg chg="mod">
          <ac:chgData name="Robbin Bouwmeester" userId="1dbfebabfc25a55a" providerId="LiveId" clId="{75D63595-F797-482E-A4A0-2F4889B74D4F}" dt="2026-10-20T12:04:10.245" v="153" actId="113"/>
          <ac:spMkLst>
            <pc:docMk/>
            <pc:sldMk cId="2164421340" sldId="532"/>
            <ac:spMk id="6" creationId="{906C0F04-D0FE-F70D-2FE6-53B8A914A5E3}"/>
          </ac:spMkLst>
        </pc:spChg>
      </pc:sldChg>
      <pc:sldChg chg="del">
        <pc:chgData name="Robbin Bouwmeester" userId="1dbfebabfc25a55a" providerId="LiveId" clId="{75D63595-F797-482E-A4A0-2F4889B74D4F}" dt="2026-10-20T08:54:46.545" v="124" actId="47"/>
        <pc:sldMkLst>
          <pc:docMk/>
          <pc:sldMk cId="346706862" sldId="534"/>
        </pc:sldMkLst>
      </pc:sldChg>
      <pc:sldChg chg="del">
        <pc:chgData name="Robbin Bouwmeester" userId="1dbfebabfc25a55a" providerId="LiveId" clId="{75D63595-F797-482E-A4A0-2F4889B74D4F}" dt="2026-10-20T08:54:46.545" v="124" actId="47"/>
        <pc:sldMkLst>
          <pc:docMk/>
          <pc:sldMk cId="962146351" sldId="535"/>
        </pc:sldMkLst>
      </pc:sldChg>
      <pc:sldChg chg="modSp mod">
        <pc:chgData name="Robbin Bouwmeester" userId="1dbfebabfc25a55a" providerId="LiveId" clId="{75D63595-F797-482E-A4A0-2F4889B74D4F}" dt="2026-10-20T08:37:46.751" v="99" actId="113"/>
        <pc:sldMkLst>
          <pc:docMk/>
          <pc:sldMk cId="2008325117" sldId="541"/>
        </pc:sldMkLst>
        <pc:spChg chg="mod">
          <ac:chgData name="Robbin Bouwmeester" userId="1dbfebabfc25a55a" providerId="LiveId" clId="{75D63595-F797-482E-A4A0-2F4889B74D4F}" dt="2026-10-20T08:37:46.751" v="99" actId="113"/>
          <ac:spMkLst>
            <pc:docMk/>
            <pc:sldMk cId="2008325117" sldId="541"/>
            <ac:spMk id="43" creationId="{F6EF28BD-E8BA-2476-60B8-CDDE3F47C7D0}"/>
          </ac:spMkLst>
        </pc:spChg>
      </pc:sldChg>
      <pc:sldChg chg="modSp mod">
        <pc:chgData name="Robbin Bouwmeester" userId="1dbfebabfc25a55a" providerId="LiveId" clId="{75D63595-F797-482E-A4A0-2F4889B74D4F}" dt="2026-10-20T08:38:05.893" v="105" actId="20577"/>
        <pc:sldMkLst>
          <pc:docMk/>
          <pc:sldMk cId="2129355578" sldId="542"/>
        </pc:sldMkLst>
        <pc:spChg chg="mod">
          <ac:chgData name="Robbin Bouwmeester" userId="1dbfebabfc25a55a" providerId="LiveId" clId="{75D63595-F797-482E-A4A0-2F4889B74D4F}" dt="2026-10-20T08:38:05.893" v="105" actId="20577"/>
          <ac:spMkLst>
            <pc:docMk/>
            <pc:sldMk cId="2129355578" sldId="542"/>
            <ac:spMk id="3" creationId="{853AAFCE-C5EF-7571-F9D8-2E05F77AA118}"/>
          </ac:spMkLst>
        </pc:spChg>
        <pc:spChg chg="mod">
          <ac:chgData name="Robbin Bouwmeester" userId="1dbfebabfc25a55a" providerId="LiveId" clId="{75D63595-F797-482E-A4A0-2F4889B74D4F}" dt="2026-10-20T08:37:56.780" v="103" actId="113"/>
          <ac:spMkLst>
            <pc:docMk/>
            <pc:sldMk cId="2129355578" sldId="542"/>
            <ac:spMk id="37" creationId="{339BC3CC-4DAC-686D-6B25-3330E7814AE2}"/>
          </ac:spMkLst>
        </pc:spChg>
      </pc:sldChg>
      <pc:sldChg chg="modSp mod">
        <pc:chgData name="Robbin Bouwmeester" userId="1dbfebabfc25a55a" providerId="LiveId" clId="{75D63595-F797-482E-A4A0-2F4889B74D4F}" dt="2026-10-20T08:38:15.528" v="107" actId="2711"/>
        <pc:sldMkLst>
          <pc:docMk/>
          <pc:sldMk cId="3428570373" sldId="543"/>
        </pc:sldMkLst>
        <pc:spChg chg="mod">
          <ac:chgData name="Robbin Bouwmeester" userId="1dbfebabfc25a55a" providerId="LiveId" clId="{75D63595-F797-482E-A4A0-2F4889B74D4F}" dt="2026-10-20T08:38:15.528" v="107" actId="2711"/>
          <ac:spMkLst>
            <pc:docMk/>
            <pc:sldMk cId="3428570373" sldId="543"/>
            <ac:spMk id="2" creationId="{FFB384A4-6824-D74C-9063-91019B30A60F}"/>
          </ac:spMkLst>
        </pc:spChg>
      </pc:sldChg>
      <pc:sldChg chg="modSp mod">
        <pc:chgData name="Robbin Bouwmeester" userId="1dbfebabfc25a55a" providerId="LiveId" clId="{75D63595-F797-482E-A4A0-2F4889B74D4F}" dt="2026-10-20T08:53:46.837" v="119" actId="113"/>
        <pc:sldMkLst>
          <pc:docMk/>
          <pc:sldMk cId="203617424" sldId="544"/>
        </pc:sldMkLst>
        <pc:spChg chg="mod">
          <ac:chgData name="Robbin Bouwmeester" userId="1dbfebabfc25a55a" providerId="LiveId" clId="{75D63595-F797-482E-A4A0-2F4889B74D4F}" dt="2026-10-20T08:38:21.611" v="109" actId="2711"/>
          <ac:spMkLst>
            <pc:docMk/>
            <pc:sldMk cId="203617424" sldId="544"/>
            <ac:spMk id="2" creationId="{D991751E-871E-01D2-A7D2-8A735BFE59EC}"/>
          </ac:spMkLst>
        </pc:spChg>
        <pc:spChg chg="mod">
          <ac:chgData name="Robbin Bouwmeester" userId="1dbfebabfc25a55a" providerId="LiveId" clId="{75D63595-F797-482E-A4A0-2F4889B74D4F}" dt="2026-10-20T08:53:46.837" v="119" actId="113"/>
          <ac:spMkLst>
            <pc:docMk/>
            <pc:sldMk cId="203617424" sldId="544"/>
            <ac:spMk id="3" creationId="{EF21D9BE-2142-8365-8E22-C990FA6D1DCC}"/>
          </ac:spMkLst>
        </pc:spChg>
      </pc:sldChg>
      <pc:sldChg chg="addSp delSp modSp mod">
        <pc:chgData name="Robbin Bouwmeester" userId="1dbfebabfc25a55a" providerId="LiveId" clId="{75D63595-F797-482E-A4A0-2F4889B74D4F}" dt="2026-10-20T12:02:31.400" v="134" actId="1076"/>
        <pc:sldMkLst>
          <pc:docMk/>
          <pc:sldMk cId="1583911042" sldId="545"/>
        </pc:sldMkLst>
        <pc:spChg chg="mod">
          <ac:chgData name="Robbin Bouwmeester" userId="1dbfebabfc25a55a" providerId="LiveId" clId="{75D63595-F797-482E-A4A0-2F4889B74D4F}" dt="2026-10-20T08:53:29.566" v="113" actId="113"/>
          <ac:spMkLst>
            <pc:docMk/>
            <pc:sldMk cId="1583911042" sldId="545"/>
            <ac:spMk id="3" creationId="{24C766A1-B906-5458-804A-6FC35C7F494C}"/>
          </ac:spMkLst>
        </pc:spChg>
        <pc:spChg chg="mod">
          <ac:chgData name="Robbin Bouwmeester" userId="1dbfebabfc25a55a" providerId="LiveId" clId="{75D63595-F797-482E-A4A0-2F4889B74D4F}" dt="2026-10-20T08:53:53.603" v="121" actId="113"/>
          <ac:spMkLst>
            <pc:docMk/>
            <pc:sldMk cId="1583911042" sldId="545"/>
            <ac:spMk id="4" creationId="{D66B9E8F-8ADC-15D4-EAB6-58EA09609E6C}"/>
          </ac:spMkLst>
        </pc:spChg>
        <pc:spChg chg="del mod">
          <ac:chgData name="Robbin Bouwmeester" userId="1dbfebabfc25a55a" providerId="LiveId" clId="{75D63595-F797-482E-A4A0-2F4889B74D4F}" dt="2026-10-20T12:02:21.340" v="130" actId="478"/>
          <ac:spMkLst>
            <pc:docMk/>
            <pc:sldMk cId="1583911042" sldId="545"/>
            <ac:spMk id="6" creationId="{A530488C-D42D-7AD8-E898-3702E70FE5B9}"/>
          </ac:spMkLst>
        </pc:spChg>
        <pc:picChg chg="del">
          <ac:chgData name="Robbin Bouwmeester" userId="1dbfebabfc25a55a" providerId="LiveId" clId="{75D63595-F797-482E-A4A0-2F4889B74D4F}" dt="2026-10-20T12:02:23.415" v="132" actId="478"/>
          <ac:picMkLst>
            <pc:docMk/>
            <pc:sldMk cId="1583911042" sldId="545"/>
            <ac:picMk id="5" creationId="{1140B63B-6C83-D270-AAB8-14FF8E097A64}"/>
          </ac:picMkLst>
        </pc:picChg>
        <pc:picChg chg="add mod">
          <ac:chgData name="Robbin Bouwmeester" userId="1dbfebabfc25a55a" providerId="LiveId" clId="{75D63595-F797-482E-A4A0-2F4889B74D4F}" dt="2026-10-20T12:02:31.400" v="134" actId="1076"/>
          <ac:picMkLst>
            <pc:docMk/>
            <pc:sldMk cId="1583911042" sldId="545"/>
            <ac:picMk id="8" creationId="{04BE0931-5C60-0230-CE7A-787BAFD59324}"/>
          </ac:picMkLst>
        </pc:picChg>
      </pc:sldChg>
      <pc:sldChg chg="modSp mod">
        <pc:chgData name="Robbin Bouwmeester" userId="1dbfebabfc25a55a" providerId="LiveId" clId="{75D63595-F797-482E-A4A0-2F4889B74D4F}" dt="2026-10-20T12:03:11.459" v="139" actId="113"/>
        <pc:sldMkLst>
          <pc:docMk/>
          <pc:sldMk cId="997168410" sldId="547"/>
        </pc:sldMkLst>
        <pc:spChg chg="mod">
          <ac:chgData name="Robbin Bouwmeester" userId="1dbfebabfc25a55a" providerId="LiveId" clId="{75D63595-F797-482E-A4A0-2F4889B74D4F}" dt="2026-10-20T12:03:02.581" v="136" actId="113"/>
          <ac:spMkLst>
            <pc:docMk/>
            <pc:sldMk cId="997168410" sldId="547"/>
            <ac:spMk id="3" creationId="{5F0F29D5-8308-592E-A3C0-AE6EB1980984}"/>
          </ac:spMkLst>
        </pc:spChg>
        <pc:spChg chg="mod">
          <ac:chgData name="Robbin Bouwmeester" userId="1dbfebabfc25a55a" providerId="LiveId" clId="{75D63595-F797-482E-A4A0-2F4889B74D4F}" dt="2026-10-20T12:03:11.459" v="139" actId="113"/>
          <ac:spMkLst>
            <pc:docMk/>
            <pc:sldMk cId="997168410" sldId="547"/>
            <ac:spMk id="4" creationId="{2702D642-DE3F-DA4E-8798-25DA1686F7DE}"/>
          </ac:spMkLst>
        </pc:spChg>
      </pc:sldChg>
      <pc:sldChg chg="modSp mod">
        <pc:chgData name="Robbin Bouwmeester" userId="1dbfebabfc25a55a" providerId="LiveId" clId="{75D63595-F797-482E-A4A0-2F4889B74D4F}" dt="2026-10-20T12:03:28.503" v="145" actId="2711"/>
        <pc:sldMkLst>
          <pc:docMk/>
          <pc:sldMk cId="2145304334" sldId="549"/>
        </pc:sldMkLst>
        <pc:spChg chg="mod">
          <ac:chgData name="Robbin Bouwmeester" userId="1dbfebabfc25a55a" providerId="LiveId" clId="{75D63595-F797-482E-A4A0-2F4889B74D4F}" dt="2026-10-20T12:03:17.006" v="141" actId="113"/>
          <ac:spMkLst>
            <pc:docMk/>
            <pc:sldMk cId="2145304334" sldId="549"/>
            <ac:spMk id="3" creationId="{07985420-0418-65D1-8263-2FB689373BCD}"/>
          </ac:spMkLst>
        </pc:spChg>
        <pc:spChg chg="mod">
          <ac:chgData name="Robbin Bouwmeester" userId="1dbfebabfc25a55a" providerId="LiveId" clId="{75D63595-F797-482E-A4A0-2F4889B74D4F}" dt="2026-10-20T12:03:22.609" v="143" actId="113"/>
          <ac:spMkLst>
            <pc:docMk/>
            <pc:sldMk cId="2145304334" sldId="549"/>
            <ac:spMk id="8" creationId="{E1086813-7E9A-FC80-B726-7E3067EF15F8}"/>
          </ac:spMkLst>
        </pc:spChg>
        <pc:spChg chg="mod">
          <ac:chgData name="Robbin Bouwmeester" userId="1dbfebabfc25a55a" providerId="LiveId" clId="{75D63595-F797-482E-A4A0-2F4889B74D4F}" dt="2026-10-20T12:03:28.503" v="145" actId="2711"/>
          <ac:spMkLst>
            <pc:docMk/>
            <pc:sldMk cId="2145304334" sldId="549"/>
            <ac:spMk id="14" creationId="{A66634EA-05A4-436F-3F3B-A68EB9F13931}"/>
          </ac:spMkLst>
        </pc:spChg>
      </pc:sldChg>
      <pc:sldChg chg="modSp mod">
        <pc:chgData name="Robbin Bouwmeester" userId="1dbfebabfc25a55a" providerId="LiveId" clId="{75D63595-F797-482E-A4A0-2F4889B74D4F}" dt="2026-10-20T12:03:47.570" v="149" actId="113"/>
        <pc:sldMkLst>
          <pc:docMk/>
          <pc:sldMk cId="2762651588" sldId="550"/>
        </pc:sldMkLst>
        <pc:spChg chg="mod">
          <ac:chgData name="Robbin Bouwmeester" userId="1dbfebabfc25a55a" providerId="LiveId" clId="{75D63595-F797-482E-A4A0-2F4889B74D4F}" dt="2026-10-20T12:03:42.411" v="147" actId="113"/>
          <ac:spMkLst>
            <pc:docMk/>
            <pc:sldMk cId="2762651588" sldId="550"/>
            <ac:spMk id="3" creationId="{4F8E36E8-8CBA-7573-0CD6-F2F7F3B2DC26}"/>
          </ac:spMkLst>
        </pc:spChg>
        <pc:spChg chg="mod">
          <ac:chgData name="Robbin Bouwmeester" userId="1dbfebabfc25a55a" providerId="LiveId" clId="{75D63595-F797-482E-A4A0-2F4889B74D4F}" dt="2026-10-20T12:03:47.570" v="149" actId="113"/>
          <ac:spMkLst>
            <pc:docMk/>
            <pc:sldMk cId="2762651588" sldId="550"/>
            <ac:spMk id="17" creationId="{3E048599-77B5-7820-B8CA-61BAFD9264DB}"/>
          </ac:spMkLst>
        </pc:spChg>
      </pc:sldChg>
      <pc:sldChg chg="modSp mod">
        <pc:chgData name="Robbin Bouwmeester" userId="1dbfebabfc25a55a" providerId="LiveId" clId="{75D63595-F797-482E-A4A0-2F4889B74D4F}" dt="2026-10-20T12:03:54.425" v="151" actId="113"/>
        <pc:sldMkLst>
          <pc:docMk/>
          <pc:sldMk cId="3225917052" sldId="553"/>
        </pc:sldMkLst>
        <pc:spChg chg="mod">
          <ac:chgData name="Robbin Bouwmeester" userId="1dbfebabfc25a55a" providerId="LiveId" clId="{75D63595-F797-482E-A4A0-2F4889B74D4F}" dt="2026-10-20T12:03:54.425" v="151" actId="113"/>
          <ac:spMkLst>
            <pc:docMk/>
            <pc:sldMk cId="3225917052" sldId="553"/>
            <ac:spMk id="2" creationId="{57312F59-FD74-0F2D-F879-E708E44305B9}"/>
          </ac:spMkLst>
        </pc:spChg>
      </pc:sldChg>
      <pc:sldChg chg="modSp mod">
        <pc:chgData name="Robbin Bouwmeester" userId="1dbfebabfc25a55a" providerId="LiveId" clId="{75D63595-F797-482E-A4A0-2F4889B74D4F}" dt="2026-10-20T12:04:18.747" v="155" actId="113"/>
        <pc:sldMkLst>
          <pc:docMk/>
          <pc:sldMk cId="1790254409" sldId="554"/>
        </pc:sldMkLst>
        <pc:spChg chg="mod">
          <ac:chgData name="Robbin Bouwmeester" userId="1dbfebabfc25a55a" providerId="LiveId" clId="{75D63595-F797-482E-A4A0-2F4889B74D4F}" dt="2026-10-20T12:04:18.747" v="155" actId="113"/>
          <ac:spMkLst>
            <pc:docMk/>
            <pc:sldMk cId="1790254409" sldId="554"/>
            <ac:spMk id="5" creationId="{B52B8BAE-B6E1-B3E1-895C-3B169A017C7D}"/>
          </ac:spMkLst>
        </pc:spChg>
      </pc:sldChg>
      <pc:sldChg chg="modSp mod">
        <pc:chgData name="Robbin Bouwmeester" userId="1dbfebabfc25a55a" providerId="LiveId" clId="{75D63595-F797-482E-A4A0-2F4889B74D4F}" dt="2026-10-20T12:04:24.689" v="157" actId="113"/>
        <pc:sldMkLst>
          <pc:docMk/>
          <pc:sldMk cId="648858052" sldId="555"/>
        </pc:sldMkLst>
        <pc:spChg chg="mod">
          <ac:chgData name="Robbin Bouwmeester" userId="1dbfebabfc25a55a" providerId="LiveId" clId="{75D63595-F797-482E-A4A0-2F4889B74D4F}" dt="2026-10-20T12:04:24.689" v="157" actId="113"/>
          <ac:spMkLst>
            <pc:docMk/>
            <pc:sldMk cId="648858052" sldId="555"/>
            <ac:spMk id="5" creationId="{4EE2A4C6-59C3-7C5F-58A9-70BE854EFD20}"/>
          </ac:spMkLst>
        </pc:spChg>
      </pc:sldChg>
      <pc:sldChg chg="modSp mod">
        <pc:chgData name="Robbin Bouwmeester" userId="1dbfebabfc25a55a" providerId="LiveId" clId="{75D63595-F797-482E-A4A0-2F4889B74D4F}" dt="2026-10-20T12:05:10.387" v="169" actId="113"/>
        <pc:sldMkLst>
          <pc:docMk/>
          <pc:sldMk cId="3589209689" sldId="559"/>
        </pc:sldMkLst>
        <pc:spChg chg="mod">
          <ac:chgData name="Robbin Bouwmeester" userId="1dbfebabfc25a55a" providerId="LiveId" clId="{75D63595-F797-482E-A4A0-2F4889B74D4F}" dt="2026-10-20T12:05:10.387" v="169" actId="113"/>
          <ac:spMkLst>
            <pc:docMk/>
            <pc:sldMk cId="3589209689" sldId="559"/>
            <ac:spMk id="14" creationId="{327F2C68-82C9-A386-0D3D-4B91B0D4EEC7}"/>
          </ac:spMkLst>
        </pc:spChg>
      </pc:sldChg>
      <pc:sldChg chg="modSp mod">
        <pc:chgData name="Robbin Bouwmeester" userId="1dbfebabfc25a55a" providerId="LiveId" clId="{75D63595-F797-482E-A4A0-2F4889B74D4F}" dt="2026-10-20T12:05:15.575" v="171" actId="113"/>
        <pc:sldMkLst>
          <pc:docMk/>
          <pc:sldMk cId="2535709721" sldId="560"/>
        </pc:sldMkLst>
        <pc:spChg chg="mod">
          <ac:chgData name="Robbin Bouwmeester" userId="1dbfebabfc25a55a" providerId="LiveId" clId="{75D63595-F797-482E-A4A0-2F4889B74D4F}" dt="2026-10-20T12:05:15.575" v="171" actId="113"/>
          <ac:spMkLst>
            <pc:docMk/>
            <pc:sldMk cId="2535709721" sldId="560"/>
            <ac:spMk id="14" creationId="{3DD2AE91-19A2-6C6B-2A9C-8759FF3146C7}"/>
          </ac:spMkLst>
        </pc:spChg>
      </pc:sldChg>
      <pc:sldChg chg="modSp mod">
        <pc:chgData name="Robbin Bouwmeester" userId="1dbfebabfc25a55a" providerId="LiveId" clId="{75D63595-F797-482E-A4A0-2F4889B74D4F}" dt="2026-10-20T12:05:22.965" v="173" actId="113"/>
        <pc:sldMkLst>
          <pc:docMk/>
          <pc:sldMk cId="3820180095" sldId="561"/>
        </pc:sldMkLst>
        <pc:spChg chg="mod">
          <ac:chgData name="Robbin Bouwmeester" userId="1dbfebabfc25a55a" providerId="LiveId" clId="{75D63595-F797-482E-A4A0-2F4889B74D4F}" dt="2026-10-20T12:05:22.965" v="173" actId="113"/>
          <ac:spMkLst>
            <pc:docMk/>
            <pc:sldMk cId="3820180095" sldId="561"/>
            <ac:spMk id="14" creationId="{0B1EA895-43FB-4235-990A-3AD23D2E82E4}"/>
          </ac:spMkLst>
        </pc:spChg>
      </pc:sldChg>
      <pc:sldChg chg="modSp mod">
        <pc:chgData name="Robbin Bouwmeester" userId="1dbfebabfc25a55a" providerId="LiveId" clId="{75D63595-F797-482E-A4A0-2F4889B74D4F}" dt="2026-10-20T12:04:40.485" v="162" actId="113"/>
        <pc:sldMkLst>
          <pc:docMk/>
          <pc:sldMk cId="438126011" sldId="563"/>
        </pc:sldMkLst>
        <pc:spChg chg="mod">
          <ac:chgData name="Robbin Bouwmeester" userId="1dbfebabfc25a55a" providerId="LiveId" clId="{75D63595-F797-482E-A4A0-2F4889B74D4F}" dt="2026-10-20T12:04:34.340" v="159" actId="2711"/>
          <ac:spMkLst>
            <pc:docMk/>
            <pc:sldMk cId="438126011" sldId="563"/>
            <ac:spMk id="2" creationId="{FB6FD5C6-58BC-7AF2-0436-936F35AF95D8}"/>
          </ac:spMkLst>
        </pc:spChg>
        <pc:spChg chg="mod">
          <ac:chgData name="Robbin Bouwmeester" userId="1dbfebabfc25a55a" providerId="LiveId" clId="{75D63595-F797-482E-A4A0-2F4889B74D4F}" dt="2026-10-20T12:04:40.485" v="162" actId="113"/>
          <ac:spMkLst>
            <pc:docMk/>
            <pc:sldMk cId="438126011" sldId="563"/>
            <ac:spMk id="3" creationId="{3AF11DFC-6661-E3AF-1282-AE43421AF5C1}"/>
          </ac:spMkLst>
        </pc:spChg>
      </pc:sldChg>
      <pc:sldChg chg="modSp mod">
        <pc:chgData name="Robbin Bouwmeester" userId="1dbfebabfc25a55a" providerId="LiveId" clId="{75D63595-F797-482E-A4A0-2F4889B74D4F}" dt="2026-10-20T12:05:41.060" v="178" actId="2710"/>
        <pc:sldMkLst>
          <pc:docMk/>
          <pc:sldMk cId="1861669318" sldId="564"/>
        </pc:sldMkLst>
        <pc:spChg chg="mod">
          <ac:chgData name="Robbin Bouwmeester" userId="1dbfebabfc25a55a" providerId="LiveId" clId="{75D63595-F797-482E-A4A0-2F4889B74D4F}" dt="2026-10-20T12:05:29.053" v="175" actId="2711"/>
          <ac:spMkLst>
            <pc:docMk/>
            <pc:sldMk cId="1861669318" sldId="564"/>
            <ac:spMk id="6" creationId="{9462195F-B8ED-6E10-8230-089C9CD34676}"/>
          </ac:spMkLst>
        </pc:spChg>
        <pc:spChg chg="mod">
          <ac:chgData name="Robbin Bouwmeester" userId="1dbfebabfc25a55a" providerId="LiveId" clId="{75D63595-F797-482E-A4A0-2F4889B74D4F}" dt="2026-10-20T12:05:41.060" v="178" actId="2710"/>
          <ac:spMkLst>
            <pc:docMk/>
            <pc:sldMk cId="1861669318" sldId="564"/>
            <ac:spMk id="7" creationId="{B307A43B-BB38-D6F8-79D8-55A2DB7E0063}"/>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388EE1B-8E02-22BC-27D6-4A79C40AC67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0998A83-ED40-9555-5C00-CB48C0FAD47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58BD91-980D-431E-84C7-4DE0DA81F003}" type="datetimeFigureOut">
              <a:rPr lang="en-US" smtClean="0"/>
              <a:t>10/20/2026</a:t>
            </a:fld>
            <a:endParaRPr lang="en-US"/>
          </a:p>
        </p:txBody>
      </p:sp>
      <p:sp>
        <p:nvSpPr>
          <p:cNvPr id="4" name="Footer Placeholder 3">
            <a:extLst>
              <a:ext uri="{FF2B5EF4-FFF2-40B4-BE49-F238E27FC236}">
                <a16:creationId xmlns:a16="http://schemas.microsoft.com/office/drawing/2014/main" id="{87A9C8C3-E4FB-88E4-2A18-2B8A75A7FE5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B543907-5418-E741-8CA6-D9DFEBE4A94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6556B35-55D9-41D4-AF58-00310A1198CE}" type="slidenum">
              <a:rPr lang="en-US" smtClean="0"/>
              <a:t>‹#›</a:t>
            </a:fld>
            <a:endParaRPr lang="en-US"/>
          </a:p>
        </p:txBody>
      </p:sp>
    </p:spTree>
    <p:extLst>
      <p:ext uri="{BB962C8B-B14F-4D97-AF65-F5344CB8AC3E}">
        <p14:creationId xmlns:p14="http://schemas.microsoft.com/office/powerpoint/2010/main" val="425655844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F1364C-957D-4A3E-AAEB-3C68A911999D}" type="datetimeFigureOut">
              <a:rPr lang="en-US" smtClean="0"/>
              <a:t>10/20/2026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3C013A-CD70-4544-8384-B19ED78503EB}" type="slidenum">
              <a:rPr lang="en-US" smtClean="0"/>
              <a:t>‹#›</a:t>
            </a:fld>
            <a:endParaRPr lang="en-US"/>
          </a:p>
        </p:txBody>
      </p:sp>
    </p:spTree>
    <p:extLst>
      <p:ext uri="{BB962C8B-B14F-4D97-AF65-F5344CB8AC3E}">
        <p14:creationId xmlns:p14="http://schemas.microsoft.com/office/powerpoint/2010/main" val="3193348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F15D3-B102-1A46-0E21-DD388BA38B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5A337A-B787-AA20-122E-A0637A9376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4C2F0C-943B-19ED-83BD-4D7FFB5E969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For classification, </a:t>
            </a:r>
            <a:r>
              <a:rPr lang="en-US" b="1"/>
              <a:t>logistic regression </a:t>
            </a:r>
            <a:r>
              <a:rPr lang="en-US"/>
              <a:t>replaces the direct linear output by a </a:t>
            </a:r>
            <a:r>
              <a:rPr lang="en-US" b="1"/>
              <a:t>non-linear transformation</a:t>
            </a:r>
            <a:r>
              <a:rPr lang="en-US"/>
              <a:t>, typically a sigmoid. The model still computes a weighted sum of the inputs, but then maps that score to a </a:t>
            </a:r>
            <a:r>
              <a:rPr lang="en-US" b="1"/>
              <a:t>probability-like</a:t>
            </a:r>
            <a:r>
              <a:rPr lang="en-US"/>
              <a:t> </a:t>
            </a:r>
            <a:r>
              <a:rPr lang="en-US" b="1"/>
              <a:t>output</a:t>
            </a:r>
            <a:r>
              <a:rPr lang="en-US"/>
              <a:t> between 0 and 1. This makes logistic regression suitable for </a:t>
            </a:r>
            <a:r>
              <a:rPr lang="en-US" b="1"/>
              <a:t>binary classification</a:t>
            </a:r>
            <a:r>
              <a:rPr lang="en-US"/>
              <a:t>. </a:t>
            </a:r>
            <a:endParaRPr lang="nl-BE"/>
          </a:p>
          <a:p>
            <a:endParaRPr lang="nl-BE"/>
          </a:p>
        </p:txBody>
      </p:sp>
      <p:sp>
        <p:nvSpPr>
          <p:cNvPr id="4" name="Slide Number Placeholder 3">
            <a:extLst>
              <a:ext uri="{FF2B5EF4-FFF2-40B4-BE49-F238E27FC236}">
                <a16:creationId xmlns:a16="http://schemas.microsoft.com/office/drawing/2014/main" id="{7D64E434-AA4F-A5B1-283E-A6F34330362D}"/>
              </a:ext>
            </a:extLst>
          </p:cNvPr>
          <p:cNvSpPr>
            <a:spLocks noGrp="1"/>
          </p:cNvSpPr>
          <p:nvPr>
            <p:ph type="sldNum" sz="quarter" idx="10"/>
          </p:nvPr>
        </p:nvSpPr>
        <p:spPr/>
        <p:txBody>
          <a:bodyPr/>
          <a:lstStyle/>
          <a:p>
            <a:fld id="{7057AE92-D5D5-4227-B9E7-799476156D5D}" type="slidenum">
              <a:rPr lang="nl-NL" smtClean="0"/>
              <a:t>1</a:t>
            </a:fld>
            <a:endParaRPr lang="nl-NL"/>
          </a:p>
        </p:txBody>
      </p:sp>
    </p:spTree>
    <p:extLst>
      <p:ext uri="{BB962C8B-B14F-4D97-AF65-F5344CB8AC3E}">
        <p14:creationId xmlns:p14="http://schemas.microsoft.com/office/powerpoint/2010/main" val="20586368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Logistic regression can be viewed as a </a:t>
            </a:r>
            <a:r>
              <a:rPr lang="en-US" b="1"/>
              <a:t>very small network</a:t>
            </a:r>
            <a:r>
              <a:rPr lang="en-US"/>
              <a:t>: input features are multiplied by weights, summed together with a bias, and passed through an activation function to produce the output.</a:t>
            </a:r>
          </a:p>
          <a:p>
            <a:endParaRPr lang="en-US"/>
          </a:p>
          <a:p>
            <a:r>
              <a:rPr lang="en-US"/>
              <a:t>This viewpoint is useful because it shows that neural networks are not completely new models, but rather structured combinations of simpler regression-like units. </a:t>
            </a:r>
          </a:p>
        </p:txBody>
      </p:sp>
      <p:sp>
        <p:nvSpPr>
          <p:cNvPr id="4" name="Slide Number Placeholder 3"/>
          <p:cNvSpPr>
            <a:spLocks noGrp="1"/>
          </p:cNvSpPr>
          <p:nvPr>
            <p:ph type="sldNum" sz="quarter" idx="10"/>
          </p:nvPr>
        </p:nvSpPr>
        <p:spPr/>
        <p:txBody>
          <a:bodyPr/>
          <a:lstStyle/>
          <a:p>
            <a:fld id="{7057AE92-D5D5-4227-B9E7-799476156D5D}" type="slidenum">
              <a:rPr lang="nl-NL" smtClean="0"/>
              <a:t>2</a:t>
            </a:fld>
            <a:endParaRPr lang="nl-NL"/>
          </a:p>
        </p:txBody>
      </p:sp>
    </p:spTree>
    <p:extLst>
      <p:ext uri="{BB962C8B-B14F-4D97-AF65-F5344CB8AC3E}">
        <p14:creationId xmlns:p14="http://schemas.microsoft.com/office/powerpoint/2010/main" val="34634259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baseline="0"/>
          </a:p>
        </p:txBody>
      </p:sp>
      <p:sp>
        <p:nvSpPr>
          <p:cNvPr id="4" name="Slide Number Placeholder 3"/>
          <p:cNvSpPr>
            <a:spLocks noGrp="1"/>
          </p:cNvSpPr>
          <p:nvPr>
            <p:ph type="sldNum" sz="quarter" idx="10"/>
          </p:nvPr>
        </p:nvSpPr>
        <p:spPr/>
        <p:txBody>
          <a:bodyPr/>
          <a:lstStyle/>
          <a:p>
            <a:fld id="{7057AE92-D5D5-4227-B9E7-799476156D5D}" type="slidenum">
              <a:rPr lang="nl-NL" smtClean="0"/>
              <a:t>3</a:t>
            </a:fld>
            <a:endParaRPr lang="nl-NL"/>
          </a:p>
        </p:txBody>
      </p:sp>
    </p:spTree>
    <p:extLst>
      <p:ext uri="{BB962C8B-B14F-4D97-AF65-F5344CB8AC3E}">
        <p14:creationId xmlns:p14="http://schemas.microsoft.com/office/powerpoint/2010/main" val="24431648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a:t>
            </a:r>
            <a:r>
              <a:rPr lang="en-US" b="1"/>
              <a:t>neural network</a:t>
            </a:r>
            <a:r>
              <a:rPr lang="en-US"/>
              <a:t> is a </a:t>
            </a:r>
            <a:r>
              <a:rPr lang="en-US" b="1"/>
              <a:t>layered stack of such units</a:t>
            </a:r>
            <a:r>
              <a:rPr lang="en-US"/>
              <a:t>. The first layer receives the original input features. Each </a:t>
            </a:r>
            <a:r>
              <a:rPr lang="en-US" b="1"/>
              <a:t>node</a:t>
            </a:r>
            <a:r>
              <a:rPr lang="en-US"/>
              <a:t> in a </a:t>
            </a:r>
            <a:r>
              <a:rPr lang="en-US" b="1"/>
              <a:t>hidden layer </a:t>
            </a:r>
            <a:r>
              <a:rPr lang="en-US"/>
              <a:t>computes a transformed version of the previous layer’s outputs. The next layer then uses those transformed outputs as its own inputs. In this way, the network builds increasingly abstract internal representations of the data. </a:t>
            </a:r>
          </a:p>
        </p:txBody>
      </p:sp>
      <p:sp>
        <p:nvSpPr>
          <p:cNvPr id="4" name="Slide Number Placeholder 3"/>
          <p:cNvSpPr>
            <a:spLocks noGrp="1"/>
          </p:cNvSpPr>
          <p:nvPr>
            <p:ph type="sldNum" sz="quarter" idx="10"/>
          </p:nvPr>
        </p:nvSpPr>
        <p:spPr/>
        <p:txBody>
          <a:bodyPr/>
          <a:lstStyle/>
          <a:p>
            <a:fld id="{7057AE92-D5D5-4227-B9E7-799476156D5D}" type="slidenum">
              <a:rPr lang="nl-NL" smtClean="0"/>
              <a:t>4</a:t>
            </a:fld>
            <a:endParaRPr lang="nl-NL"/>
          </a:p>
        </p:txBody>
      </p:sp>
    </p:spTree>
    <p:extLst>
      <p:ext uri="{BB962C8B-B14F-4D97-AF65-F5344CB8AC3E}">
        <p14:creationId xmlns:p14="http://schemas.microsoft.com/office/powerpoint/2010/main" val="30803598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shallow neural network contains one hidden layer. A deeper neural network contains multiple hidden layers. Adding layers allows the model to </a:t>
            </a:r>
            <a:r>
              <a:rPr lang="en-US" b="1"/>
              <a:t>capture more complex patterns</a:t>
            </a:r>
            <a:r>
              <a:rPr lang="en-US"/>
              <a:t> than a single logistic regression can represent. </a:t>
            </a:r>
          </a:p>
        </p:txBody>
      </p:sp>
      <p:sp>
        <p:nvSpPr>
          <p:cNvPr id="4" name="Slide Number Placeholder 3"/>
          <p:cNvSpPr>
            <a:spLocks noGrp="1"/>
          </p:cNvSpPr>
          <p:nvPr>
            <p:ph type="sldNum" sz="quarter" idx="10"/>
          </p:nvPr>
        </p:nvSpPr>
        <p:spPr/>
        <p:txBody>
          <a:bodyPr/>
          <a:lstStyle/>
          <a:p>
            <a:fld id="{7057AE92-D5D5-4227-B9E7-799476156D5D}" type="slidenum">
              <a:rPr lang="nl-NL" smtClean="0"/>
              <a:t>5</a:t>
            </a:fld>
            <a:endParaRPr lang="nl-NL"/>
          </a:p>
        </p:txBody>
      </p:sp>
    </p:spTree>
    <p:extLst>
      <p:ext uri="{BB962C8B-B14F-4D97-AF65-F5344CB8AC3E}">
        <p14:creationId xmlns:p14="http://schemas.microsoft.com/office/powerpoint/2010/main" val="2949964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458C9C-F952-348D-2052-BBE2E73CFB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93D836-9AA0-B78E-570B-118EE1317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1D9AE5-51B8-0F91-21FA-6889D6673BA4}"/>
              </a:ext>
            </a:extLst>
          </p:cNvPr>
          <p:cNvSpPr>
            <a:spLocks noGrp="1"/>
          </p:cNvSpPr>
          <p:nvPr>
            <p:ph type="body" idx="1"/>
          </p:nvPr>
        </p:nvSpPr>
        <p:spPr/>
        <p:txBody>
          <a:bodyPr/>
          <a:lstStyle/>
          <a:p>
            <a:endParaRPr lang="nl-BE" baseline="0"/>
          </a:p>
        </p:txBody>
      </p:sp>
      <p:sp>
        <p:nvSpPr>
          <p:cNvPr id="4" name="Slide Number Placeholder 3">
            <a:extLst>
              <a:ext uri="{FF2B5EF4-FFF2-40B4-BE49-F238E27FC236}">
                <a16:creationId xmlns:a16="http://schemas.microsoft.com/office/drawing/2014/main" id="{0D6A725E-962F-4BB5-833B-B48251D68986}"/>
              </a:ext>
            </a:extLst>
          </p:cNvPr>
          <p:cNvSpPr>
            <a:spLocks noGrp="1"/>
          </p:cNvSpPr>
          <p:nvPr>
            <p:ph type="sldNum" sz="quarter" idx="10"/>
          </p:nvPr>
        </p:nvSpPr>
        <p:spPr/>
        <p:txBody>
          <a:bodyPr/>
          <a:lstStyle/>
          <a:p>
            <a:fld id="{7057AE92-D5D5-4227-B9E7-799476156D5D}" type="slidenum">
              <a:rPr lang="nl-NL" smtClean="0"/>
              <a:t>6</a:t>
            </a:fld>
            <a:endParaRPr lang="nl-NL"/>
          </a:p>
        </p:txBody>
      </p:sp>
    </p:spTree>
    <p:extLst>
      <p:ext uri="{BB962C8B-B14F-4D97-AF65-F5344CB8AC3E}">
        <p14:creationId xmlns:p14="http://schemas.microsoft.com/office/powerpoint/2010/main" val="11591248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Deeper networks can learn more complex relationships because each layer composes transformations from the previous layer. Earlier layers may capture simple patterns, while later layers combine these into more sophisticated structures.</a:t>
            </a:r>
          </a:p>
          <a:p>
            <a:endParaRPr lang="en-US"/>
          </a:p>
          <a:p>
            <a:r>
              <a:rPr lang="en-US"/>
              <a:t>However, this added flexibility comes at a cost: deeper models usually require more data and more careful training. </a:t>
            </a:r>
          </a:p>
        </p:txBody>
      </p:sp>
      <p:sp>
        <p:nvSpPr>
          <p:cNvPr id="4" name="Slide Number Placeholder 3"/>
          <p:cNvSpPr>
            <a:spLocks noGrp="1"/>
          </p:cNvSpPr>
          <p:nvPr>
            <p:ph type="sldNum" sz="quarter" idx="10"/>
          </p:nvPr>
        </p:nvSpPr>
        <p:spPr/>
        <p:txBody>
          <a:bodyPr/>
          <a:lstStyle/>
          <a:p>
            <a:fld id="{7057AE92-D5D5-4227-B9E7-799476156D5D}" type="slidenum">
              <a:rPr lang="nl-NL" smtClean="0"/>
              <a:t>7</a:t>
            </a:fld>
            <a:endParaRPr lang="nl-NL"/>
          </a:p>
        </p:txBody>
      </p:sp>
    </p:spTree>
    <p:extLst>
      <p:ext uri="{BB962C8B-B14F-4D97-AF65-F5344CB8AC3E}">
        <p14:creationId xmlns:p14="http://schemas.microsoft.com/office/powerpoint/2010/main" val="17858421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C11B1-CE4F-CC8A-2EC8-9B43F76AEF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B1907-E6D0-1EC1-C107-5F5E2B9695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64037B-7D8F-73F4-3876-1EE9BC686FC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7D27C22-9A41-EC43-CAD3-8385CB228A00}"/>
              </a:ext>
            </a:extLst>
          </p:cNvPr>
          <p:cNvSpPr>
            <a:spLocks noGrp="1"/>
          </p:cNvSpPr>
          <p:nvPr>
            <p:ph type="sldNum" sz="quarter" idx="10"/>
          </p:nvPr>
        </p:nvSpPr>
        <p:spPr/>
        <p:txBody>
          <a:bodyPr/>
          <a:lstStyle/>
          <a:p>
            <a:fld id="{7057AE92-D5D5-4227-B9E7-799476156D5D}" type="slidenum">
              <a:rPr lang="nl-NL" smtClean="0"/>
              <a:t>8</a:t>
            </a:fld>
            <a:endParaRPr lang="nl-NL"/>
          </a:p>
        </p:txBody>
      </p:sp>
    </p:spTree>
    <p:extLst>
      <p:ext uri="{BB962C8B-B14F-4D97-AF65-F5344CB8AC3E}">
        <p14:creationId xmlns:p14="http://schemas.microsoft.com/office/powerpoint/2010/main" val="1440879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Activation functions </a:t>
            </a:r>
            <a:r>
              <a:rPr lang="en-US"/>
              <a:t>are applied to the output of individual nodes. Their role is crucial because they introduce </a:t>
            </a:r>
            <a:r>
              <a:rPr lang="en-US" b="1"/>
              <a:t>non-linearity</a:t>
            </a:r>
            <a:r>
              <a:rPr lang="en-US"/>
              <a:t>. Without them, stacking many layers would still behave like a single linear transformation, and the network would not gain much expressive power.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p:txBody>
      </p:sp>
      <p:sp>
        <p:nvSpPr>
          <p:cNvPr id="4" name="Slide Number Placeholder 3"/>
          <p:cNvSpPr>
            <a:spLocks noGrp="1"/>
          </p:cNvSpPr>
          <p:nvPr>
            <p:ph type="sldNum" sz="quarter" idx="5"/>
          </p:nvPr>
        </p:nvSpPr>
        <p:spPr/>
        <p:txBody>
          <a:bodyPr/>
          <a:lstStyle/>
          <a:p>
            <a:fld id="{953C013A-CD70-4544-8384-B19ED78503EB}" type="slidenum">
              <a:rPr lang="en-US" smtClean="0"/>
              <a:t>9</a:t>
            </a:fld>
            <a:endParaRPr lang="en-US"/>
          </a:p>
        </p:txBody>
      </p:sp>
    </p:spTree>
    <p:extLst>
      <p:ext uri="{BB962C8B-B14F-4D97-AF65-F5344CB8AC3E}">
        <p14:creationId xmlns:p14="http://schemas.microsoft.com/office/powerpoint/2010/main" val="33349395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Do we always need to “go deeper”? The answer is nuanced. Deeper networks can learn more complex patterns, but they also require more training data and computational resources. For smaller datasets or simpler problems, a shallow network or even a traditional machine learning model may be more appropriate. </a:t>
            </a:r>
          </a:p>
          <a:p>
            <a:endParaRPr lang="en-US"/>
          </a:p>
          <a:p>
            <a:endParaRPr lang="en-US"/>
          </a:p>
        </p:txBody>
      </p:sp>
      <p:sp>
        <p:nvSpPr>
          <p:cNvPr id="4" name="Slide Number Placeholder 3"/>
          <p:cNvSpPr>
            <a:spLocks noGrp="1"/>
          </p:cNvSpPr>
          <p:nvPr>
            <p:ph type="sldNum" sz="quarter" idx="5"/>
          </p:nvPr>
        </p:nvSpPr>
        <p:spPr/>
        <p:txBody>
          <a:bodyPr/>
          <a:lstStyle/>
          <a:p>
            <a:fld id="{953C013A-CD70-4544-8384-B19ED78503EB}" type="slidenum">
              <a:rPr lang="en-US" smtClean="0"/>
              <a:t>10</a:t>
            </a:fld>
            <a:endParaRPr lang="en-US"/>
          </a:p>
        </p:txBody>
      </p:sp>
    </p:spTree>
    <p:extLst>
      <p:ext uri="{BB962C8B-B14F-4D97-AF65-F5344CB8AC3E}">
        <p14:creationId xmlns:p14="http://schemas.microsoft.com/office/powerpoint/2010/main" val="42017718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53C013A-CD70-4544-8384-B19ED78503EB}" type="slidenum">
              <a:rPr lang="en-US" smtClean="0"/>
              <a:t>11</a:t>
            </a:fld>
            <a:endParaRPr lang="en-US"/>
          </a:p>
        </p:txBody>
      </p:sp>
    </p:spTree>
    <p:extLst>
      <p:ext uri="{BB962C8B-B14F-4D97-AF65-F5344CB8AC3E}">
        <p14:creationId xmlns:p14="http://schemas.microsoft.com/office/powerpoint/2010/main" val="35348983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53C013A-CD70-4544-8384-B19ED78503EB}" type="slidenum">
              <a:rPr lang="en-US" smtClean="0"/>
              <a:t>12</a:t>
            </a:fld>
            <a:endParaRPr lang="en-US"/>
          </a:p>
        </p:txBody>
      </p:sp>
    </p:spTree>
    <p:extLst>
      <p:ext uri="{BB962C8B-B14F-4D97-AF65-F5344CB8AC3E}">
        <p14:creationId xmlns:p14="http://schemas.microsoft.com/office/powerpoint/2010/main" val="33729023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53C013A-CD70-4544-8384-B19ED78503EB}" type="slidenum">
              <a:rPr lang="en-US" smtClean="0"/>
              <a:t>13</a:t>
            </a:fld>
            <a:endParaRPr lang="en-US"/>
          </a:p>
        </p:txBody>
      </p:sp>
    </p:spTree>
    <p:extLst>
      <p:ext uri="{BB962C8B-B14F-4D97-AF65-F5344CB8AC3E}">
        <p14:creationId xmlns:p14="http://schemas.microsoft.com/office/powerpoint/2010/main" val="3822144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As in other machine learning models, neural networks are trained by </a:t>
            </a:r>
            <a:r>
              <a:rPr lang="en-US" b="1"/>
              <a:t>minimizing a loss function</a:t>
            </a:r>
            <a:r>
              <a:rPr lang="en-US"/>
              <a:t>. The choice of loss depends on the task. </a:t>
            </a:r>
            <a:r>
              <a:rPr lang="en-US" b="1"/>
              <a:t>Mean squared error </a:t>
            </a:r>
            <a:r>
              <a:rPr lang="en-US"/>
              <a:t>is typical for regression, </a:t>
            </a:r>
            <a:r>
              <a:rPr lang="en-US" b="1"/>
              <a:t>binary cross-entropy </a:t>
            </a:r>
            <a:r>
              <a:rPr lang="en-US"/>
              <a:t>for binary classification, and </a:t>
            </a:r>
            <a:r>
              <a:rPr lang="en-US" b="1"/>
              <a:t>categorical cross-entropy </a:t>
            </a:r>
            <a:r>
              <a:rPr lang="en-US"/>
              <a:t>for multi-class classification. The objective is always the same: find parameter values that make the model’s predictions fit the targets as well as possible. </a:t>
            </a:r>
          </a:p>
          <a:p>
            <a:endParaRPr lang="en-BE"/>
          </a:p>
        </p:txBody>
      </p:sp>
      <p:sp>
        <p:nvSpPr>
          <p:cNvPr id="4" name="Slide Number Placeholder 3"/>
          <p:cNvSpPr>
            <a:spLocks noGrp="1"/>
          </p:cNvSpPr>
          <p:nvPr>
            <p:ph type="sldNum" sz="quarter" idx="5"/>
          </p:nvPr>
        </p:nvSpPr>
        <p:spPr/>
        <p:txBody>
          <a:bodyPr/>
          <a:lstStyle/>
          <a:p>
            <a:fld id="{953C013A-CD70-4544-8384-B19ED78503EB}" type="slidenum">
              <a:rPr lang="en-US" smtClean="0"/>
              <a:t>14</a:t>
            </a:fld>
            <a:endParaRPr lang="en-US"/>
          </a:p>
        </p:txBody>
      </p:sp>
    </p:spTree>
    <p:extLst>
      <p:ext uri="{BB962C8B-B14F-4D97-AF65-F5344CB8AC3E}">
        <p14:creationId xmlns:p14="http://schemas.microsoft.com/office/powerpoint/2010/main" val="188706975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77EC4-25C3-1F5C-BD83-A2FA8537F7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8ECF60-8DFE-9867-0665-37C290E303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C99373-E849-B820-38F7-50B19F26ABA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Neural networks are optimized using </a:t>
            </a:r>
            <a:r>
              <a:rPr lang="en-US" b="1"/>
              <a:t>gradient descent</a:t>
            </a:r>
            <a:r>
              <a:rPr lang="en-US"/>
              <a:t>. Training consists of iteratively </a:t>
            </a:r>
            <a:r>
              <a:rPr lang="en-US" b="1"/>
              <a:t>adjusting weights and biases</a:t>
            </a:r>
            <a:r>
              <a:rPr lang="en-US"/>
              <a:t> in the direction that reduces the loss. This is the same core optimization idea already introduced for simpler models, but now applied to a </a:t>
            </a:r>
            <a:r>
              <a:rPr lang="en-US" b="1"/>
              <a:t>much larger number of parameters</a:t>
            </a:r>
            <a:r>
              <a:rPr lang="en-US"/>
              <a:t>. </a:t>
            </a:r>
          </a:p>
          <a:p>
            <a:endParaRPr lang="en-BE"/>
          </a:p>
        </p:txBody>
      </p:sp>
      <p:sp>
        <p:nvSpPr>
          <p:cNvPr id="4" name="Slide Number Placeholder 3">
            <a:extLst>
              <a:ext uri="{FF2B5EF4-FFF2-40B4-BE49-F238E27FC236}">
                <a16:creationId xmlns:a16="http://schemas.microsoft.com/office/drawing/2014/main" id="{732941A5-F880-AD94-47E0-0E388E64C9EA}"/>
              </a:ext>
            </a:extLst>
          </p:cNvPr>
          <p:cNvSpPr>
            <a:spLocks noGrp="1"/>
          </p:cNvSpPr>
          <p:nvPr>
            <p:ph type="sldNum" sz="quarter" idx="5"/>
          </p:nvPr>
        </p:nvSpPr>
        <p:spPr/>
        <p:txBody>
          <a:bodyPr/>
          <a:lstStyle/>
          <a:p>
            <a:fld id="{953C013A-CD70-4544-8384-B19ED78503EB}" type="slidenum">
              <a:rPr lang="en-US" smtClean="0"/>
              <a:t>15</a:t>
            </a:fld>
            <a:endParaRPr lang="en-US"/>
          </a:p>
        </p:txBody>
      </p:sp>
    </p:spTree>
    <p:extLst>
      <p:ext uri="{BB962C8B-B14F-4D97-AF65-F5344CB8AC3E}">
        <p14:creationId xmlns:p14="http://schemas.microsoft.com/office/powerpoint/2010/main" val="32254957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The key technical idea that makes neural networks trainable is </a:t>
            </a:r>
            <a:r>
              <a:rPr lang="en-US" b="1"/>
              <a:t>backpropagation</a:t>
            </a:r>
            <a:r>
              <a:rPr lang="en-US"/>
              <a:t>. In a network with many layers and many parameters, directly computing the influence of every parameter on the loss would be inefficient. Backpropagation solves this by propagating error information backward through the network and efficiently calculating gradients for all parameters. </a:t>
            </a:r>
          </a:p>
          <a:p>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Conceptually, the forward pass computes activations and predictions. The backward pass then determines how each weight and bias contributed to the final error and how it should change to reduce that error. This lets deep models with many layers be trained in practice. </a:t>
            </a:r>
          </a:p>
          <a:p>
            <a:endParaRPr lang="en-US"/>
          </a:p>
        </p:txBody>
      </p:sp>
      <p:sp>
        <p:nvSpPr>
          <p:cNvPr id="4" name="Slide Number Placeholder 3"/>
          <p:cNvSpPr>
            <a:spLocks noGrp="1"/>
          </p:cNvSpPr>
          <p:nvPr>
            <p:ph type="sldNum" sz="quarter" idx="5"/>
          </p:nvPr>
        </p:nvSpPr>
        <p:spPr/>
        <p:txBody>
          <a:bodyPr/>
          <a:lstStyle/>
          <a:p>
            <a:fld id="{953C013A-CD70-4544-8384-B19ED78503EB}" type="slidenum">
              <a:rPr lang="en-US" smtClean="0"/>
              <a:t>16</a:t>
            </a:fld>
            <a:endParaRPr lang="en-US"/>
          </a:p>
        </p:txBody>
      </p:sp>
    </p:spTree>
    <p:extLst>
      <p:ext uri="{BB962C8B-B14F-4D97-AF65-F5344CB8AC3E}">
        <p14:creationId xmlns:p14="http://schemas.microsoft.com/office/powerpoint/2010/main" val="70819924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53C013A-CD70-4544-8384-B19ED78503EB}" type="slidenum">
              <a:rPr lang="en-US" smtClean="0"/>
              <a:t>17</a:t>
            </a:fld>
            <a:endParaRPr lang="en-US"/>
          </a:p>
        </p:txBody>
      </p:sp>
    </p:spTree>
    <p:extLst>
      <p:ext uri="{BB962C8B-B14F-4D97-AF65-F5344CB8AC3E}">
        <p14:creationId xmlns:p14="http://schemas.microsoft.com/office/powerpoint/2010/main" val="412125092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53C013A-CD70-4544-8384-B19ED78503EB}" type="slidenum">
              <a:rPr lang="en-US" smtClean="0"/>
              <a:t>18</a:t>
            </a:fld>
            <a:endParaRPr lang="en-US"/>
          </a:p>
        </p:txBody>
      </p:sp>
    </p:spTree>
    <p:extLst>
      <p:ext uri="{BB962C8B-B14F-4D97-AF65-F5344CB8AC3E}">
        <p14:creationId xmlns:p14="http://schemas.microsoft.com/office/powerpoint/2010/main" val="34404419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For simple models such as logistic regression, the </a:t>
            </a:r>
            <a:r>
              <a:rPr lang="en-US" b="1"/>
              <a:t>loss surface </a:t>
            </a:r>
            <a:r>
              <a:rPr lang="en-US"/>
              <a:t>is often relatively smooth and easy to optimize. For neural networks, especially deep ones, the loss surface becomes much more complex, with many </a:t>
            </a:r>
            <a:r>
              <a:rPr lang="en-US" b="1"/>
              <a:t>local minima </a:t>
            </a:r>
            <a:r>
              <a:rPr lang="en-US"/>
              <a:t>and irregular regions. This makes optimization more difficult and partly explains why training deep networks requires careful design choices. </a:t>
            </a:r>
          </a:p>
          <a:p>
            <a:endParaRPr lang="en-US"/>
          </a:p>
        </p:txBody>
      </p:sp>
      <p:sp>
        <p:nvSpPr>
          <p:cNvPr id="4" name="Slide Number Placeholder 3"/>
          <p:cNvSpPr>
            <a:spLocks noGrp="1"/>
          </p:cNvSpPr>
          <p:nvPr>
            <p:ph type="sldNum" sz="quarter" idx="5"/>
          </p:nvPr>
        </p:nvSpPr>
        <p:spPr/>
        <p:txBody>
          <a:bodyPr/>
          <a:lstStyle/>
          <a:p>
            <a:fld id="{953C013A-CD70-4544-8384-B19ED78503EB}" type="slidenum">
              <a:rPr lang="en-US" smtClean="0"/>
              <a:t>19</a:t>
            </a:fld>
            <a:endParaRPr lang="en-US"/>
          </a:p>
        </p:txBody>
      </p:sp>
    </p:spTree>
    <p:extLst>
      <p:ext uri="{BB962C8B-B14F-4D97-AF65-F5344CB8AC3E}">
        <p14:creationId xmlns:p14="http://schemas.microsoft.com/office/powerpoint/2010/main" val="366030945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53C013A-CD70-4544-8384-B19ED78503EB}" type="slidenum">
              <a:rPr lang="en-US" smtClean="0"/>
              <a:t>20</a:t>
            </a:fld>
            <a:endParaRPr lang="en-US"/>
          </a:p>
        </p:txBody>
      </p:sp>
    </p:spTree>
    <p:extLst>
      <p:ext uri="{BB962C8B-B14F-4D97-AF65-F5344CB8AC3E}">
        <p14:creationId xmlns:p14="http://schemas.microsoft.com/office/powerpoint/2010/main" val="441163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a:t>Neural networks are trained over multiple </a:t>
            </a:r>
            <a:r>
              <a:rPr lang="en-US" b="1"/>
              <a:t>epochs</a:t>
            </a:r>
            <a:r>
              <a:rPr lang="en-US"/>
              <a:t>, where one epoch means one full pass through the training data. Within each epoch, the model processes many mini-batches. For each mini-batch, the network performs a </a:t>
            </a:r>
            <a:r>
              <a:rPr lang="en-US" b="1"/>
              <a:t>forward pass</a:t>
            </a:r>
            <a:r>
              <a:rPr lang="en-US"/>
              <a:t>, computes the loss, performs a </a:t>
            </a:r>
            <a:r>
              <a:rPr lang="en-US" b="1"/>
              <a:t>backward pass </a:t>
            </a:r>
            <a:r>
              <a:rPr lang="en-US"/>
              <a:t>to calculate gradients, and then updates the parameters.</a:t>
            </a:r>
          </a:p>
          <a:p>
            <a:pPr marL="0" indent="0">
              <a:buNone/>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After training updates, the model is also evaluated on </a:t>
            </a:r>
            <a:r>
              <a:rPr lang="en-US" b="1"/>
              <a:t>validation data</a:t>
            </a:r>
            <a:r>
              <a:rPr lang="en-US"/>
              <a:t>. If validation performance improves, training can continue. If validation performance stops improving, training should be stopped. This is an example of </a:t>
            </a:r>
            <a:r>
              <a:rPr lang="en-US" b="1"/>
              <a:t>early stopping</a:t>
            </a:r>
            <a:r>
              <a:rPr lang="en-US"/>
              <a:t>, which helps prevent overfitting. The learning-curve figure shows the typical situation where training loss continues to decrease while validation loss eventually stops improving or begins to worsen. </a:t>
            </a:r>
          </a:p>
          <a:p>
            <a:pPr marL="0" indent="0">
              <a:buNone/>
            </a:pPr>
            <a:endParaRPr lang="en-US"/>
          </a:p>
        </p:txBody>
      </p:sp>
      <p:sp>
        <p:nvSpPr>
          <p:cNvPr id="4" name="Slide Number Placeholder 3"/>
          <p:cNvSpPr>
            <a:spLocks noGrp="1"/>
          </p:cNvSpPr>
          <p:nvPr>
            <p:ph type="sldNum" sz="quarter" idx="5"/>
          </p:nvPr>
        </p:nvSpPr>
        <p:spPr/>
        <p:txBody>
          <a:bodyPr/>
          <a:lstStyle/>
          <a:p>
            <a:fld id="{953C013A-CD70-4544-8384-B19ED78503EB}" type="slidenum">
              <a:rPr lang="en-US" smtClean="0"/>
              <a:t>21</a:t>
            </a:fld>
            <a:endParaRPr lang="en-US"/>
          </a:p>
        </p:txBody>
      </p:sp>
    </p:spTree>
    <p:extLst>
      <p:ext uri="{BB962C8B-B14F-4D97-AF65-F5344CB8AC3E}">
        <p14:creationId xmlns:p14="http://schemas.microsoft.com/office/powerpoint/2010/main" val="31765040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neural network is best understood as a collection of modules or building blocks. A module takes input, applies some transformation, and returns an output. Some modules have trainable parameters, such as dense layers; others simply transform data without learning parameters, such as certain activation or pooling operations. This </a:t>
            </a:r>
            <a:r>
              <a:rPr lang="en-US" b="1"/>
              <a:t>modularity</a:t>
            </a:r>
            <a:r>
              <a:rPr lang="en-US"/>
              <a:t> is one reason neural networks are highly flexible and can be adapted to many different data types and tasks. </a:t>
            </a:r>
          </a:p>
        </p:txBody>
      </p:sp>
      <p:sp>
        <p:nvSpPr>
          <p:cNvPr id="4" name="Slide Number Placeholder 3"/>
          <p:cNvSpPr>
            <a:spLocks noGrp="1"/>
          </p:cNvSpPr>
          <p:nvPr>
            <p:ph type="sldNum" sz="quarter" idx="10"/>
          </p:nvPr>
        </p:nvSpPr>
        <p:spPr/>
        <p:txBody>
          <a:bodyPr/>
          <a:lstStyle/>
          <a:p>
            <a:fld id="{7057AE92-D5D5-4227-B9E7-799476156D5D}" type="slidenum">
              <a:rPr lang="nl-NL" smtClean="0"/>
              <a:t>22</a:t>
            </a:fld>
            <a:endParaRPr lang="nl-NL"/>
          </a:p>
        </p:txBody>
      </p:sp>
    </p:spTree>
    <p:extLst>
      <p:ext uri="{BB962C8B-B14F-4D97-AF65-F5344CB8AC3E}">
        <p14:creationId xmlns:p14="http://schemas.microsoft.com/office/powerpoint/2010/main" val="82035895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53C013A-CD70-4544-8384-B19ED78503EB}" type="slidenum">
              <a:rPr lang="en-US" smtClean="0"/>
              <a:t>23</a:t>
            </a:fld>
            <a:endParaRPr lang="en-US"/>
          </a:p>
        </p:txBody>
      </p:sp>
    </p:spTree>
    <p:extLst>
      <p:ext uri="{BB962C8B-B14F-4D97-AF65-F5344CB8AC3E}">
        <p14:creationId xmlns:p14="http://schemas.microsoft.com/office/powerpoint/2010/main" val="6406789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53C013A-CD70-4544-8384-B19ED78503EB}" type="slidenum">
              <a:rPr lang="en-US" smtClean="0"/>
              <a:t>24</a:t>
            </a:fld>
            <a:endParaRPr lang="en-US"/>
          </a:p>
        </p:txBody>
      </p:sp>
    </p:spTree>
    <p:extLst>
      <p:ext uri="{BB962C8B-B14F-4D97-AF65-F5344CB8AC3E}">
        <p14:creationId xmlns:p14="http://schemas.microsoft.com/office/powerpoint/2010/main" val="41292652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A full layer of a neural network can be written compactly in </a:t>
            </a:r>
            <a:r>
              <a:rPr lang="en-US" b="1"/>
              <a:t>matrix form</a:t>
            </a:r>
            <a:r>
              <a:rPr lang="en-US"/>
              <a:t>. Instead of writing one equation per neuron, all neuron computations in a layer can be grouped into a matrix multiplication plus a bias vector, followed by an activation function. </a:t>
            </a:r>
          </a:p>
        </p:txBody>
      </p:sp>
      <p:sp>
        <p:nvSpPr>
          <p:cNvPr id="4" name="Slide Number Placeholder 3"/>
          <p:cNvSpPr>
            <a:spLocks noGrp="1"/>
          </p:cNvSpPr>
          <p:nvPr>
            <p:ph type="sldNum" sz="quarter" idx="5"/>
          </p:nvPr>
        </p:nvSpPr>
        <p:spPr/>
        <p:txBody>
          <a:bodyPr/>
          <a:lstStyle/>
          <a:p>
            <a:fld id="{953C013A-CD70-4544-8384-B19ED78503EB}" type="slidenum">
              <a:rPr lang="en-US" smtClean="0"/>
              <a:t>25</a:t>
            </a:fld>
            <a:endParaRPr lang="en-US"/>
          </a:p>
        </p:txBody>
      </p:sp>
    </p:spTree>
    <p:extLst>
      <p:ext uri="{BB962C8B-B14F-4D97-AF65-F5344CB8AC3E}">
        <p14:creationId xmlns:p14="http://schemas.microsoft.com/office/powerpoint/2010/main" val="183917795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Because neural network computations rely heavily on </a:t>
            </a:r>
            <a:r>
              <a:rPr lang="en-US" b="1"/>
              <a:t>large matrix operations</a:t>
            </a:r>
            <a:r>
              <a:rPr lang="en-US"/>
              <a:t>, </a:t>
            </a:r>
            <a:r>
              <a:rPr lang="en-US" b="1"/>
              <a:t>GPUs</a:t>
            </a:r>
            <a:r>
              <a:rPr lang="en-US"/>
              <a:t> are highly effective for training them. GPUs are designed for </a:t>
            </a:r>
            <a:r>
              <a:rPr lang="en-US" b="1"/>
              <a:t>parallel numerical computation </a:t>
            </a:r>
            <a:r>
              <a:rPr lang="en-US"/>
              <a:t>and therefore accelerate both the forward and backward passes, especially in deep models with many parameters. </a:t>
            </a:r>
          </a:p>
          <a:p>
            <a:endParaRPr lang="en-US"/>
          </a:p>
        </p:txBody>
      </p:sp>
      <p:sp>
        <p:nvSpPr>
          <p:cNvPr id="4" name="Slide Number Placeholder 3"/>
          <p:cNvSpPr>
            <a:spLocks noGrp="1"/>
          </p:cNvSpPr>
          <p:nvPr>
            <p:ph type="sldNum" sz="quarter" idx="5"/>
          </p:nvPr>
        </p:nvSpPr>
        <p:spPr/>
        <p:txBody>
          <a:bodyPr/>
          <a:lstStyle/>
          <a:p>
            <a:fld id="{953C013A-CD70-4544-8384-B19ED78503EB}" type="slidenum">
              <a:rPr lang="en-US" smtClean="0"/>
              <a:t>26</a:t>
            </a:fld>
            <a:endParaRPr lang="en-US"/>
          </a:p>
        </p:txBody>
      </p:sp>
    </p:spTree>
    <p:extLst>
      <p:ext uri="{BB962C8B-B14F-4D97-AF65-F5344CB8AC3E}">
        <p14:creationId xmlns:p14="http://schemas.microsoft.com/office/powerpoint/2010/main" val="36157215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53C013A-CD70-4544-8384-B19ED78503EB}" type="slidenum">
              <a:rPr lang="en-US" smtClean="0"/>
              <a:t>27</a:t>
            </a:fld>
            <a:endParaRPr lang="en-US"/>
          </a:p>
        </p:txBody>
      </p:sp>
    </p:spTree>
    <p:extLst>
      <p:ext uri="{BB962C8B-B14F-4D97-AF65-F5344CB8AC3E}">
        <p14:creationId xmlns:p14="http://schemas.microsoft.com/office/powerpoint/2010/main" val="23757275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771D86-6751-25A3-035F-788E6079F5B5}"/>
              </a:ext>
            </a:extLst>
          </p:cNvPr>
          <p:cNvSpPr>
            <a:spLocks noGrp="1"/>
          </p:cNvSpPr>
          <p:nvPr>
            <p:ph type="ctrTitle"/>
          </p:nvPr>
        </p:nvSpPr>
        <p:spPr>
          <a:xfrm>
            <a:off x="445476" y="406400"/>
            <a:ext cx="9144000" cy="2387600"/>
          </a:xfrm>
        </p:spPr>
        <p:txBody>
          <a:bodyPr anchor="b"/>
          <a:lstStyle>
            <a:lvl1pPr algn="ctr">
              <a:defRPr sz="6000"/>
            </a:lvl1pPr>
          </a:lstStyle>
          <a:p>
            <a:r>
              <a:rPr lang="en-GB"/>
              <a:t>Click to edit Master title style</a:t>
            </a:r>
            <a:endParaRPr lang="en-BE"/>
          </a:p>
        </p:txBody>
      </p:sp>
      <p:sp>
        <p:nvSpPr>
          <p:cNvPr id="3" name="Subtitle 2">
            <a:extLst>
              <a:ext uri="{FF2B5EF4-FFF2-40B4-BE49-F238E27FC236}">
                <a16:creationId xmlns:a16="http://schemas.microsoft.com/office/drawing/2014/main" id="{C36DFF0C-2793-CF74-39AD-128524A11BED}"/>
              </a:ext>
            </a:extLst>
          </p:cNvPr>
          <p:cNvSpPr>
            <a:spLocks noGrp="1"/>
          </p:cNvSpPr>
          <p:nvPr>
            <p:ph type="subTitle" idx="1"/>
          </p:nvPr>
        </p:nvSpPr>
        <p:spPr>
          <a:xfrm>
            <a:off x="445476" y="3094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E"/>
          </a:p>
        </p:txBody>
      </p:sp>
    </p:spTree>
    <p:extLst>
      <p:ext uri="{BB962C8B-B14F-4D97-AF65-F5344CB8AC3E}">
        <p14:creationId xmlns:p14="http://schemas.microsoft.com/office/powerpoint/2010/main" val="4659468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5CD792-7D3D-83C5-606E-EE2B07A316E5}"/>
              </a:ext>
            </a:extLst>
          </p:cNvPr>
          <p:cNvSpPr>
            <a:spLocks noGrp="1"/>
          </p:cNvSpPr>
          <p:nvPr>
            <p:ph type="title"/>
          </p:nvPr>
        </p:nvSpPr>
        <p:spPr/>
        <p:txBody>
          <a:bodyPr vert="horz" lIns="0" tIns="0" rIns="0" bIns="0" rtlCol="0" anchor="t">
            <a:noAutofit/>
          </a:bodyPr>
          <a:lstStyle>
            <a:lvl1pPr>
              <a:defRPr lang="en-BE"/>
            </a:lvl1pPr>
          </a:lstStyle>
          <a:p>
            <a:pPr lvl="0"/>
            <a:r>
              <a:rPr lang="en-GB"/>
              <a:t>Click to edit Master title style</a:t>
            </a:r>
            <a:endParaRPr lang="en-BE"/>
          </a:p>
        </p:txBody>
      </p:sp>
      <p:sp>
        <p:nvSpPr>
          <p:cNvPr id="3" name="Content Placeholder 2">
            <a:extLst>
              <a:ext uri="{FF2B5EF4-FFF2-40B4-BE49-F238E27FC236}">
                <a16:creationId xmlns:a16="http://schemas.microsoft.com/office/drawing/2014/main" id="{BE8BEEF3-E6B4-333F-98A9-C13B32EDD254}"/>
              </a:ext>
            </a:extLst>
          </p:cNvPr>
          <p:cNvSpPr>
            <a:spLocks noGrp="1"/>
          </p:cNvSpPr>
          <p:nvPr>
            <p:ph idx="1"/>
          </p:nvPr>
        </p:nvSpPr>
        <p:spPr/>
        <p:txBody>
          <a:bodyPr/>
          <a:lstStyle>
            <a:lvl1pPr>
              <a:defRPr lang="en-GB"/>
            </a:lvl1pPr>
            <a:lvl2pPr>
              <a:defRPr lang="en-GB"/>
            </a:lvl2pPr>
            <a:lvl3pPr>
              <a:defRPr lang="en-GB"/>
            </a:lvl3pPr>
            <a:lvl4pPr>
              <a:defRPr lang="en-GB"/>
            </a:lvl4pPr>
            <a:lvl5pPr>
              <a:defRPr lang="en-BE"/>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Footer Placeholder 4">
            <a:extLst>
              <a:ext uri="{FF2B5EF4-FFF2-40B4-BE49-F238E27FC236}">
                <a16:creationId xmlns:a16="http://schemas.microsoft.com/office/drawing/2014/main" id="{D49552F3-5810-93F0-E468-78FD4AFC14F2}"/>
              </a:ext>
            </a:extLst>
          </p:cNvPr>
          <p:cNvSpPr>
            <a:spLocks noGrp="1"/>
          </p:cNvSpPr>
          <p:nvPr>
            <p:ph type="ftr" sz="quarter" idx="11"/>
          </p:nvPr>
        </p:nvSpPr>
        <p:spPr/>
        <p:txBody>
          <a:bodyPr vert="horz" lIns="0" tIns="0" rIns="0" bIns="0" rtlCol="0" anchor="ctr"/>
          <a:lstStyle>
            <a:lvl1pPr>
              <a:defRPr lang="en-US"/>
            </a:lvl1pPr>
          </a:lstStyle>
          <a:p>
            <a:endParaRPr lang="en-US"/>
          </a:p>
        </p:txBody>
      </p:sp>
      <p:sp>
        <p:nvSpPr>
          <p:cNvPr id="6" name="Slide Number Placeholder 5">
            <a:extLst>
              <a:ext uri="{FF2B5EF4-FFF2-40B4-BE49-F238E27FC236}">
                <a16:creationId xmlns:a16="http://schemas.microsoft.com/office/drawing/2014/main" id="{14F9C0B1-D794-36E8-AB68-2ACF514DDCD6}"/>
              </a:ext>
            </a:extLst>
          </p:cNvPr>
          <p:cNvSpPr>
            <a:spLocks noGrp="1"/>
          </p:cNvSpPr>
          <p:nvPr>
            <p:ph type="sldNum" sz="quarter" idx="12"/>
          </p:nvPr>
        </p:nvSpPr>
        <p:spPr/>
        <p:txBody>
          <a:bodyPr/>
          <a:lstStyle>
            <a:lvl1pPr>
              <a:defRPr lang="en-BE" smtClean="0"/>
            </a:lvl1pPr>
          </a:lstStyle>
          <a:p>
            <a:fld id="{94B3E216-A3C5-4E41-AE94-D003E76F1D3A}" type="slidenum">
              <a:rPr lang="en-US" smtClean="0"/>
              <a:pPr/>
              <a:t>‹#›</a:t>
            </a:fld>
            <a:endParaRPr lang="en-US"/>
          </a:p>
        </p:txBody>
      </p:sp>
    </p:spTree>
    <p:extLst>
      <p:ext uri="{BB962C8B-B14F-4D97-AF65-F5344CB8AC3E}">
        <p14:creationId xmlns:p14="http://schemas.microsoft.com/office/powerpoint/2010/main" val="38742563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29DC3-8AAE-DEDC-EB49-92CAD4E4038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E"/>
          </a:p>
        </p:txBody>
      </p:sp>
      <p:sp>
        <p:nvSpPr>
          <p:cNvPr id="3" name="Text Placeholder 2">
            <a:extLst>
              <a:ext uri="{FF2B5EF4-FFF2-40B4-BE49-F238E27FC236}">
                <a16:creationId xmlns:a16="http://schemas.microsoft.com/office/drawing/2014/main" id="{BA40AA02-1CBC-FFE6-61AD-45B18821D02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C58201DE-6807-8F50-7C1D-6A9824254BAC}"/>
              </a:ext>
            </a:extLst>
          </p:cNvPr>
          <p:cNvSpPr>
            <a:spLocks noGrp="1"/>
          </p:cNvSpPr>
          <p:nvPr>
            <p:ph type="dt" sz="half" idx="10"/>
          </p:nvPr>
        </p:nvSpPr>
        <p:spPr>
          <a:xfrm>
            <a:off x="433633" y="6459767"/>
            <a:ext cx="3147767" cy="261708"/>
          </a:xfrm>
          <a:prstGeom prst="rect">
            <a:avLst/>
          </a:prstGeom>
        </p:spPr>
        <p:txBody>
          <a:bodyPr/>
          <a:lstStyle/>
          <a:p>
            <a:fld id="{858A6A01-87E6-49E3-BB95-1C1D84F4E29B}" type="datetime8">
              <a:rPr lang="en-BE" smtClean="0"/>
              <a:t>10/20/2026 10:36</a:t>
            </a:fld>
            <a:endParaRPr lang="en-BE"/>
          </a:p>
        </p:txBody>
      </p:sp>
      <p:sp>
        <p:nvSpPr>
          <p:cNvPr id="5" name="Footer Placeholder 4">
            <a:extLst>
              <a:ext uri="{FF2B5EF4-FFF2-40B4-BE49-F238E27FC236}">
                <a16:creationId xmlns:a16="http://schemas.microsoft.com/office/drawing/2014/main" id="{E7F08137-91F7-C16D-6848-DAF48904F5D0}"/>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E48073F0-040C-7AB4-0FBC-12E7740D353E}"/>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20648544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C5A02-220B-237D-9FE4-311584315A3B}"/>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93C927E6-BA8E-AB88-7421-757A268D9073}"/>
              </a:ext>
            </a:extLst>
          </p:cNvPr>
          <p:cNvSpPr>
            <a:spLocks noGrp="1"/>
          </p:cNvSpPr>
          <p:nvPr>
            <p:ph sz="half" idx="1"/>
          </p:nvPr>
        </p:nvSpPr>
        <p:spPr>
          <a:xfrm>
            <a:off x="433633" y="1253765"/>
            <a:ext cx="5586167" cy="507162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Content Placeholder 3">
            <a:extLst>
              <a:ext uri="{FF2B5EF4-FFF2-40B4-BE49-F238E27FC236}">
                <a16:creationId xmlns:a16="http://schemas.microsoft.com/office/drawing/2014/main" id="{C92954B8-E4C9-4219-7811-8A1A1E0D647F}"/>
              </a:ext>
            </a:extLst>
          </p:cNvPr>
          <p:cNvSpPr>
            <a:spLocks noGrp="1"/>
          </p:cNvSpPr>
          <p:nvPr>
            <p:ph sz="half" idx="2"/>
          </p:nvPr>
        </p:nvSpPr>
        <p:spPr>
          <a:xfrm>
            <a:off x="6172199" y="1253764"/>
            <a:ext cx="5586167" cy="507162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Date Placeholder 4">
            <a:extLst>
              <a:ext uri="{FF2B5EF4-FFF2-40B4-BE49-F238E27FC236}">
                <a16:creationId xmlns:a16="http://schemas.microsoft.com/office/drawing/2014/main" id="{D28B685C-61CC-0404-2995-D328F279993B}"/>
              </a:ext>
            </a:extLst>
          </p:cNvPr>
          <p:cNvSpPr>
            <a:spLocks noGrp="1"/>
          </p:cNvSpPr>
          <p:nvPr>
            <p:ph type="dt" sz="half" idx="10"/>
          </p:nvPr>
        </p:nvSpPr>
        <p:spPr>
          <a:xfrm>
            <a:off x="433633" y="6459767"/>
            <a:ext cx="3147767" cy="261708"/>
          </a:xfrm>
          <a:prstGeom prst="rect">
            <a:avLst/>
          </a:prstGeom>
        </p:spPr>
        <p:txBody>
          <a:bodyPr/>
          <a:lstStyle/>
          <a:p>
            <a:fld id="{00FE062E-D11C-40F2-AC56-F7BFB1C87B09}" type="datetime8">
              <a:rPr lang="en-BE" smtClean="0"/>
              <a:t>10/20/2026 10:36</a:t>
            </a:fld>
            <a:endParaRPr lang="en-BE"/>
          </a:p>
        </p:txBody>
      </p:sp>
      <p:sp>
        <p:nvSpPr>
          <p:cNvPr id="6" name="Footer Placeholder 5">
            <a:extLst>
              <a:ext uri="{FF2B5EF4-FFF2-40B4-BE49-F238E27FC236}">
                <a16:creationId xmlns:a16="http://schemas.microsoft.com/office/drawing/2014/main" id="{282CBF2C-7DC6-6CDB-599F-4D2531B7EFD7}"/>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E8FDAF82-8FCB-417A-9568-F2F4F799F4DE}"/>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4658106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6DCE99-BFE2-D0D6-CF3C-997712D01BF9}"/>
              </a:ext>
            </a:extLst>
          </p:cNvPr>
          <p:cNvSpPr>
            <a:spLocks noGrp="1"/>
          </p:cNvSpPr>
          <p:nvPr>
            <p:ph type="title"/>
          </p:nvPr>
        </p:nvSpPr>
        <p:spPr>
          <a:xfrm>
            <a:off x="839788" y="365125"/>
            <a:ext cx="10515600" cy="1325563"/>
          </a:xfrm>
        </p:spPr>
        <p:txBody>
          <a:bodyPr anchor="t"/>
          <a:lstStyle/>
          <a:p>
            <a:r>
              <a:rPr lang="en-GB"/>
              <a:t>Click to edit Master title style</a:t>
            </a:r>
            <a:endParaRPr lang="en-BE"/>
          </a:p>
        </p:txBody>
      </p:sp>
      <p:sp>
        <p:nvSpPr>
          <p:cNvPr id="3" name="Text Placeholder 2">
            <a:extLst>
              <a:ext uri="{FF2B5EF4-FFF2-40B4-BE49-F238E27FC236}">
                <a16:creationId xmlns:a16="http://schemas.microsoft.com/office/drawing/2014/main" id="{4C3DC899-0E87-4F3F-F936-290D33103AE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42FEB3DB-2664-F917-CC97-C5B24E74C70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Text Placeholder 4">
            <a:extLst>
              <a:ext uri="{FF2B5EF4-FFF2-40B4-BE49-F238E27FC236}">
                <a16:creationId xmlns:a16="http://schemas.microsoft.com/office/drawing/2014/main" id="{B4911868-5A70-0FE7-1E9D-68B932AE69C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C3FF1200-9003-F769-B17C-F8F3C04DB008}"/>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7" name="Date Placeholder 6">
            <a:extLst>
              <a:ext uri="{FF2B5EF4-FFF2-40B4-BE49-F238E27FC236}">
                <a16:creationId xmlns:a16="http://schemas.microsoft.com/office/drawing/2014/main" id="{358DB5A2-AB44-8908-3FA7-91F34DAE9D2D}"/>
              </a:ext>
            </a:extLst>
          </p:cNvPr>
          <p:cNvSpPr>
            <a:spLocks noGrp="1"/>
          </p:cNvSpPr>
          <p:nvPr>
            <p:ph type="dt" sz="half" idx="10"/>
          </p:nvPr>
        </p:nvSpPr>
        <p:spPr>
          <a:xfrm>
            <a:off x="433633" y="6459767"/>
            <a:ext cx="3147767" cy="261708"/>
          </a:xfrm>
          <a:prstGeom prst="rect">
            <a:avLst/>
          </a:prstGeom>
        </p:spPr>
        <p:txBody>
          <a:bodyPr/>
          <a:lstStyle/>
          <a:p>
            <a:fld id="{591105BC-8387-468C-BB78-9993150C77E8}" type="datetime8">
              <a:rPr lang="en-BE" smtClean="0"/>
              <a:t>10/20/2026 10:36</a:t>
            </a:fld>
            <a:endParaRPr lang="en-BE"/>
          </a:p>
        </p:txBody>
      </p:sp>
      <p:sp>
        <p:nvSpPr>
          <p:cNvPr id="8" name="Footer Placeholder 7">
            <a:extLst>
              <a:ext uri="{FF2B5EF4-FFF2-40B4-BE49-F238E27FC236}">
                <a16:creationId xmlns:a16="http://schemas.microsoft.com/office/drawing/2014/main" id="{2C28D419-E8D9-CCD0-BC41-E27C3A63828E}"/>
              </a:ext>
            </a:extLst>
          </p:cNvPr>
          <p:cNvSpPr>
            <a:spLocks noGrp="1"/>
          </p:cNvSpPr>
          <p:nvPr>
            <p:ph type="ftr" sz="quarter" idx="11"/>
          </p:nvPr>
        </p:nvSpPr>
        <p:spPr/>
        <p:txBody>
          <a:bodyPr/>
          <a:lstStyle/>
          <a:p>
            <a:endParaRPr lang="en-BE"/>
          </a:p>
        </p:txBody>
      </p:sp>
      <p:sp>
        <p:nvSpPr>
          <p:cNvPr id="9" name="Slide Number Placeholder 8">
            <a:extLst>
              <a:ext uri="{FF2B5EF4-FFF2-40B4-BE49-F238E27FC236}">
                <a16:creationId xmlns:a16="http://schemas.microsoft.com/office/drawing/2014/main" id="{6ECCCADE-35D4-F930-CD8D-095A3FD8E911}"/>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42384862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8D34C0-9FB6-1B1D-7010-75A1C0C308FB}"/>
              </a:ext>
            </a:extLst>
          </p:cNvPr>
          <p:cNvSpPr>
            <a:spLocks noGrp="1"/>
          </p:cNvSpPr>
          <p:nvPr>
            <p:ph type="title"/>
          </p:nvPr>
        </p:nvSpPr>
        <p:spPr/>
        <p:txBody>
          <a:bodyPr/>
          <a:lstStyle/>
          <a:p>
            <a:r>
              <a:rPr lang="en-GB"/>
              <a:t>Click to edit Master title style</a:t>
            </a:r>
            <a:endParaRPr lang="en-BE"/>
          </a:p>
        </p:txBody>
      </p:sp>
      <p:sp>
        <p:nvSpPr>
          <p:cNvPr id="3" name="Date Placeholder 2">
            <a:extLst>
              <a:ext uri="{FF2B5EF4-FFF2-40B4-BE49-F238E27FC236}">
                <a16:creationId xmlns:a16="http://schemas.microsoft.com/office/drawing/2014/main" id="{E16E80C2-3008-6421-7948-4B8A47EE77C9}"/>
              </a:ext>
            </a:extLst>
          </p:cNvPr>
          <p:cNvSpPr>
            <a:spLocks noGrp="1"/>
          </p:cNvSpPr>
          <p:nvPr>
            <p:ph type="dt" sz="half" idx="10"/>
          </p:nvPr>
        </p:nvSpPr>
        <p:spPr>
          <a:xfrm>
            <a:off x="433633" y="6459767"/>
            <a:ext cx="3147767" cy="261708"/>
          </a:xfrm>
          <a:prstGeom prst="rect">
            <a:avLst/>
          </a:prstGeom>
        </p:spPr>
        <p:txBody>
          <a:bodyPr/>
          <a:lstStyle/>
          <a:p>
            <a:fld id="{DC970503-348D-4AD8-B0F8-FDFDAECC1101}" type="datetime8">
              <a:rPr lang="en-BE" smtClean="0"/>
              <a:t>10/20/2026 10:36</a:t>
            </a:fld>
            <a:endParaRPr lang="en-BE"/>
          </a:p>
        </p:txBody>
      </p:sp>
      <p:sp>
        <p:nvSpPr>
          <p:cNvPr id="4" name="Footer Placeholder 3">
            <a:extLst>
              <a:ext uri="{FF2B5EF4-FFF2-40B4-BE49-F238E27FC236}">
                <a16:creationId xmlns:a16="http://schemas.microsoft.com/office/drawing/2014/main" id="{D19244BD-79F0-BDCF-7553-6F8AFC2CD80D}"/>
              </a:ext>
            </a:extLst>
          </p:cNvPr>
          <p:cNvSpPr>
            <a:spLocks noGrp="1"/>
          </p:cNvSpPr>
          <p:nvPr>
            <p:ph type="ftr" sz="quarter" idx="11"/>
          </p:nvPr>
        </p:nvSpPr>
        <p:spPr/>
        <p:txBody>
          <a:bodyPr/>
          <a:lstStyle/>
          <a:p>
            <a:endParaRPr lang="en-BE"/>
          </a:p>
        </p:txBody>
      </p:sp>
      <p:sp>
        <p:nvSpPr>
          <p:cNvPr id="5" name="Slide Number Placeholder 4">
            <a:extLst>
              <a:ext uri="{FF2B5EF4-FFF2-40B4-BE49-F238E27FC236}">
                <a16:creationId xmlns:a16="http://schemas.microsoft.com/office/drawing/2014/main" id="{86D591E2-2A4F-E3FB-8C9D-1B1A0288CBBA}"/>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3505817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AA1A13D-2595-50CE-AC9F-F4BFCC2B2932}"/>
              </a:ext>
            </a:extLst>
          </p:cNvPr>
          <p:cNvSpPr>
            <a:spLocks noGrp="1"/>
          </p:cNvSpPr>
          <p:nvPr>
            <p:ph type="dt" sz="half" idx="10"/>
          </p:nvPr>
        </p:nvSpPr>
        <p:spPr>
          <a:xfrm>
            <a:off x="433633" y="6459767"/>
            <a:ext cx="3147767" cy="261708"/>
          </a:xfrm>
          <a:prstGeom prst="rect">
            <a:avLst/>
          </a:prstGeom>
        </p:spPr>
        <p:txBody>
          <a:bodyPr/>
          <a:lstStyle/>
          <a:p>
            <a:fld id="{639A8ADD-3D3E-4211-B3DA-099B5EF48C8A}" type="datetime8">
              <a:rPr lang="en-BE" smtClean="0"/>
              <a:t>10/20/2026 10:36</a:t>
            </a:fld>
            <a:endParaRPr lang="en-BE"/>
          </a:p>
        </p:txBody>
      </p:sp>
      <p:sp>
        <p:nvSpPr>
          <p:cNvPr id="3" name="Footer Placeholder 2">
            <a:extLst>
              <a:ext uri="{FF2B5EF4-FFF2-40B4-BE49-F238E27FC236}">
                <a16:creationId xmlns:a16="http://schemas.microsoft.com/office/drawing/2014/main" id="{9B8B9CF6-FC22-FD6C-4EA2-D6275E678ABE}"/>
              </a:ext>
            </a:extLst>
          </p:cNvPr>
          <p:cNvSpPr>
            <a:spLocks noGrp="1"/>
          </p:cNvSpPr>
          <p:nvPr>
            <p:ph type="ftr" sz="quarter" idx="11"/>
          </p:nvPr>
        </p:nvSpPr>
        <p:spPr/>
        <p:txBody>
          <a:bodyPr/>
          <a:lstStyle/>
          <a:p>
            <a:endParaRPr lang="en-BE"/>
          </a:p>
        </p:txBody>
      </p:sp>
      <p:sp>
        <p:nvSpPr>
          <p:cNvPr id="4" name="Slide Number Placeholder 3">
            <a:extLst>
              <a:ext uri="{FF2B5EF4-FFF2-40B4-BE49-F238E27FC236}">
                <a16:creationId xmlns:a16="http://schemas.microsoft.com/office/drawing/2014/main" id="{959B6BB4-2803-7AD3-3AF5-341799AD2DD1}"/>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34409395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0D239E-4E74-98A7-CEBB-C260A3AF4FE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Content Placeholder 2">
            <a:extLst>
              <a:ext uri="{FF2B5EF4-FFF2-40B4-BE49-F238E27FC236}">
                <a16:creationId xmlns:a16="http://schemas.microsoft.com/office/drawing/2014/main" id="{06537D8C-0D6B-653A-8124-5AB48D63617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Text Placeholder 3">
            <a:extLst>
              <a:ext uri="{FF2B5EF4-FFF2-40B4-BE49-F238E27FC236}">
                <a16:creationId xmlns:a16="http://schemas.microsoft.com/office/drawing/2014/main" id="{EDF03FBA-5D49-1949-9A18-D4BE75F28C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9478A04-333D-D106-6228-7FE9A0078287}"/>
              </a:ext>
            </a:extLst>
          </p:cNvPr>
          <p:cNvSpPr>
            <a:spLocks noGrp="1"/>
          </p:cNvSpPr>
          <p:nvPr>
            <p:ph type="dt" sz="half" idx="10"/>
          </p:nvPr>
        </p:nvSpPr>
        <p:spPr>
          <a:xfrm>
            <a:off x="433633" y="6459767"/>
            <a:ext cx="3147767" cy="261708"/>
          </a:xfrm>
          <a:prstGeom prst="rect">
            <a:avLst/>
          </a:prstGeom>
        </p:spPr>
        <p:txBody>
          <a:bodyPr/>
          <a:lstStyle/>
          <a:p>
            <a:fld id="{60C02A96-A3E3-4B47-8922-B223B53966F5}" type="datetime8">
              <a:rPr lang="en-BE" smtClean="0"/>
              <a:t>10/20/2026 10:36</a:t>
            </a:fld>
            <a:endParaRPr lang="en-BE"/>
          </a:p>
        </p:txBody>
      </p:sp>
      <p:sp>
        <p:nvSpPr>
          <p:cNvPr id="6" name="Footer Placeholder 5">
            <a:extLst>
              <a:ext uri="{FF2B5EF4-FFF2-40B4-BE49-F238E27FC236}">
                <a16:creationId xmlns:a16="http://schemas.microsoft.com/office/drawing/2014/main" id="{1EA43E89-05D8-2567-C96D-E29C27A729BD}"/>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163B97D3-2B7D-A37C-9B19-A57DE8EE2AE5}"/>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38791387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82B9AA-1A3F-3172-C9EB-F2A54AB88B2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Picture Placeholder 2">
            <a:extLst>
              <a:ext uri="{FF2B5EF4-FFF2-40B4-BE49-F238E27FC236}">
                <a16:creationId xmlns:a16="http://schemas.microsoft.com/office/drawing/2014/main" id="{BB4BD0E5-B450-8C62-44E6-26F791BBB95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BE"/>
          </a:p>
        </p:txBody>
      </p:sp>
      <p:sp>
        <p:nvSpPr>
          <p:cNvPr id="4" name="Text Placeholder 3">
            <a:extLst>
              <a:ext uri="{FF2B5EF4-FFF2-40B4-BE49-F238E27FC236}">
                <a16:creationId xmlns:a16="http://schemas.microsoft.com/office/drawing/2014/main" id="{3EE99DC3-DB93-78D2-BF5E-A068C38B90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2E20E9F-FBB8-46D9-CF71-30472851C116}"/>
              </a:ext>
            </a:extLst>
          </p:cNvPr>
          <p:cNvSpPr>
            <a:spLocks noGrp="1"/>
          </p:cNvSpPr>
          <p:nvPr>
            <p:ph type="dt" sz="half" idx="10"/>
          </p:nvPr>
        </p:nvSpPr>
        <p:spPr>
          <a:xfrm>
            <a:off x="433633" y="6459767"/>
            <a:ext cx="3147767" cy="261708"/>
          </a:xfrm>
          <a:prstGeom prst="rect">
            <a:avLst/>
          </a:prstGeom>
        </p:spPr>
        <p:txBody>
          <a:bodyPr/>
          <a:lstStyle/>
          <a:p>
            <a:fld id="{2798CD17-957B-4F15-80AA-6FA3D7FBF0A7}" type="datetime8">
              <a:rPr lang="en-BE" smtClean="0"/>
              <a:t>10/20/2026 10:36</a:t>
            </a:fld>
            <a:endParaRPr lang="en-BE"/>
          </a:p>
        </p:txBody>
      </p:sp>
      <p:sp>
        <p:nvSpPr>
          <p:cNvPr id="6" name="Footer Placeholder 5">
            <a:extLst>
              <a:ext uri="{FF2B5EF4-FFF2-40B4-BE49-F238E27FC236}">
                <a16:creationId xmlns:a16="http://schemas.microsoft.com/office/drawing/2014/main" id="{A225BC26-F783-F721-E9E5-33FFCF66C909}"/>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6540B8E3-98A5-2761-9D49-F0B67C33B10D}"/>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23735942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DE4E1E-063B-AA21-912A-F83B72036528}"/>
              </a:ext>
            </a:extLst>
          </p:cNvPr>
          <p:cNvSpPr>
            <a:spLocks noGrp="1"/>
          </p:cNvSpPr>
          <p:nvPr>
            <p:ph type="title"/>
          </p:nvPr>
        </p:nvSpPr>
        <p:spPr/>
        <p:txBody>
          <a:bodyPr/>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F54D790A-2FB7-C21C-DAC0-C803D405C1F2}"/>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98AB05FD-34AF-3E35-8E94-C1712F94A67C}"/>
              </a:ext>
            </a:extLst>
          </p:cNvPr>
          <p:cNvSpPr>
            <a:spLocks noGrp="1"/>
          </p:cNvSpPr>
          <p:nvPr>
            <p:ph type="dt" sz="half" idx="10"/>
          </p:nvPr>
        </p:nvSpPr>
        <p:spPr>
          <a:xfrm>
            <a:off x="433633" y="6459767"/>
            <a:ext cx="3147767" cy="261708"/>
          </a:xfrm>
          <a:prstGeom prst="rect">
            <a:avLst/>
          </a:prstGeom>
        </p:spPr>
        <p:txBody>
          <a:bodyPr/>
          <a:lstStyle/>
          <a:p>
            <a:fld id="{18296E6A-B81C-42D4-B054-2E03431A5F8F}" type="datetime8">
              <a:rPr lang="en-BE" smtClean="0"/>
              <a:t>10/20/2026 10:36</a:t>
            </a:fld>
            <a:endParaRPr lang="en-BE"/>
          </a:p>
        </p:txBody>
      </p:sp>
      <p:sp>
        <p:nvSpPr>
          <p:cNvPr id="5" name="Footer Placeholder 4">
            <a:extLst>
              <a:ext uri="{FF2B5EF4-FFF2-40B4-BE49-F238E27FC236}">
                <a16:creationId xmlns:a16="http://schemas.microsoft.com/office/drawing/2014/main" id="{2877C186-A6B0-2478-EAEE-BD1E9840B076}"/>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0E113B3B-9579-E887-FA90-DE28987E5A53}"/>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28379542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8020E95-7106-9B01-984D-25E5931682F8}"/>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7D19EB7B-37B5-0E28-DFA5-89543600AC16}"/>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683CE053-5459-F91F-5969-D9B1B088B1B4}"/>
              </a:ext>
            </a:extLst>
          </p:cNvPr>
          <p:cNvSpPr>
            <a:spLocks noGrp="1"/>
          </p:cNvSpPr>
          <p:nvPr>
            <p:ph type="dt" sz="half" idx="10"/>
          </p:nvPr>
        </p:nvSpPr>
        <p:spPr>
          <a:xfrm>
            <a:off x="433633" y="6459767"/>
            <a:ext cx="3147767" cy="261708"/>
          </a:xfrm>
          <a:prstGeom prst="rect">
            <a:avLst/>
          </a:prstGeom>
        </p:spPr>
        <p:txBody>
          <a:bodyPr/>
          <a:lstStyle/>
          <a:p>
            <a:fld id="{E7202CB3-5427-4BA6-99B6-A5EA4F4F0019}" type="datetime8">
              <a:rPr lang="en-BE" smtClean="0"/>
              <a:t>10/20/2026 10:36</a:t>
            </a:fld>
            <a:endParaRPr lang="en-BE"/>
          </a:p>
        </p:txBody>
      </p:sp>
      <p:sp>
        <p:nvSpPr>
          <p:cNvPr id="5" name="Footer Placeholder 4">
            <a:extLst>
              <a:ext uri="{FF2B5EF4-FFF2-40B4-BE49-F238E27FC236}">
                <a16:creationId xmlns:a16="http://schemas.microsoft.com/office/drawing/2014/main" id="{16DE4691-D5D8-3528-889E-CB34E4306F83}"/>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B2727E4E-9593-1FBC-3FF8-D6FA9E0327D6}"/>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10468006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3B2D071-8136-59B1-D0A6-46F0A037C97D}"/>
              </a:ext>
            </a:extLst>
          </p:cNvPr>
          <p:cNvSpPr>
            <a:spLocks noGrp="1"/>
          </p:cNvSpPr>
          <p:nvPr>
            <p:ph type="title"/>
          </p:nvPr>
        </p:nvSpPr>
        <p:spPr>
          <a:xfrm>
            <a:off x="433633" y="365125"/>
            <a:ext cx="11324734" cy="418128"/>
          </a:xfrm>
          <a:prstGeom prst="rect">
            <a:avLst/>
          </a:prstGeom>
        </p:spPr>
        <p:txBody>
          <a:bodyPr vert="horz" lIns="0" tIns="0" rIns="0" bIns="0" rtlCol="0" anchor="t">
            <a:spAutoFit/>
          </a:bodyPr>
          <a:lstStyle/>
          <a:p>
            <a:r>
              <a:rPr lang="en-GB"/>
              <a:t>Click to edit Master title style</a:t>
            </a:r>
            <a:endParaRPr lang="en-BE"/>
          </a:p>
        </p:txBody>
      </p:sp>
      <p:sp>
        <p:nvSpPr>
          <p:cNvPr id="3" name="Text Placeholder 2">
            <a:extLst>
              <a:ext uri="{FF2B5EF4-FFF2-40B4-BE49-F238E27FC236}">
                <a16:creationId xmlns:a16="http://schemas.microsoft.com/office/drawing/2014/main" id="{124FF3CE-AB41-3DBA-F1EE-46716E1D2C02}"/>
              </a:ext>
            </a:extLst>
          </p:cNvPr>
          <p:cNvSpPr>
            <a:spLocks noGrp="1"/>
          </p:cNvSpPr>
          <p:nvPr>
            <p:ph type="body" idx="1"/>
          </p:nvPr>
        </p:nvSpPr>
        <p:spPr>
          <a:xfrm>
            <a:off x="433633" y="1225485"/>
            <a:ext cx="11324734" cy="5109327"/>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Footer Placeholder 4">
            <a:extLst>
              <a:ext uri="{FF2B5EF4-FFF2-40B4-BE49-F238E27FC236}">
                <a16:creationId xmlns:a16="http://schemas.microsoft.com/office/drawing/2014/main" id="{3DF3ED21-04A5-C9AD-0745-6D1BF969C464}"/>
              </a:ext>
            </a:extLst>
          </p:cNvPr>
          <p:cNvSpPr>
            <a:spLocks noGrp="1"/>
          </p:cNvSpPr>
          <p:nvPr>
            <p:ph type="ftr" sz="quarter" idx="3"/>
          </p:nvPr>
        </p:nvSpPr>
        <p:spPr>
          <a:xfrm>
            <a:off x="433633" y="6459767"/>
            <a:ext cx="10138411" cy="261708"/>
          </a:xfrm>
          <a:prstGeom prst="rect">
            <a:avLst/>
          </a:prstGeom>
        </p:spPr>
        <p:txBody>
          <a:bodyPr vert="horz" lIns="0" tIns="0" rIns="0" bIns="0" rtlCol="0" anchor="ctr"/>
          <a:lstStyle>
            <a:lvl1pPr algn="l">
              <a:defRPr sz="1050">
                <a:solidFill>
                  <a:schemeClr val="tx1">
                    <a:tint val="82000"/>
                  </a:schemeClr>
                </a:solidFill>
                <a:latin typeface="+mj-lt"/>
              </a:defRPr>
            </a:lvl1pPr>
          </a:lstStyle>
          <a:p>
            <a:endParaRPr lang="en-BE"/>
          </a:p>
        </p:txBody>
      </p:sp>
      <p:sp>
        <p:nvSpPr>
          <p:cNvPr id="6" name="Slide Number Placeholder 5">
            <a:extLst>
              <a:ext uri="{FF2B5EF4-FFF2-40B4-BE49-F238E27FC236}">
                <a16:creationId xmlns:a16="http://schemas.microsoft.com/office/drawing/2014/main" id="{EEE7EA51-DEF7-1B95-07B8-026BDF39496F}"/>
              </a:ext>
            </a:extLst>
          </p:cNvPr>
          <p:cNvSpPr>
            <a:spLocks noGrp="1"/>
          </p:cNvSpPr>
          <p:nvPr>
            <p:ph type="sldNum" sz="quarter" idx="4"/>
          </p:nvPr>
        </p:nvSpPr>
        <p:spPr>
          <a:xfrm>
            <a:off x="10684933" y="6459767"/>
            <a:ext cx="1073434" cy="261708"/>
          </a:xfrm>
          <a:prstGeom prst="rect">
            <a:avLst/>
          </a:prstGeom>
        </p:spPr>
        <p:txBody>
          <a:bodyPr vert="horz" lIns="0" tIns="0" rIns="0" bIns="0" rtlCol="0" anchor="ctr"/>
          <a:lstStyle>
            <a:lvl1pPr algn="r">
              <a:defRPr sz="1050">
                <a:solidFill>
                  <a:schemeClr val="tx1">
                    <a:tint val="82000"/>
                  </a:schemeClr>
                </a:solidFill>
                <a:latin typeface="+mj-lt"/>
              </a:defRPr>
            </a:lvl1pPr>
          </a:lstStyle>
          <a:p>
            <a:fld id="{94B3E216-A3C5-4E41-AE94-D003E76F1D3A}" type="slidenum">
              <a:rPr lang="en-BE" smtClean="0"/>
              <a:pPr/>
              <a:t>‹#›</a:t>
            </a:fld>
            <a:endParaRPr lang="en-BE"/>
          </a:p>
        </p:txBody>
      </p:sp>
    </p:spTree>
    <p:extLst>
      <p:ext uri="{BB962C8B-B14F-4D97-AF65-F5344CB8AC3E}">
        <p14:creationId xmlns:p14="http://schemas.microsoft.com/office/powerpoint/2010/main" val="247178353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3000" kern="1200">
          <a:solidFill>
            <a:schemeClr val="tx1"/>
          </a:solidFill>
          <a:latin typeface="Aptos SemiBold"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Aptos SemiBold" panose="020B00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ptos SemiBold" panose="020B0004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Aptos SemiBold" panose="020B0004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Aptos SemiBold" panose="020B0004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Aptos SemiBold"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s>
</file>

<file path=ppt/slides/_rels/slide3.xml.rels><?xml version="1.0" encoding="UTF-8" standalone="yes"?>
<Relationships xmlns="http://schemas.openxmlformats.org/package/2006/relationships"><Relationship Id="rId3" Type="http://schemas.openxmlformats.org/officeDocument/2006/relationships/hyperlink" Target="https://playground.tensorflow.org/#activation=sigmoid&amp;batchSize=10&amp;dataset=gauss&amp;regDataset=reg-plane&amp;learningRate=0.03&amp;regularizationRate=0&amp;noise=10&amp;networkShape=&amp;seed=0.31687&amp;showTestData=false&amp;discretize=false&amp;percTrainData=50&amp;x=true&amp;y=true&amp;xTimesY=false&amp;xSquared=false&amp;ySquared=false&amp;cosX=false&amp;sinX=false&amp;cosY=false&amp;sinY=false&amp;collectStats=false&amp;problem=classification&amp;initZero=false&amp;hideText=false"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7.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9.png"/><Relationship Id="rId10" Type="http://schemas.openxmlformats.org/officeDocument/2006/relationships/image" Target="../media/image10.png"/><Relationship Id="rId4" Type="http://schemas.openxmlformats.org/officeDocument/2006/relationships/image" Target="../media/image8.png"/><Relationship Id="rId9" Type="http://schemas.openxmlformats.org/officeDocument/2006/relationships/image" Target="../media/image22.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7.png"/><Relationship Id="rId7" Type="http://schemas.openxmlformats.org/officeDocument/2006/relationships/image" Target="../media/image21.png"/><Relationship Id="rId12" Type="http://schemas.openxmlformats.org/officeDocument/2006/relationships/image" Target="../media/image2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25.png"/><Relationship Id="rId5" Type="http://schemas.openxmlformats.org/officeDocument/2006/relationships/image" Target="../media/image9.png"/><Relationship Id="rId10" Type="http://schemas.openxmlformats.org/officeDocument/2006/relationships/image" Target="../media/image24.png"/><Relationship Id="rId4" Type="http://schemas.openxmlformats.org/officeDocument/2006/relationships/image" Target="../media/image8.png"/><Relationship Id="rId9" Type="http://schemas.openxmlformats.org/officeDocument/2006/relationships/image" Target="../media/image23.png"/></Relationships>
</file>

<file path=ppt/slides/_rels/slide6.xml.rels><?xml version="1.0" encoding="UTF-8" standalone="yes"?>
<Relationships xmlns="http://schemas.openxmlformats.org/package/2006/relationships"><Relationship Id="rId3" Type="http://schemas.openxmlformats.org/officeDocument/2006/relationships/hyperlink" Target="https://playground.tensorflow.org/#activation=sigmoid&amp;batchSize=10&amp;dataset=xor&amp;regDataset=reg-plane&amp;learningRate=0.03&amp;regularizationRate=0&amp;noise=10&amp;networkShape=4&amp;seed=0.14068&amp;showTestData=false&amp;discretize=false&amp;percTrainData=50&amp;x=true&amp;y=true&amp;xTimesY=false&amp;xSquared=false&amp;ySquared=false&amp;cosX=false&amp;sinX=false&amp;cosY=false&amp;sinY=false&amp;collectStats=false&amp;problem=classification&amp;initZero=false&amp;hideText=false"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13" Type="http://schemas.openxmlformats.org/officeDocument/2006/relationships/image" Target="../media/image38.pn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5" Type="http://schemas.openxmlformats.org/officeDocument/2006/relationships/image" Target="../media/image4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 Id="rId14" Type="http://schemas.openxmlformats.org/officeDocument/2006/relationships/image" Target="../media/image39.png"/></Relationships>
</file>

<file path=ppt/slides/_rels/slide8.xml.rels><?xml version="1.0" encoding="UTF-8" standalone="yes"?>
<Relationships xmlns="http://schemas.openxmlformats.org/package/2006/relationships"><Relationship Id="rId3" Type="http://schemas.openxmlformats.org/officeDocument/2006/relationships/hyperlink" Target="https://playground.tensorflow.org/#activation=sigmoid&amp;batchSize=10&amp;dataset=circle&amp;regDataset=reg-plane&amp;learningRate=0.03&amp;regularizationRate=0&amp;noise=10&amp;networkShape=3,3&amp;seed=0.99343&amp;showTestData=false&amp;discretize=false&amp;percTrainData=50&amp;x=true&amp;y=true&amp;xTimesY=false&amp;xSquared=false&amp;ySquared=false&amp;cosX=false&amp;sinX=false&amp;cosY=false&amp;sinY=false&amp;collectStats=false&amp;problem=classification&amp;initZero=false&amp;hideText=fals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hyperlink" Target="https://playground.tensorflow.org/" TargetMode="Externa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Ilg3gGewQ5U&amp;t=548s&amp;ab_channel=3Blue1Brown"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17.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48.jpe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9.png"/><Relationship Id="rId7" Type="http://schemas.openxmlformats.org/officeDocument/2006/relationships/image" Target="../media/image63.png"/><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24.xml.rels><?xml version="1.0" encoding="UTF-8" standalone="yes"?>
<Relationships xmlns="http://schemas.openxmlformats.org/package/2006/relationships"><Relationship Id="rId8" Type="http://schemas.openxmlformats.org/officeDocument/2006/relationships/image" Target="../media/image66.png"/><Relationship Id="rId13" Type="http://schemas.openxmlformats.org/officeDocument/2006/relationships/image" Target="../media/image69.png"/><Relationship Id="rId3" Type="http://schemas.openxmlformats.org/officeDocument/2006/relationships/image" Target="../media/image59.png"/><Relationship Id="rId7" Type="http://schemas.openxmlformats.org/officeDocument/2006/relationships/image" Target="../media/image65.png"/><Relationship Id="rId12" Type="http://schemas.openxmlformats.org/officeDocument/2006/relationships/image" Target="../media/image68.pn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64.png"/><Relationship Id="rId11" Type="http://schemas.openxmlformats.org/officeDocument/2006/relationships/image" Target="../media/image63.png"/><Relationship Id="rId5" Type="http://schemas.openxmlformats.org/officeDocument/2006/relationships/image" Target="../media/image61.png"/><Relationship Id="rId10" Type="http://schemas.openxmlformats.org/officeDocument/2006/relationships/image" Target="../media/image62.png"/><Relationship Id="rId4" Type="http://schemas.openxmlformats.org/officeDocument/2006/relationships/image" Target="../media/image60.png"/><Relationship Id="rId9" Type="http://schemas.openxmlformats.org/officeDocument/2006/relationships/image" Target="../media/image67.png"/><Relationship Id="rId14" Type="http://schemas.openxmlformats.org/officeDocument/2006/relationships/image" Target="../media/image70.png"/></Relationships>
</file>

<file path=ppt/slides/_rels/slide25.xml.rels><?xml version="1.0" encoding="UTF-8" standalone="yes"?>
<Relationships xmlns="http://schemas.openxmlformats.org/package/2006/relationships"><Relationship Id="rId8" Type="http://schemas.openxmlformats.org/officeDocument/2006/relationships/image" Target="../media/image65.png"/><Relationship Id="rId13" Type="http://schemas.openxmlformats.org/officeDocument/2006/relationships/image" Target="../media/image63.png"/><Relationship Id="rId3" Type="http://schemas.openxmlformats.org/officeDocument/2006/relationships/image" Target="../media/image71.png"/><Relationship Id="rId7" Type="http://schemas.openxmlformats.org/officeDocument/2006/relationships/image" Target="../media/image64.png"/><Relationship Id="rId12" Type="http://schemas.openxmlformats.org/officeDocument/2006/relationships/image" Target="../media/image62.png"/><Relationship Id="rId2" Type="http://schemas.openxmlformats.org/officeDocument/2006/relationships/notesSlide" Target="../notesSlides/notesSlide25.xml"/><Relationship Id="rId16" Type="http://schemas.openxmlformats.org/officeDocument/2006/relationships/image" Target="../media/image70.png"/><Relationship Id="rId1" Type="http://schemas.openxmlformats.org/officeDocument/2006/relationships/slideLayout" Target="../slideLayouts/slideLayout6.xml"/><Relationship Id="rId6" Type="http://schemas.openxmlformats.org/officeDocument/2006/relationships/image" Target="../media/image61.png"/><Relationship Id="rId11" Type="http://schemas.openxmlformats.org/officeDocument/2006/relationships/image" Target="../media/image67.png"/><Relationship Id="rId5" Type="http://schemas.openxmlformats.org/officeDocument/2006/relationships/image" Target="../media/image60.png"/><Relationship Id="rId15" Type="http://schemas.openxmlformats.org/officeDocument/2006/relationships/image" Target="../media/image69.png"/><Relationship Id="rId10" Type="http://schemas.openxmlformats.org/officeDocument/2006/relationships/image" Target="../media/image66.png"/><Relationship Id="rId4" Type="http://schemas.openxmlformats.org/officeDocument/2006/relationships/image" Target="../media/image59.png"/><Relationship Id="rId9" Type="http://schemas.openxmlformats.org/officeDocument/2006/relationships/image" Target="../media/image72.png"/><Relationship Id="rId14" Type="http://schemas.openxmlformats.org/officeDocument/2006/relationships/image" Target="../media/image68.png"/></Relationships>
</file>

<file path=ppt/slides/_rels/slide26.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05A5C-0392-658D-6CC3-CBD6B1E4E2D4}"/>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AEF3820D-7902-7D88-BA06-9E36D94D70FA}"/>
              </a:ext>
            </a:extLst>
          </p:cNvPr>
          <p:cNvPicPr>
            <a:picLocks noChangeAspect="1"/>
          </p:cNvPicPr>
          <p:nvPr/>
        </p:nvPicPr>
        <p:blipFill>
          <a:blip r:embed="rId3"/>
          <a:srcRect r="17847"/>
          <a:stretch/>
        </p:blipFill>
        <p:spPr>
          <a:xfrm>
            <a:off x="5725161" y="4485897"/>
            <a:ext cx="5853184" cy="676275"/>
          </a:xfrm>
          <a:prstGeom prst="rect">
            <a:avLst/>
          </a:prstGeom>
        </p:spPr>
      </p:pic>
      <p:pic>
        <p:nvPicPr>
          <p:cNvPr id="8" name="Picture 7">
            <a:extLst>
              <a:ext uri="{FF2B5EF4-FFF2-40B4-BE49-F238E27FC236}">
                <a16:creationId xmlns:a16="http://schemas.microsoft.com/office/drawing/2014/main" id="{2C8DB29B-CCC9-B64D-02B5-E843E7AAE430}"/>
              </a:ext>
            </a:extLst>
          </p:cNvPr>
          <p:cNvPicPr>
            <a:picLocks noChangeAspect="1"/>
          </p:cNvPicPr>
          <p:nvPr/>
        </p:nvPicPr>
        <p:blipFill>
          <a:blip r:embed="rId4"/>
          <a:stretch>
            <a:fillRect/>
          </a:stretch>
        </p:blipFill>
        <p:spPr>
          <a:xfrm>
            <a:off x="1029408" y="1714127"/>
            <a:ext cx="4514850" cy="4438650"/>
          </a:xfrm>
          <a:prstGeom prst="rect">
            <a:avLst/>
          </a:prstGeom>
        </p:spPr>
      </p:pic>
      <p:pic>
        <p:nvPicPr>
          <p:cNvPr id="9" name="Picture 8">
            <a:extLst>
              <a:ext uri="{FF2B5EF4-FFF2-40B4-BE49-F238E27FC236}">
                <a16:creationId xmlns:a16="http://schemas.microsoft.com/office/drawing/2014/main" id="{82C1C2FC-101F-D9E3-1328-9E8421ACC342}"/>
              </a:ext>
            </a:extLst>
          </p:cNvPr>
          <p:cNvPicPr>
            <a:picLocks noChangeAspect="1"/>
          </p:cNvPicPr>
          <p:nvPr/>
        </p:nvPicPr>
        <p:blipFill>
          <a:blip r:embed="rId5"/>
          <a:stretch>
            <a:fillRect/>
          </a:stretch>
        </p:blipFill>
        <p:spPr>
          <a:xfrm>
            <a:off x="5864861" y="2023001"/>
            <a:ext cx="3286125" cy="828675"/>
          </a:xfrm>
          <a:prstGeom prst="rect">
            <a:avLst/>
          </a:prstGeom>
        </p:spPr>
      </p:pic>
      <p:sp>
        <p:nvSpPr>
          <p:cNvPr id="13" name="TextBox 12">
            <a:extLst>
              <a:ext uri="{FF2B5EF4-FFF2-40B4-BE49-F238E27FC236}">
                <a16:creationId xmlns:a16="http://schemas.microsoft.com/office/drawing/2014/main" id="{CE8A54CF-30A1-73A0-EF0E-F508BB0BD640}"/>
              </a:ext>
            </a:extLst>
          </p:cNvPr>
          <p:cNvSpPr txBox="1"/>
          <p:nvPr/>
        </p:nvSpPr>
        <p:spPr>
          <a:xfrm>
            <a:off x="6924040" y="3247990"/>
            <a:ext cx="4932680" cy="646331"/>
          </a:xfrm>
          <a:prstGeom prst="rect">
            <a:avLst/>
          </a:prstGeom>
          <a:noFill/>
        </p:spPr>
        <p:txBody>
          <a:bodyPr wrap="square" rtlCol="0">
            <a:spAutoFit/>
          </a:bodyPr>
          <a:lstStyle/>
          <a:p>
            <a:r>
              <a:rPr lang="en-BE">
                <a:latin typeface="Calibri" panose="020F0502020204030204" pitchFamily="34" charset="0"/>
              </a:rPr>
              <a:t>More inputs,</a:t>
            </a:r>
          </a:p>
          <a:p>
            <a:r>
              <a:rPr lang="en-GB">
                <a:latin typeface="Calibri" panose="020F0502020204030204" pitchFamily="34" charset="0"/>
              </a:rPr>
              <a:t>M</a:t>
            </a:r>
            <a:r>
              <a:rPr lang="en-BE">
                <a:latin typeface="Calibri" panose="020F0502020204030204" pitchFamily="34" charset="0"/>
              </a:rPr>
              <a:t>ore parameters</a:t>
            </a:r>
            <a:endParaRPr lang="en-GB">
              <a:latin typeface="Calibri" panose="020F0502020204030204" pitchFamily="34" charset="0"/>
            </a:endParaRPr>
          </a:p>
        </p:txBody>
      </p:sp>
      <p:cxnSp>
        <p:nvCxnSpPr>
          <p:cNvPr id="14" name="Straight Arrow Connector 13">
            <a:extLst>
              <a:ext uri="{FF2B5EF4-FFF2-40B4-BE49-F238E27FC236}">
                <a16:creationId xmlns:a16="http://schemas.microsoft.com/office/drawing/2014/main" id="{72B3D4FB-9EDB-634E-C9C8-8A8A2DD4CFC3}"/>
              </a:ext>
            </a:extLst>
          </p:cNvPr>
          <p:cNvCxnSpPr/>
          <p:nvPr/>
        </p:nvCxnSpPr>
        <p:spPr>
          <a:xfrm>
            <a:off x="6616700" y="3124200"/>
            <a:ext cx="0" cy="101600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3" name="Title 2">
            <a:extLst>
              <a:ext uri="{FF2B5EF4-FFF2-40B4-BE49-F238E27FC236}">
                <a16:creationId xmlns:a16="http://schemas.microsoft.com/office/drawing/2014/main" id="{8262E66B-49C2-D196-101D-3339D043399C}"/>
              </a:ext>
            </a:extLst>
          </p:cNvPr>
          <p:cNvSpPr>
            <a:spLocks noGrp="1"/>
          </p:cNvSpPr>
          <p:nvPr>
            <p:ph type="title"/>
          </p:nvPr>
        </p:nvSpPr>
        <p:spPr/>
        <p:txBody>
          <a:bodyPr/>
          <a:lstStyle/>
          <a:p>
            <a:r>
              <a:rPr lang="en-US" b="1" dirty="0">
                <a:latin typeface="Corbel" panose="020B0503020204020204" pitchFamily="34" charset="0"/>
                <a:ea typeface="Lato" panose="020B0604020202020204" pitchFamily="34" charset="0"/>
                <a:cs typeface="Helvetica" panose="020B0604020202020204" pitchFamily="34" charset="0"/>
              </a:rPr>
              <a:t>Logistic regression forms the basis of complex neural networks</a:t>
            </a:r>
            <a:endParaRPr lang="en-GB" b="1" dirty="0">
              <a:latin typeface="Corbel" panose="020B0503020204020204" pitchFamily="34" charset="0"/>
              <a:ea typeface="Lato" panose="020B0604020202020204" pitchFamily="34" charset="0"/>
              <a:cs typeface="Helvetica" panose="020B0604020202020204" pitchFamily="34" charset="0"/>
            </a:endParaRPr>
          </a:p>
        </p:txBody>
      </p:sp>
      <p:sp>
        <p:nvSpPr>
          <p:cNvPr id="2" name="Slide Number Placeholder 3">
            <a:extLst>
              <a:ext uri="{FF2B5EF4-FFF2-40B4-BE49-F238E27FC236}">
                <a16:creationId xmlns:a16="http://schemas.microsoft.com/office/drawing/2014/main" id="{ACEB4751-5699-9FC7-7218-473BDFE05C63}"/>
              </a:ext>
            </a:extLst>
          </p:cNvPr>
          <p:cNvSpPr>
            <a:spLocks noGrp="1"/>
          </p:cNvSpPr>
          <p:nvPr>
            <p:ph type="sldNum" sz="quarter" idx="12"/>
          </p:nvPr>
        </p:nvSpPr>
        <p:spPr>
          <a:xfrm>
            <a:off x="10684933" y="6459767"/>
            <a:ext cx="1073434" cy="261708"/>
          </a:xfrm>
        </p:spPr>
        <p:txBody>
          <a:bodyPr/>
          <a:lstStyle/>
          <a:p>
            <a:fld id="{94B3E216-A3C5-4E41-AE94-D003E76F1D3A}" type="slidenum">
              <a:rPr lang="en-US" noProof="0" smtClean="0"/>
              <a:pPr/>
              <a:t>1</a:t>
            </a:fld>
            <a:endParaRPr lang="en-US" noProof="0"/>
          </a:p>
        </p:txBody>
      </p:sp>
    </p:spTree>
    <p:extLst>
      <p:ext uri="{BB962C8B-B14F-4D97-AF65-F5344CB8AC3E}">
        <p14:creationId xmlns:p14="http://schemas.microsoft.com/office/powerpoint/2010/main" val="16383254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val 8">
            <a:extLst>
              <a:ext uri="{FF2B5EF4-FFF2-40B4-BE49-F238E27FC236}">
                <a16:creationId xmlns:a16="http://schemas.microsoft.com/office/drawing/2014/main" id="{BB449EAA-A20E-5167-F114-F6DB29013E99}"/>
              </a:ext>
            </a:extLst>
          </p:cNvPr>
          <p:cNvSpPr/>
          <p:nvPr/>
        </p:nvSpPr>
        <p:spPr>
          <a:xfrm>
            <a:off x="5195245" y="2853701"/>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14" name="Oval 13">
            <a:extLst>
              <a:ext uri="{FF2B5EF4-FFF2-40B4-BE49-F238E27FC236}">
                <a16:creationId xmlns:a16="http://schemas.microsoft.com/office/drawing/2014/main" id="{454984B3-ADC9-2237-4EFD-93955A545128}"/>
              </a:ext>
            </a:extLst>
          </p:cNvPr>
          <p:cNvSpPr/>
          <p:nvPr/>
        </p:nvSpPr>
        <p:spPr>
          <a:xfrm>
            <a:off x="2527771" y="1995611"/>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16" name="Oval 15">
            <a:extLst>
              <a:ext uri="{FF2B5EF4-FFF2-40B4-BE49-F238E27FC236}">
                <a16:creationId xmlns:a16="http://schemas.microsoft.com/office/drawing/2014/main" id="{27EA0360-5424-63F1-64EB-14ECBB857A65}"/>
              </a:ext>
            </a:extLst>
          </p:cNvPr>
          <p:cNvSpPr/>
          <p:nvPr/>
        </p:nvSpPr>
        <p:spPr>
          <a:xfrm>
            <a:off x="2539224" y="2853701"/>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17" name="Oval 16">
            <a:extLst>
              <a:ext uri="{FF2B5EF4-FFF2-40B4-BE49-F238E27FC236}">
                <a16:creationId xmlns:a16="http://schemas.microsoft.com/office/drawing/2014/main" id="{1A667574-26DF-B73B-A17C-7C011E451A7C}"/>
              </a:ext>
            </a:extLst>
          </p:cNvPr>
          <p:cNvSpPr/>
          <p:nvPr/>
        </p:nvSpPr>
        <p:spPr>
          <a:xfrm>
            <a:off x="2539224" y="3706825"/>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18" name="Oval 17">
            <a:extLst>
              <a:ext uri="{FF2B5EF4-FFF2-40B4-BE49-F238E27FC236}">
                <a16:creationId xmlns:a16="http://schemas.microsoft.com/office/drawing/2014/main" id="{EE887998-1D96-CCE4-3883-42CF361A6F94}"/>
              </a:ext>
            </a:extLst>
          </p:cNvPr>
          <p:cNvSpPr/>
          <p:nvPr/>
        </p:nvSpPr>
        <p:spPr>
          <a:xfrm>
            <a:off x="2527771" y="4559949"/>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cxnSp>
        <p:nvCxnSpPr>
          <p:cNvPr id="23" name="Straight Arrow Connector 22">
            <a:extLst>
              <a:ext uri="{FF2B5EF4-FFF2-40B4-BE49-F238E27FC236}">
                <a16:creationId xmlns:a16="http://schemas.microsoft.com/office/drawing/2014/main" id="{73376E35-B4B7-249C-43A2-15D53F7F9832}"/>
              </a:ext>
            </a:extLst>
          </p:cNvPr>
          <p:cNvCxnSpPr>
            <a:stCxn id="14" idx="6"/>
            <a:endCxn id="9" idx="2"/>
          </p:cNvCxnSpPr>
          <p:nvPr/>
        </p:nvCxnSpPr>
        <p:spPr>
          <a:xfrm>
            <a:off x="3177737" y="2320594"/>
            <a:ext cx="2017508" cy="85809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F251449F-4D56-1F11-6E47-01471CD2CAA9}"/>
              </a:ext>
            </a:extLst>
          </p:cNvPr>
          <p:cNvCxnSpPr>
            <a:stCxn id="16" idx="6"/>
            <a:endCxn id="9" idx="2"/>
          </p:cNvCxnSpPr>
          <p:nvPr/>
        </p:nvCxnSpPr>
        <p:spPr>
          <a:xfrm>
            <a:off x="3189190" y="3178684"/>
            <a:ext cx="2006055"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B74FF88-F14C-EFE1-C9A3-3A7594C334B9}"/>
              </a:ext>
            </a:extLst>
          </p:cNvPr>
          <p:cNvCxnSpPr>
            <a:stCxn id="17" idx="6"/>
            <a:endCxn id="9" idx="2"/>
          </p:cNvCxnSpPr>
          <p:nvPr/>
        </p:nvCxnSpPr>
        <p:spPr>
          <a:xfrm flipV="1">
            <a:off x="3189190" y="3178684"/>
            <a:ext cx="2006055"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4C045294-F9D8-BFE1-AB35-B04E80B7BEE9}"/>
              </a:ext>
            </a:extLst>
          </p:cNvPr>
          <p:cNvCxnSpPr>
            <a:stCxn id="18" idx="6"/>
            <a:endCxn id="9" idx="2"/>
          </p:cNvCxnSpPr>
          <p:nvPr/>
        </p:nvCxnSpPr>
        <p:spPr>
          <a:xfrm flipV="1">
            <a:off x="3177737" y="3178684"/>
            <a:ext cx="2017508" cy="1706248"/>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DB3EFAEB-1B4A-F29D-C5E8-1125A3522EF9}"/>
              </a:ext>
            </a:extLst>
          </p:cNvPr>
          <p:cNvCxnSpPr>
            <a:cxnSpLocks/>
          </p:cNvCxnSpPr>
          <p:nvPr/>
        </p:nvCxnSpPr>
        <p:spPr>
          <a:xfrm>
            <a:off x="5847496" y="3173550"/>
            <a:ext cx="791134" cy="0"/>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B8E9020-5802-0A83-2206-D42684EEAE78}"/>
                  </a:ext>
                </a:extLst>
              </p:cNvPr>
              <p:cNvSpPr txBox="1"/>
              <p:nvPr/>
            </p:nvSpPr>
            <p:spPr>
              <a:xfrm>
                <a:off x="2594149" y="2086350"/>
                <a:ext cx="599125" cy="369332"/>
              </a:xfrm>
              <a:prstGeom prst="rect">
                <a:avLst/>
              </a:prstGeom>
              <a:noFill/>
            </p:spPr>
            <p:txBody>
              <a:bodyPr wrap="squar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0</m:t>
                          </m:r>
                        </m:sub>
                      </m:sSub>
                    </m:oMath>
                  </m:oMathPara>
                </a14:m>
                <a:endParaRPr lang="en-GB" b="0"/>
              </a:p>
            </p:txBody>
          </p:sp>
        </mc:Choice>
        <mc:Fallback xmlns="">
          <p:sp>
            <p:nvSpPr>
              <p:cNvPr id="3" name="TextBox 2">
                <a:extLst>
                  <a:ext uri="{FF2B5EF4-FFF2-40B4-BE49-F238E27FC236}">
                    <a16:creationId xmlns:a16="http://schemas.microsoft.com/office/drawing/2014/main" id="{7B8E9020-5802-0A83-2206-D42684EEAE78}"/>
                  </a:ext>
                </a:extLst>
              </p:cNvPr>
              <p:cNvSpPr txBox="1">
                <a:spLocks noRot="1" noChangeAspect="1" noMove="1" noResize="1" noEditPoints="1" noAdjustHandles="1" noChangeArrowheads="1" noChangeShapeType="1" noTextEdit="1"/>
              </p:cNvSpPr>
              <p:nvPr/>
            </p:nvSpPr>
            <p:spPr>
              <a:xfrm>
                <a:off x="2594149" y="2086350"/>
                <a:ext cx="599125" cy="369332"/>
              </a:xfrm>
              <a:prstGeom prst="rect">
                <a:avLst/>
              </a:prstGeom>
              <a:blipFill>
                <a:blip r:embed="rId3"/>
                <a:stretch>
                  <a:fillRect t="-24590" r="-18367"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5922B71-CA4E-4F75-51B7-82976C9CA232}"/>
                  </a:ext>
                </a:extLst>
              </p:cNvPr>
              <p:cNvSpPr txBox="1"/>
              <p:nvPr/>
            </p:nvSpPr>
            <p:spPr>
              <a:xfrm>
                <a:off x="2594149" y="2954313"/>
                <a:ext cx="599125" cy="369332"/>
              </a:xfrm>
              <a:prstGeom prst="rect">
                <a:avLst/>
              </a:prstGeom>
              <a:noFill/>
            </p:spPr>
            <p:txBody>
              <a:bodyPr wrap="squar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1</m:t>
                          </m:r>
                        </m:sub>
                      </m:sSub>
                    </m:oMath>
                  </m:oMathPara>
                </a14:m>
                <a:endParaRPr lang="en-GB" b="0"/>
              </a:p>
            </p:txBody>
          </p:sp>
        </mc:Choice>
        <mc:Fallback xmlns="">
          <p:sp>
            <p:nvSpPr>
              <p:cNvPr id="5" name="TextBox 4">
                <a:extLst>
                  <a:ext uri="{FF2B5EF4-FFF2-40B4-BE49-F238E27FC236}">
                    <a16:creationId xmlns:a16="http://schemas.microsoft.com/office/drawing/2014/main" id="{F5922B71-CA4E-4F75-51B7-82976C9CA232}"/>
                  </a:ext>
                </a:extLst>
              </p:cNvPr>
              <p:cNvSpPr txBox="1">
                <a:spLocks noRot="1" noChangeAspect="1" noMove="1" noResize="1" noEditPoints="1" noAdjustHandles="1" noChangeArrowheads="1" noChangeShapeType="1" noTextEdit="1"/>
              </p:cNvSpPr>
              <p:nvPr/>
            </p:nvSpPr>
            <p:spPr>
              <a:xfrm>
                <a:off x="2594149" y="2954313"/>
                <a:ext cx="599125" cy="369332"/>
              </a:xfrm>
              <a:prstGeom prst="rect">
                <a:avLst/>
              </a:prstGeom>
              <a:blipFill>
                <a:blip r:embed="rId4"/>
                <a:stretch>
                  <a:fillRect t="-26667" r="-18367"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36FF873-4955-58AE-C5EE-FBD3FB0FB632}"/>
                  </a:ext>
                </a:extLst>
              </p:cNvPr>
              <p:cNvSpPr txBox="1"/>
              <p:nvPr/>
            </p:nvSpPr>
            <p:spPr>
              <a:xfrm>
                <a:off x="2609759" y="3812571"/>
                <a:ext cx="599125" cy="369332"/>
              </a:xfrm>
              <a:prstGeom prst="rect">
                <a:avLst/>
              </a:prstGeom>
              <a:noFill/>
            </p:spPr>
            <p:txBody>
              <a:bodyPr wrap="squar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2</m:t>
                          </m:r>
                        </m:sub>
                      </m:sSub>
                    </m:oMath>
                  </m:oMathPara>
                </a14:m>
                <a:endParaRPr lang="en-GB" b="0"/>
              </a:p>
            </p:txBody>
          </p:sp>
        </mc:Choice>
        <mc:Fallback xmlns="">
          <p:sp>
            <p:nvSpPr>
              <p:cNvPr id="6" name="TextBox 5">
                <a:extLst>
                  <a:ext uri="{FF2B5EF4-FFF2-40B4-BE49-F238E27FC236}">
                    <a16:creationId xmlns:a16="http://schemas.microsoft.com/office/drawing/2014/main" id="{036FF873-4955-58AE-C5EE-FBD3FB0FB632}"/>
                  </a:ext>
                </a:extLst>
              </p:cNvPr>
              <p:cNvSpPr txBox="1">
                <a:spLocks noRot="1" noChangeAspect="1" noMove="1" noResize="1" noEditPoints="1" noAdjustHandles="1" noChangeArrowheads="1" noChangeShapeType="1" noTextEdit="1"/>
              </p:cNvSpPr>
              <p:nvPr/>
            </p:nvSpPr>
            <p:spPr>
              <a:xfrm>
                <a:off x="2609759" y="3812571"/>
                <a:ext cx="599125" cy="369332"/>
              </a:xfrm>
              <a:prstGeom prst="rect">
                <a:avLst/>
              </a:prstGeom>
              <a:blipFill>
                <a:blip r:embed="rId5"/>
                <a:stretch>
                  <a:fillRect t="-24590" r="-19388"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80B42B6-7D3E-7F36-151B-2EC7636572A7}"/>
                  </a:ext>
                </a:extLst>
              </p:cNvPr>
              <p:cNvSpPr txBox="1"/>
              <p:nvPr/>
            </p:nvSpPr>
            <p:spPr>
              <a:xfrm>
                <a:off x="2598306" y="4656057"/>
                <a:ext cx="599125" cy="369332"/>
              </a:xfrm>
              <a:prstGeom prst="rect">
                <a:avLst/>
              </a:prstGeom>
              <a:noFill/>
            </p:spPr>
            <p:txBody>
              <a:bodyPr wrap="squar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3</m:t>
                          </m:r>
                        </m:sub>
                      </m:sSub>
                    </m:oMath>
                  </m:oMathPara>
                </a14:m>
                <a:endParaRPr lang="en-GB" b="0"/>
              </a:p>
            </p:txBody>
          </p:sp>
        </mc:Choice>
        <mc:Fallback xmlns="">
          <p:sp>
            <p:nvSpPr>
              <p:cNvPr id="8" name="TextBox 7">
                <a:extLst>
                  <a:ext uri="{FF2B5EF4-FFF2-40B4-BE49-F238E27FC236}">
                    <a16:creationId xmlns:a16="http://schemas.microsoft.com/office/drawing/2014/main" id="{F80B42B6-7D3E-7F36-151B-2EC7636572A7}"/>
                  </a:ext>
                </a:extLst>
              </p:cNvPr>
              <p:cNvSpPr txBox="1">
                <a:spLocks noRot="1" noChangeAspect="1" noMove="1" noResize="1" noEditPoints="1" noAdjustHandles="1" noChangeArrowheads="1" noChangeShapeType="1" noTextEdit="1"/>
              </p:cNvSpPr>
              <p:nvPr/>
            </p:nvSpPr>
            <p:spPr>
              <a:xfrm>
                <a:off x="2598306" y="4656057"/>
                <a:ext cx="599125" cy="369332"/>
              </a:xfrm>
              <a:prstGeom prst="rect">
                <a:avLst/>
              </a:prstGeom>
              <a:blipFill>
                <a:blip r:embed="rId6"/>
                <a:stretch>
                  <a:fillRect t="-26667" r="-18182"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72D857AD-973B-4233-54CC-932C76D30035}"/>
                  </a:ext>
                </a:extLst>
              </p:cNvPr>
              <p:cNvSpPr txBox="1"/>
              <p:nvPr/>
            </p:nvSpPr>
            <p:spPr>
              <a:xfrm>
                <a:off x="5244156" y="2999532"/>
                <a:ext cx="526264" cy="372859"/>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latin typeface="Cambria Math" panose="02040503050406030204" pitchFamily="18" charset="0"/>
                            </a:rPr>
                          </m:ctrlPr>
                        </m:sSubSupPr>
                        <m:e>
                          <m:r>
                            <a:rPr lang="en-GB" sz="2400" b="0" i="1" smtClean="0">
                              <a:latin typeface="Cambria Math" panose="02040503050406030204" pitchFamily="18" charset="0"/>
                            </a:rPr>
                            <m:t>𝑎</m:t>
                          </m:r>
                        </m:e>
                        <m:sub>
                          <m:r>
                            <a:rPr lang="en-GB" sz="2400" b="0" i="1" smtClean="0">
                              <a:latin typeface="Cambria Math" panose="02040503050406030204" pitchFamily="18" charset="0"/>
                            </a:rPr>
                            <m:t>1</m:t>
                          </m:r>
                        </m:sub>
                        <m:sup>
                          <m:r>
                            <a:rPr lang="en-GB" sz="2400" b="0" i="1" smtClean="0">
                              <a:latin typeface="Cambria Math" panose="02040503050406030204" pitchFamily="18" charset="0"/>
                            </a:rPr>
                            <m:t>1</m:t>
                          </m:r>
                        </m:sup>
                      </m:sSubSup>
                    </m:oMath>
                  </m:oMathPara>
                </a14:m>
                <a:endParaRPr lang="en-GB" sz="2400" b="0"/>
              </a:p>
            </p:txBody>
          </p:sp>
        </mc:Choice>
        <mc:Fallback xmlns="">
          <p:sp>
            <p:nvSpPr>
              <p:cNvPr id="44" name="TextBox 43">
                <a:extLst>
                  <a:ext uri="{FF2B5EF4-FFF2-40B4-BE49-F238E27FC236}">
                    <a16:creationId xmlns:a16="http://schemas.microsoft.com/office/drawing/2014/main" id="{72D857AD-973B-4233-54CC-932C76D30035}"/>
                  </a:ext>
                </a:extLst>
              </p:cNvPr>
              <p:cNvSpPr txBox="1">
                <a:spLocks noRot="1" noChangeAspect="1" noMove="1" noResize="1" noEditPoints="1" noAdjustHandles="1" noChangeArrowheads="1" noChangeShapeType="1" noTextEdit="1"/>
              </p:cNvSpPr>
              <p:nvPr/>
            </p:nvSpPr>
            <p:spPr>
              <a:xfrm>
                <a:off x="5244156" y="2999532"/>
                <a:ext cx="526264" cy="372859"/>
              </a:xfrm>
              <a:prstGeom prst="rect">
                <a:avLst/>
              </a:prstGeom>
              <a:blipFill>
                <a:blip r:embed="rId7"/>
                <a:stretch>
                  <a:fillRect t="-22951" r="-29885" b="-5082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59B0572-5956-5D4A-BDB3-EE880A283757}"/>
                  </a:ext>
                </a:extLst>
              </p:cNvPr>
              <p:cNvSpPr txBox="1"/>
              <p:nvPr/>
            </p:nvSpPr>
            <p:spPr>
              <a:xfrm>
                <a:off x="6755599" y="2954313"/>
                <a:ext cx="973152" cy="369332"/>
              </a:xfrm>
              <a:prstGeom prst="rect">
                <a:avLst/>
              </a:prstGeom>
              <a:noFill/>
            </p:spPr>
            <p:txBody>
              <a:bodyPr wrap="none" lIns="0" tIns="0" rIns="0" bIns="0" rtlCol="0">
                <a:spAutoFit/>
              </a:bodyPr>
              <a:lstStyle/>
              <a:p>
                <a:pPr/>
                <a14:m>
                  <m:oMathPara xmlns:m="http://schemas.openxmlformats.org/officeDocument/2006/math">
                    <m:oMath>
                      <m:r>
                        <a:rPr lang="en-GB" sz="2400" b="0" i="1" smtClean="0">
                          <a:latin typeface="Cambria Math" panose="02040503050406030204" pitchFamily="18" charset="0"/>
                        </a:rPr>
                        <m:t>𝑓</m:t>
                      </m:r>
                      <m:r>
                        <a:rPr lang="en-GB" sz="2400" b="0" i="1" smtClean="0">
                          <a:latin typeface="Cambria Math" panose="02040503050406030204" pitchFamily="18" charset="0"/>
                        </a:rPr>
                        <m:t>(</m:t>
                      </m:r>
                      <m:r>
                        <a:rPr lang="en-GB" sz="2400" b="0" i="1" smtClean="0">
                          <a:latin typeface="Cambria Math" panose="02040503050406030204" pitchFamily="18" charset="0"/>
                        </a:rPr>
                        <m:t>𝑥</m:t>
                      </m:r>
                      <m:r>
                        <a:rPr lang="en-GB" sz="2400" b="0" i="1" smtClean="0">
                          <a:latin typeface="Cambria Math" panose="02040503050406030204" pitchFamily="18" charset="0"/>
                        </a:rPr>
                        <m:t>,</m:t>
                      </m:r>
                      <m:r>
                        <a:rPr lang="en-GB" sz="2400" b="0" i="1" smtClean="0">
                          <a:latin typeface="Cambria Math" panose="02040503050406030204" pitchFamily="18" charset="0"/>
                        </a:rPr>
                        <m:t>𝜃</m:t>
                      </m:r>
                      <m:r>
                        <a:rPr lang="en-GB" sz="2400" b="0" i="1" smtClean="0">
                          <a:latin typeface="Cambria Math" panose="02040503050406030204" pitchFamily="18" charset="0"/>
                        </a:rPr>
                        <m:t>)</m:t>
                      </m:r>
                    </m:oMath>
                  </m:oMathPara>
                </a14:m>
                <a:endParaRPr lang="LID4096" sz="2400"/>
              </a:p>
            </p:txBody>
          </p:sp>
        </mc:Choice>
        <mc:Fallback xmlns="">
          <p:sp>
            <p:nvSpPr>
              <p:cNvPr id="49" name="TextBox 48">
                <a:extLst>
                  <a:ext uri="{FF2B5EF4-FFF2-40B4-BE49-F238E27FC236}">
                    <a16:creationId xmlns:a16="http://schemas.microsoft.com/office/drawing/2014/main" id="{959B0572-5956-5D4A-BDB3-EE880A283757}"/>
                  </a:ext>
                </a:extLst>
              </p:cNvPr>
              <p:cNvSpPr txBox="1">
                <a:spLocks noRot="1" noChangeAspect="1" noMove="1" noResize="1" noEditPoints="1" noAdjustHandles="1" noChangeArrowheads="1" noChangeShapeType="1" noTextEdit="1"/>
              </p:cNvSpPr>
              <p:nvPr/>
            </p:nvSpPr>
            <p:spPr>
              <a:xfrm>
                <a:off x="6755599" y="2954313"/>
                <a:ext cx="973152" cy="369332"/>
              </a:xfrm>
              <a:prstGeom prst="rect">
                <a:avLst/>
              </a:prstGeom>
              <a:blipFill>
                <a:blip r:embed="rId8"/>
                <a:stretch>
                  <a:fillRect l="-10625" t="-26667" r="-23125"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5B48E5F-9F50-8514-A689-65987D914389}"/>
                  </a:ext>
                </a:extLst>
              </p:cNvPr>
              <p:cNvSpPr txBox="1"/>
              <p:nvPr/>
            </p:nvSpPr>
            <p:spPr>
              <a:xfrm>
                <a:off x="3671940" y="2380307"/>
                <a:ext cx="373820" cy="369332"/>
              </a:xfrm>
              <a:prstGeom prst="rect">
                <a:avLst/>
              </a:prstGeom>
              <a:solidFill>
                <a:schemeClr val="bg1"/>
              </a:solidFill>
            </p:spPr>
            <p:txBody>
              <a:bodyPr wrap="non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𝜃</m:t>
                          </m:r>
                        </m:e>
                        <m:sub>
                          <m:r>
                            <a:rPr lang="en-GB" sz="2400" b="0" i="1" smtClean="0">
                              <a:latin typeface="Cambria Math" panose="02040503050406030204" pitchFamily="18" charset="0"/>
                            </a:rPr>
                            <m:t>0</m:t>
                          </m:r>
                        </m:sub>
                      </m:sSub>
                    </m:oMath>
                  </m:oMathPara>
                </a14:m>
                <a:endParaRPr lang="en-GB" b="0"/>
              </a:p>
            </p:txBody>
          </p:sp>
        </mc:Choice>
        <mc:Fallback xmlns="">
          <p:sp>
            <p:nvSpPr>
              <p:cNvPr id="7" name="TextBox 6">
                <a:extLst>
                  <a:ext uri="{FF2B5EF4-FFF2-40B4-BE49-F238E27FC236}">
                    <a16:creationId xmlns:a16="http://schemas.microsoft.com/office/drawing/2014/main" id="{95B48E5F-9F50-8514-A689-65987D914389}"/>
                  </a:ext>
                </a:extLst>
              </p:cNvPr>
              <p:cNvSpPr txBox="1">
                <a:spLocks noRot="1" noChangeAspect="1" noMove="1" noResize="1" noEditPoints="1" noAdjustHandles="1" noChangeArrowheads="1" noChangeShapeType="1" noTextEdit="1"/>
              </p:cNvSpPr>
              <p:nvPr/>
            </p:nvSpPr>
            <p:spPr>
              <a:xfrm>
                <a:off x="3671940" y="2380307"/>
                <a:ext cx="373820" cy="369332"/>
              </a:xfrm>
              <a:prstGeom prst="rect">
                <a:avLst/>
              </a:prstGeom>
              <a:blipFill>
                <a:blip r:embed="rId9"/>
                <a:stretch>
                  <a:fillRect l="-17742" t="-24590" r="-61290"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95EA65A-DD61-D9FB-A9B7-8A11D6412BE6}"/>
                  </a:ext>
                </a:extLst>
              </p:cNvPr>
              <p:cNvSpPr txBox="1"/>
              <p:nvPr/>
            </p:nvSpPr>
            <p:spPr>
              <a:xfrm>
                <a:off x="3671940" y="2954313"/>
                <a:ext cx="366702" cy="369332"/>
              </a:xfrm>
              <a:prstGeom prst="rect">
                <a:avLst/>
              </a:prstGeom>
              <a:solidFill>
                <a:schemeClr val="bg1"/>
              </a:solidFill>
            </p:spPr>
            <p:txBody>
              <a:bodyPr wrap="non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𝜃</m:t>
                          </m:r>
                        </m:e>
                        <m:sub>
                          <m:r>
                            <a:rPr lang="en-GB" sz="2400" b="0" i="1" smtClean="0">
                              <a:latin typeface="Cambria Math" panose="02040503050406030204" pitchFamily="18" charset="0"/>
                            </a:rPr>
                            <m:t>1</m:t>
                          </m:r>
                        </m:sub>
                      </m:sSub>
                    </m:oMath>
                  </m:oMathPara>
                </a14:m>
                <a:endParaRPr lang="en-GB" b="0"/>
              </a:p>
            </p:txBody>
          </p:sp>
        </mc:Choice>
        <mc:Fallback xmlns="">
          <p:sp>
            <p:nvSpPr>
              <p:cNvPr id="10" name="TextBox 9">
                <a:extLst>
                  <a:ext uri="{FF2B5EF4-FFF2-40B4-BE49-F238E27FC236}">
                    <a16:creationId xmlns:a16="http://schemas.microsoft.com/office/drawing/2014/main" id="{195EA65A-DD61-D9FB-A9B7-8A11D6412BE6}"/>
                  </a:ext>
                </a:extLst>
              </p:cNvPr>
              <p:cNvSpPr txBox="1">
                <a:spLocks noRot="1" noChangeAspect="1" noMove="1" noResize="1" noEditPoints="1" noAdjustHandles="1" noChangeArrowheads="1" noChangeShapeType="1" noTextEdit="1"/>
              </p:cNvSpPr>
              <p:nvPr/>
            </p:nvSpPr>
            <p:spPr>
              <a:xfrm>
                <a:off x="3671940" y="2954313"/>
                <a:ext cx="366702" cy="369332"/>
              </a:xfrm>
              <a:prstGeom prst="rect">
                <a:avLst/>
              </a:prstGeom>
              <a:blipFill>
                <a:blip r:embed="rId10"/>
                <a:stretch>
                  <a:fillRect l="-18033" t="-26667" r="-60656"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C89BC4B-A266-5516-0A7F-824E08456F73}"/>
                  </a:ext>
                </a:extLst>
              </p:cNvPr>
              <p:cNvSpPr txBox="1"/>
              <p:nvPr/>
            </p:nvSpPr>
            <p:spPr>
              <a:xfrm>
                <a:off x="3671940" y="3503066"/>
                <a:ext cx="373820" cy="369332"/>
              </a:xfrm>
              <a:prstGeom prst="rect">
                <a:avLst/>
              </a:prstGeom>
              <a:solidFill>
                <a:schemeClr val="bg1"/>
              </a:solidFill>
            </p:spPr>
            <p:txBody>
              <a:bodyPr wrap="non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𝜃</m:t>
                          </m:r>
                        </m:e>
                        <m:sub>
                          <m:r>
                            <a:rPr lang="en-GB" sz="2400" b="0" i="1" smtClean="0">
                              <a:latin typeface="Cambria Math" panose="02040503050406030204" pitchFamily="18" charset="0"/>
                            </a:rPr>
                            <m:t>2</m:t>
                          </m:r>
                        </m:sub>
                      </m:sSub>
                    </m:oMath>
                  </m:oMathPara>
                </a14:m>
                <a:endParaRPr lang="en-GB" b="0"/>
              </a:p>
            </p:txBody>
          </p:sp>
        </mc:Choice>
        <mc:Fallback xmlns="">
          <p:sp>
            <p:nvSpPr>
              <p:cNvPr id="11" name="TextBox 10">
                <a:extLst>
                  <a:ext uri="{FF2B5EF4-FFF2-40B4-BE49-F238E27FC236}">
                    <a16:creationId xmlns:a16="http://schemas.microsoft.com/office/drawing/2014/main" id="{0C89BC4B-A266-5516-0A7F-824E08456F73}"/>
                  </a:ext>
                </a:extLst>
              </p:cNvPr>
              <p:cNvSpPr txBox="1">
                <a:spLocks noRot="1" noChangeAspect="1" noMove="1" noResize="1" noEditPoints="1" noAdjustHandles="1" noChangeArrowheads="1" noChangeShapeType="1" noTextEdit="1"/>
              </p:cNvSpPr>
              <p:nvPr/>
            </p:nvSpPr>
            <p:spPr>
              <a:xfrm>
                <a:off x="3671940" y="3503066"/>
                <a:ext cx="373820" cy="369332"/>
              </a:xfrm>
              <a:prstGeom prst="rect">
                <a:avLst/>
              </a:prstGeom>
              <a:blipFill>
                <a:blip r:embed="rId11"/>
                <a:stretch>
                  <a:fillRect l="-17742" t="-26667" r="-61290"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7641CC6-96B7-E83F-1AA0-7EB4EEE0D511}"/>
                  </a:ext>
                </a:extLst>
              </p:cNvPr>
              <p:cNvSpPr txBox="1"/>
              <p:nvPr/>
            </p:nvSpPr>
            <p:spPr>
              <a:xfrm>
                <a:off x="3674243" y="4114355"/>
                <a:ext cx="373820" cy="369332"/>
              </a:xfrm>
              <a:prstGeom prst="rect">
                <a:avLst/>
              </a:prstGeom>
              <a:solidFill>
                <a:schemeClr val="bg1"/>
              </a:solidFill>
              <a:ln>
                <a:solidFill>
                  <a:schemeClr val="bg1"/>
                </a:solidFill>
              </a:ln>
            </p:spPr>
            <p:txBody>
              <a:bodyPr wrap="non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𝜃</m:t>
                          </m:r>
                        </m:e>
                        <m:sub>
                          <m:r>
                            <a:rPr lang="en-GB" sz="2400" b="0" i="1" smtClean="0">
                              <a:latin typeface="Cambria Math" panose="02040503050406030204" pitchFamily="18" charset="0"/>
                            </a:rPr>
                            <m:t>3</m:t>
                          </m:r>
                        </m:sub>
                      </m:sSub>
                    </m:oMath>
                  </m:oMathPara>
                </a14:m>
                <a:endParaRPr lang="en-GB" b="0"/>
              </a:p>
            </p:txBody>
          </p:sp>
        </mc:Choice>
        <mc:Fallback xmlns="">
          <p:sp>
            <p:nvSpPr>
              <p:cNvPr id="12" name="TextBox 11">
                <a:extLst>
                  <a:ext uri="{FF2B5EF4-FFF2-40B4-BE49-F238E27FC236}">
                    <a16:creationId xmlns:a16="http://schemas.microsoft.com/office/drawing/2014/main" id="{B7641CC6-96B7-E83F-1AA0-7EB4EEE0D511}"/>
                  </a:ext>
                </a:extLst>
              </p:cNvPr>
              <p:cNvSpPr txBox="1">
                <a:spLocks noRot="1" noChangeAspect="1" noMove="1" noResize="1" noEditPoints="1" noAdjustHandles="1" noChangeArrowheads="1" noChangeShapeType="1" noTextEdit="1"/>
              </p:cNvSpPr>
              <p:nvPr/>
            </p:nvSpPr>
            <p:spPr>
              <a:xfrm>
                <a:off x="3674243" y="4114355"/>
                <a:ext cx="373820" cy="369332"/>
              </a:xfrm>
              <a:prstGeom prst="rect">
                <a:avLst/>
              </a:prstGeom>
              <a:blipFill>
                <a:blip r:embed="rId12"/>
                <a:stretch>
                  <a:fillRect l="-17460" t="-23810" r="-58730" b="-44444"/>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94946E8-18C2-F39B-8077-DB77B3B7DEA2}"/>
                  </a:ext>
                </a:extLst>
              </p:cNvPr>
              <p:cNvSpPr txBox="1"/>
              <p:nvPr/>
            </p:nvSpPr>
            <p:spPr>
              <a:xfrm>
                <a:off x="4579605" y="3022980"/>
                <a:ext cx="672107" cy="369332"/>
              </a:xfrm>
              <a:prstGeom prst="rect">
                <a:avLst/>
              </a:prstGeom>
              <a:solidFill>
                <a:schemeClr val="bg1"/>
              </a:solidFill>
            </p:spPr>
            <p:txBody>
              <a:bodyPr wrap="none" lIns="0" tIns="0" rIns="0" bIns="0" rtlCol="0">
                <a:spAutoFit/>
              </a:bodyPr>
              <a:lstStyle/>
              <a:p>
                <a14:m>
                  <m:oMath xmlns:m="http://schemas.openxmlformats.org/officeDocument/2006/math">
                    <m:r>
                      <a:rPr lang="en-GB" sz="2400" b="0" i="1" smtClean="0">
                        <a:latin typeface="Cambria Math" panose="02040503050406030204" pitchFamily="18" charset="0"/>
                      </a:rPr>
                      <m:t>𝑔</m:t>
                    </m:r>
                    <m:r>
                      <a:rPr lang="en-GB" sz="2400" b="0" i="1" smtClean="0">
                        <a:latin typeface="Cambria Math" panose="02040503050406030204" pitchFamily="18" charset="0"/>
                      </a:rPr>
                      <m:t>()</m:t>
                    </m:r>
                  </m:oMath>
                </a14:m>
                <a:r>
                  <a:rPr lang="en-GB" sz="2400"/>
                  <a:t> =</a:t>
                </a:r>
                <a:endParaRPr lang="LID4096" sz="2400"/>
              </a:p>
            </p:txBody>
          </p:sp>
        </mc:Choice>
        <mc:Fallback xmlns="">
          <p:sp>
            <p:nvSpPr>
              <p:cNvPr id="13" name="TextBox 12">
                <a:extLst>
                  <a:ext uri="{FF2B5EF4-FFF2-40B4-BE49-F238E27FC236}">
                    <a16:creationId xmlns:a16="http://schemas.microsoft.com/office/drawing/2014/main" id="{494946E8-18C2-F39B-8077-DB77B3B7DEA2}"/>
                  </a:ext>
                </a:extLst>
              </p:cNvPr>
              <p:cNvSpPr txBox="1">
                <a:spLocks noRot="1" noChangeAspect="1" noMove="1" noResize="1" noEditPoints="1" noAdjustHandles="1" noChangeArrowheads="1" noChangeShapeType="1" noTextEdit="1"/>
              </p:cNvSpPr>
              <p:nvPr/>
            </p:nvSpPr>
            <p:spPr>
              <a:xfrm>
                <a:off x="4579605" y="3022980"/>
                <a:ext cx="672107" cy="369332"/>
              </a:xfrm>
              <a:prstGeom prst="rect">
                <a:avLst/>
              </a:prstGeom>
              <a:blipFill>
                <a:blip r:embed="rId13"/>
                <a:stretch>
                  <a:fillRect l="-16216" t="-26667" r="-43243" b="-50000"/>
                </a:stretch>
              </a:blipFill>
            </p:spPr>
            <p:txBody>
              <a:bodyPr/>
              <a:lstStyle/>
              <a:p>
                <a:r>
                  <a:rPr lang="en-US">
                    <a:noFill/>
                  </a:rPr>
                  <a:t> </a:t>
                </a:r>
              </a:p>
            </p:txBody>
          </p:sp>
        </mc:Fallback>
      </mc:AlternateContent>
      <p:sp>
        <p:nvSpPr>
          <p:cNvPr id="2" name="Title 1">
            <a:extLst>
              <a:ext uri="{FF2B5EF4-FFF2-40B4-BE49-F238E27FC236}">
                <a16:creationId xmlns:a16="http://schemas.microsoft.com/office/drawing/2014/main" id="{B8F56F25-A9EC-BCA9-C83E-61731132E592}"/>
              </a:ext>
            </a:extLst>
          </p:cNvPr>
          <p:cNvSpPr>
            <a:spLocks noGrp="1"/>
          </p:cNvSpPr>
          <p:nvPr>
            <p:ph type="title"/>
          </p:nvPr>
        </p:nvSpPr>
        <p:spPr/>
        <p:txBody>
          <a:bodyPr>
            <a:noAutofit/>
          </a:bodyPr>
          <a:lstStyle/>
          <a:p>
            <a:r>
              <a:rPr lang="en-US" b="1" dirty="0">
                <a:latin typeface="Corbel" panose="020B0503020204020204" pitchFamily="34" charset="0"/>
              </a:rPr>
              <a:t>Logistic regression could be visualized as a network of information,</a:t>
            </a:r>
            <a:br>
              <a:rPr lang="en-US" b="1" dirty="0">
                <a:latin typeface="Corbel" panose="020B0503020204020204" pitchFamily="34" charset="0"/>
              </a:rPr>
            </a:br>
            <a:r>
              <a:rPr lang="en-US" b="1" dirty="0">
                <a:latin typeface="Corbel" panose="020B0503020204020204" pitchFamily="34" charset="0"/>
              </a:rPr>
              <a:t>flowing from features and weights to the output</a:t>
            </a:r>
            <a:endParaRPr lang="en-BE" b="1" dirty="0">
              <a:latin typeface="Corbel" panose="020B0503020204020204" pitchFamily="34" charset="0"/>
            </a:endParaRPr>
          </a:p>
        </p:txBody>
      </p:sp>
      <p:sp>
        <p:nvSpPr>
          <p:cNvPr id="22" name="TextBox 21">
            <a:extLst>
              <a:ext uri="{FF2B5EF4-FFF2-40B4-BE49-F238E27FC236}">
                <a16:creationId xmlns:a16="http://schemas.microsoft.com/office/drawing/2014/main" id="{41051219-3589-6D27-5273-BCC3F90AB64F}"/>
              </a:ext>
            </a:extLst>
          </p:cNvPr>
          <p:cNvSpPr txBox="1"/>
          <p:nvPr/>
        </p:nvSpPr>
        <p:spPr>
          <a:xfrm>
            <a:off x="2309055" y="5413513"/>
            <a:ext cx="1096754" cy="369332"/>
          </a:xfrm>
          <a:prstGeom prst="rect">
            <a:avLst/>
          </a:prstGeom>
          <a:noFill/>
        </p:spPr>
        <p:txBody>
          <a:bodyPr wrap="square" rtlCol="0">
            <a:spAutoFit/>
          </a:bodyPr>
          <a:lstStyle/>
          <a:p>
            <a:pPr algn="ctr"/>
            <a:r>
              <a:rPr lang="en-US" i="1"/>
              <a:t>features</a:t>
            </a:r>
            <a:endParaRPr lang="en-BE" i="1"/>
          </a:p>
        </p:txBody>
      </p:sp>
      <p:sp>
        <p:nvSpPr>
          <p:cNvPr id="24" name="TextBox 23">
            <a:extLst>
              <a:ext uri="{FF2B5EF4-FFF2-40B4-BE49-F238E27FC236}">
                <a16:creationId xmlns:a16="http://schemas.microsoft.com/office/drawing/2014/main" id="{6896B1B1-B20F-7539-C451-9C4CB3E6F397}"/>
              </a:ext>
            </a:extLst>
          </p:cNvPr>
          <p:cNvSpPr txBox="1"/>
          <p:nvPr/>
        </p:nvSpPr>
        <p:spPr>
          <a:xfrm>
            <a:off x="4486810" y="5413073"/>
            <a:ext cx="2017508" cy="369332"/>
          </a:xfrm>
          <a:prstGeom prst="rect">
            <a:avLst/>
          </a:prstGeom>
          <a:noFill/>
        </p:spPr>
        <p:txBody>
          <a:bodyPr wrap="square" rtlCol="0">
            <a:spAutoFit/>
          </a:bodyPr>
          <a:lstStyle/>
          <a:p>
            <a:pPr algn="ctr"/>
            <a:r>
              <a:rPr lang="en-US" i="1"/>
              <a:t>logistic regression</a:t>
            </a:r>
            <a:endParaRPr lang="en-BE" i="1"/>
          </a:p>
        </p:txBody>
      </p:sp>
      <p:sp>
        <p:nvSpPr>
          <p:cNvPr id="25" name="TextBox 24">
            <a:extLst>
              <a:ext uri="{FF2B5EF4-FFF2-40B4-BE49-F238E27FC236}">
                <a16:creationId xmlns:a16="http://schemas.microsoft.com/office/drawing/2014/main" id="{DD9E448E-964A-45E3-700B-CC65579BA50A}"/>
              </a:ext>
            </a:extLst>
          </p:cNvPr>
          <p:cNvSpPr txBox="1"/>
          <p:nvPr/>
        </p:nvSpPr>
        <p:spPr>
          <a:xfrm>
            <a:off x="3426987" y="4884932"/>
            <a:ext cx="1038644" cy="369332"/>
          </a:xfrm>
          <a:prstGeom prst="rect">
            <a:avLst/>
          </a:prstGeom>
          <a:noFill/>
        </p:spPr>
        <p:txBody>
          <a:bodyPr wrap="square" rtlCol="0">
            <a:spAutoFit/>
          </a:bodyPr>
          <a:lstStyle/>
          <a:p>
            <a:pPr algn="ctr"/>
            <a:r>
              <a:rPr lang="en-US" i="1"/>
              <a:t>weights</a:t>
            </a:r>
            <a:endParaRPr lang="en-BE" i="1"/>
          </a:p>
        </p:txBody>
      </p:sp>
      <p:sp>
        <p:nvSpPr>
          <p:cNvPr id="4" name="Slide Number Placeholder 3">
            <a:extLst>
              <a:ext uri="{FF2B5EF4-FFF2-40B4-BE49-F238E27FC236}">
                <a16:creationId xmlns:a16="http://schemas.microsoft.com/office/drawing/2014/main" id="{2F878457-B481-1720-4F21-A20BFCAB2DB9}"/>
              </a:ext>
            </a:extLst>
          </p:cNvPr>
          <p:cNvSpPr>
            <a:spLocks noGrp="1"/>
          </p:cNvSpPr>
          <p:nvPr>
            <p:ph type="sldNum" sz="quarter" idx="12"/>
          </p:nvPr>
        </p:nvSpPr>
        <p:spPr>
          <a:xfrm>
            <a:off x="10684933" y="6459767"/>
            <a:ext cx="1073434" cy="261708"/>
          </a:xfrm>
        </p:spPr>
        <p:txBody>
          <a:bodyPr/>
          <a:lstStyle/>
          <a:p>
            <a:fld id="{94B3E216-A3C5-4E41-AE94-D003E76F1D3A}" type="slidenum">
              <a:rPr lang="en-US" noProof="0" smtClean="0"/>
              <a:pPr/>
              <a:t>2</a:t>
            </a:fld>
            <a:endParaRPr lang="en-US" noProof="0"/>
          </a:p>
        </p:txBody>
      </p:sp>
    </p:spTree>
    <p:extLst>
      <p:ext uri="{BB962C8B-B14F-4D97-AF65-F5344CB8AC3E}">
        <p14:creationId xmlns:p14="http://schemas.microsoft.com/office/powerpoint/2010/main" val="537037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hlinkClick r:id="rId3"/>
            <a:extLst>
              <a:ext uri="{FF2B5EF4-FFF2-40B4-BE49-F238E27FC236}">
                <a16:creationId xmlns:a16="http://schemas.microsoft.com/office/drawing/2014/main" id="{0A67C3CB-9496-0233-A03C-3DB0BAD772E5}"/>
              </a:ext>
            </a:extLst>
          </p:cNvPr>
          <p:cNvPicPr>
            <a:picLocks noChangeAspect="1"/>
          </p:cNvPicPr>
          <p:nvPr/>
        </p:nvPicPr>
        <p:blipFill>
          <a:blip r:embed="rId4"/>
          <a:stretch>
            <a:fillRect/>
          </a:stretch>
        </p:blipFill>
        <p:spPr>
          <a:xfrm>
            <a:off x="2070234" y="1441665"/>
            <a:ext cx="8051531" cy="4769184"/>
          </a:xfrm>
          <a:prstGeom prst="rect">
            <a:avLst/>
          </a:prstGeom>
        </p:spPr>
      </p:pic>
      <p:sp>
        <p:nvSpPr>
          <p:cNvPr id="2" name="Title 1">
            <a:extLst>
              <a:ext uri="{FF2B5EF4-FFF2-40B4-BE49-F238E27FC236}">
                <a16:creationId xmlns:a16="http://schemas.microsoft.com/office/drawing/2014/main" id="{BCC45ED2-AE73-C4F0-BE9B-237F27BE7EC9}"/>
              </a:ext>
            </a:extLst>
          </p:cNvPr>
          <p:cNvSpPr>
            <a:spLocks noGrp="1"/>
          </p:cNvSpPr>
          <p:nvPr>
            <p:ph type="title"/>
          </p:nvPr>
        </p:nvSpPr>
        <p:spPr>
          <a:xfrm>
            <a:off x="433633" y="365125"/>
            <a:ext cx="11324734" cy="418128"/>
          </a:xfrm>
        </p:spPr>
        <p:txBody>
          <a:bodyPr>
            <a:noAutofit/>
          </a:bodyPr>
          <a:lstStyle/>
          <a:p>
            <a:r>
              <a:rPr lang="en-US" b="1" dirty="0">
                <a:latin typeface="Corbel" panose="020B0503020204020204" pitchFamily="34" charset="0"/>
              </a:rPr>
              <a:t>Logistic regression could be visualized as a network of information,</a:t>
            </a:r>
            <a:br>
              <a:rPr lang="en-US" b="1" dirty="0">
                <a:latin typeface="Corbel" panose="020B0503020204020204" pitchFamily="34" charset="0"/>
              </a:rPr>
            </a:br>
            <a:r>
              <a:rPr lang="en-US" b="1" dirty="0">
                <a:latin typeface="Corbel" panose="020B0503020204020204" pitchFamily="34" charset="0"/>
              </a:rPr>
              <a:t>flowing from features and weights to the output</a:t>
            </a:r>
            <a:endParaRPr lang="en-BE" b="1" dirty="0">
              <a:latin typeface="Corbel" panose="020B0503020204020204" pitchFamily="34" charset="0"/>
            </a:endParaRPr>
          </a:p>
        </p:txBody>
      </p:sp>
      <p:sp>
        <p:nvSpPr>
          <p:cNvPr id="3" name="Footer Placeholder 2">
            <a:extLst>
              <a:ext uri="{FF2B5EF4-FFF2-40B4-BE49-F238E27FC236}">
                <a16:creationId xmlns:a16="http://schemas.microsoft.com/office/drawing/2014/main" id="{F858D012-D1D9-21B9-D891-1C859670FDF6}"/>
              </a:ext>
            </a:extLst>
          </p:cNvPr>
          <p:cNvSpPr>
            <a:spLocks noGrp="1"/>
          </p:cNvSpPr>
          <p:nvPr>
            <p:ph type="ftr" sz="quarter" idx="11"/>
          </p:nvPr>
        </p:nvSpPr>
        <p:spPr/>
        <p:txBody>
          <a:bodyPr/>
          <a:lstStyle/>
          <a:p>
            <a:r>
              <a:rPr lang="en-US"/>
              <a:t>https://playground.tensorflow.org</a:t>
            </a:r>
          </a:p>
        </p:txBody>
      </p:sp>
      <p:sp>
        <p:nvSpPr>
          <p:cNvPr id="4" name="Slide Number Placeholder 3">
            <a:extLst>
              <a:ext uri="{FF2B5EF4-FFF2-40B4-BE49-F238E27FC236}">
                <a16:creationId xmlns:a16="http://schemas.microsoft.com/office/drawing/2014/main" id="{EB2B0368-5E95-DE79-260C-A3C9CF273B01}"/>
              </a:ext>
            </a:extLst>
          </p:cNvPr>
          <p:cNvSpPr>
            <a:spLocks noGrp="1"/>
          </p:cNvSpPr>
          <p:nvPr>
            <p:ph type="sldNum" sz="quarter" idx="12"/>
          </p:nvPr>
        </p:nvSpPr>
        <p:spPr/>
        <p:txBody>
          <a:bodyPr/>
          <a:lstStyle/>
          <a:p>
            <a:fld id="{94B3E216-A3C5-4E41-AE94-D003E76F1D3A}" type="slidenum">
              <a:rPr lang="en-US" smtClean="0"/>
              <a:pPr/>
              <a:t>3</a:t>
            </a:fld>
            <a:endParaRPr lang="en-US"/>
          </a:p>
        </p:txBody>
      </p:sp>
    </p:spTree>
    <p:extLst>
      <p:ext uri="{BB962C8B-B14F-4D97-AF65-F5344CB8AC3E}">
        <p14:creationId xmlns:p14="http://schemas.microsoft.com/office/powerpoint/2010/main" val="12217499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1AE5611A-0076-37A3-F109-B8CFB9A4F26C}"/>
              </a:ext>
            </a:extLst>
          </p:cNvPr>
          <p:cNvSpPr>
            <a:spLocks noGrp="1"/>
          </p:cNvSpPr>
          <p:nvPr>
            <p:ph type="title"/>
          </p:nvPr>
        </p:nvSpPr>
        <p:spPr>
          <a:xfrm>
            <a:off x="433633" y="365125"/>
            <a:ext cx="11324734" cy="709531"/>
          </a:xfrm>
        </p:spPr>
        <p:txBody>
          <a:bodyPr>
            <a:normAutofit/>
          </a:bodyPr>
          <a:lstStyle/>
          <a:p>
            <a:r>
              <a:rPr lang="en-GB" b="1" dirty="0">
                <a:latin typeface="Corbel" panose="020B0503020204020204" pitchFamily="34" charset="0"/>
              </a:rPr>
              <a:t>A neural network is simply a layered stack of regression models</a:t>
            </a:r>
            <a:endParaRPr lang="en-BE" b="1" dirty="0">
              <a:latin typeface="Corbel" panose="020B0503020204020204" pitchFamily="34" charset="0"/>
            </a:endParaRPr>
          </a:p>
        </p:txBody>
      </p:sp>
      <p:sp>
        <p:nvSpPr>
          <p:cNvPr id="11" name="Content Placeholder 10">
            <a:extLst>
              <a:ext uri="{FF2B5EF4-FFF2-40B4-BE49-F238E27FC236}">
                <a16:creationId xmlns:a16="http://schemas.microsoft.com/office/drawing/2014/main" id="{E2A369D1-0527-74BE-F677-12535C9535EA}"/>
              </a:ext>
            </a:extLst>
          </p:cNvPr>
          <p:cNvSpPr>
            <a:spLocks noGrp="1"/>
          </p:cNvSpPr>
          <p:nvPr>
            <p:ph idx="1"/>
          </p:nvPr>
        </p:nvSpPr>
        <p:spPr>
          <a:xfrm>
            <a:off x="433388" y="1225551"/>
            <a:ext cx="11325225" cy="477617"/>
          </a:xfrm>
        </p:spPr>
        <p:txBody>
          <a:bodyPr/>
          <a:lstStyle/>
          <a:p>
            <a:pPr marL="0" indent="0">
              <a:buNone/>
            </a:pPr>
            <a:r>
              <a:rPr lang="en-US"/>
              <a:t>The features for each node (a regression model) are the output from the nodes in the previous layer</a:t>
            </a:r>
            <a:endParaRPr lang="en-BE"/>
          </a:p>
        </p:txBody>
      </p:sp>
      <p:sp>
        <p:nvSpPr>
          <p:cNvPr id="22" name="Oval 21">
            <a:extLst>
              <a:ext uri="{FF2B5EF4-FFF2-40B4-BE49-F238E27FC236}">
                <a16:creationId xmlns:a16="http://schemas.microsoft.com/office/drawing/2014/main" id="{3709829F-9549-C03B-4BE9-3C344C273A5F}"/>
              </a:ext>
            </a:extLst>
          </p:cNvPr>
          <p:cNvSpPr/>
          <p:nvPr/>
        </p:nvSpPr>
        <p:spPr>
          <a:xfrm>
            <a:off x="2527771" y="1995611"/>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25" name="Oval 24">
            <a:extLst>
              <a:ext uri="{FF2B5EF4-FFF2-40B4-BE49-F238E27FC236}">
                <a16:creationId xmlns:a16="http://schemas.microsoft.com/office/drawing/2014/main" id="{854E87AE-BBE5-E94B-D8F5-E550728EB56B}"/>
              </a:ext>
            </a:extLst>
          </p:cNvPr>
          <p:cNvSpPr/>
          <p:nvPr/>
        </p:nvSpPr>
        <p:spPr>
          <a:xfrm>
            <a:off x="2539224" y="2853701"/>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28" name="Oval 27">
            <a:extLst>
              <a:ext uri="{FF2B5EF4-FFF2-40B4-BE49-F238E27FC236}">
                <a16:creationId xmlns:a16="http://schemas.microsoft.com/office/drawing/2014/main" id="{203D02E7-6727-BCB9-BB28-C01B57EF1C2A}"/>
              </a:ext>
            </a:extLst>
          </p:cNvPr>
          <p:cNvSpPr/>
          <p:nvPr/>
        </p:nvSpPr>
        <p:spPr>
          <a:xfrm>
            <a:off x="2539224" y="3706825"/>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31" name="Oval 30">
            <a:extLst>
              <a:ext uri="{FF2B5EF4-FFF2-40B4-BE49-F238E27FC236}">
                <a16:creationId xmlns:a16="http://schemas.microsoft.com/office/drawing/2014/main" id="{433215AF-8AA7-21A6-A531-505E351DE7BE}"/>
              </a:ext>
            </a:extLst>
          </p:cNvPr>
          <p:cNvSpPr/>
          <p:nvPr/>
        </p:nvSpPr>
        <p:spPr>
          <a:xfrm>
            <a:off x="2527771" y="4559949"/>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cxnSp>
        <p:nvCxnSpPr>
          <p:cNvPr id="34" name="Straight Arrow Connector 33">
            <a:extLst>
              <a:ext uri="{FF2B5EF4-FFF2-40B4-BE49-F238E27FC236}">
                <a16:creationId xmlns:a16="http://schemas.microsoft.com/office/drawing/2014/main" id="{C5967BF7-49D7-7263-7B6A-020A22EF6142}"/>
              </a:ext>
            </a:extLst>
          </p:cNvPr>
          <p:cNvCxnSpPr>
            <a:stCxn id="22" idx="6"/>
            <a:endCxn id="20" idx="2"/>
          </p:cNvCxnSpPr>
          <p:nvPr/>
        </p:nvCxnSpPr>
        <p:spPr>
          <a:xfrm>
            <a:off x="3177737" y="2320594"/>
            <a:ext cx="2017508" cy="85809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1A521544-AF50-4D39-EA01-78F5D4ED1A8F}"/>
              </a:ext>
            </a:extLst>
          </p:cNvPr>
          <p:cNvCxnSpPr>
            <a:cxnSpLocks/>
            <a:stCxn id="22" idx="6"/>
            <a:endCxn id="21" idx="2"/>
          </p:cNvCxnSpPr>
          <p:nvPr/>
        </p:nvCxnSpPr>
        <p:spPr>
          <a:xfrm>
            <a:off x="3177737" y="2320594"/>
            <a:ext cx="2017508" cy="171121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8598C56F-3389-9AB3-9313-BFC8164330F2}"/>
              </a:ext>
            </a:extLst>
          </p:cNvPr>
          <p:cNvCxnSpPr>
            <a:stCxn id="25" idx="6"/>
            <a:endCxn id="20" idx="2"/>
          </p:cNvCxnSpPr>
          <p:nvPr/>
        </p:nvCxnSpPr>
        <p:spPr>
          <a:xfrm>
            <a:off x="3189190" y="3178684"/>
            <a:ext cx="2006055"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DE81C6A8-E99C-5276-B6CF-2C6C9E0F76A3}"/>
              </a:ext>
            </a:extLst>
          </p:cNvPr>
          <p:cNvCxnSpPr>
            <a:cxnSpLocks/>
            <a:stCxn id="25" idx="6"/>
            <a:endCxn id="21" idx="2"/>
          </p:cNvCxnSpPr>
          <p:nvPr/>
        </p:nvCxnSpPr>
        <p:spPr>
          <a:xfrm>
            <a:off x="3189190" y="3178684"/>
            <a:ext cx="2006055"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49B568B-96BA-A88A-F8FC-A076E7D7C9F0}"/>
              </a:ext>
            </a:extLst>
          </p:cNvPr>
          <p:cNvCxnSpPr>
            <a:stCxn id="28" idx="6"/>
            <a:endCxn id="20" idx="2"/>
          </p:cNvCxnSpPr>
          <p:nvPr/>
        </p:nvCxnSpPr>
        <p:spPr>
          <a:xfrm flipV="1">
            <a:off x="3189190" y="3178684"/>
            <a:ext cx="2006055"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47FA95CF-6F59-15C2-B2F0-86311F2CBF3E}"/>
              </a:ext>
            </a:extLst>
          </p:cNvPr>
          <p:cNvCxnSpPr>
            <a:cxnSpLocks/>
            <a:stCxn id="28" idx="6"/>
            <a:endCxn id="21" idx="2"/>
          </p:cNvCxnSpPr>
          <p:nvPr/>
        </p:nvCxnSpPr>
        <p:spPr>
          <a:xfrm>
            <a:off x="3189190" y="4031808"/>
            <a:ext cx="2006055"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7A6C7C71-5CC0-4F97-7EEF-03B15EEEA1B9}"/>
              </a:ext>
            </a:extLst>
          </p:cNvPr>
          <p:cNvCxnSpPr>
            <a:stCxn id="31" idx="6"/>
            <a:endCxn id="20" idx="2"/>
          </p:cNvCxnSpPr>
          <p:nvPr/>
        </p:nvCxnSpPr>
        <p:spPr>
          <a:xfrm flipV="1">
            <a:off x="3177737" y="3178684"/>
            <a:ext cx="2017508" cy="1706248"/>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B7BFFC6-8832-ADE2-9DAA-772C2C6D0968}"/>
              </a:ext>
            </a:extLst>
          </p:cNvPr>
          <p:cNvCxnSpPr>
            <a:cxnSpLocks/>
            <a:stCxn id="31" idx="6"/>
            <a:endCxn id="21" idx="2"/>
          </p:cNvCxnSpPr>
          <p:nvPr/>
        </p:nvCxnSpPr>
        <p:spPr>
          <a:xfrm flipV="1">
            <a:off x="3177737" y="4031808"/>
            <a:ext cx="2017508"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792AD279-D92F-9ECB-501D-BA2B9AB23F3B}"/>
              </a:ext>
            </a:extLst>
          </p:cNvPr>
          <p:cNvCxnSpPr>
            <a:stCxn id="20" idx="6"/>
            <a:endCxn id="43" idx="2"/>
          </p:cNvCxnSpPr>
          <p:nvPr/>
        </p:nvCxnSpPr>
        <p:spPr>
          <a:xfrm>
            <a:off x="5845211" y="3178684"/>
            <a:ext cx="1913811" cy="426562"/>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6CFDA723-F703-FE62-A419-C9E7F9DC059E}"/>
              </a:ext>
            </a:extLst>
          </p:cNvPr>
          <p:cNvCxnSpPr>
            <a:cxnSpLocks/>
            <a:stCxn id="21" idx="6"/>
            <a:endCxn id="43" idx="2"/>
          </p:cNvCxnSpPr>
          <p:nvPr/>
        </p:nvCxnSpPr>
        <p:spPr>
          <a:xfrm flipV="1">
            <a:off x="5845211" y="3605246"/>
            <a:ext cx="1913811" cy="426562"/>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16C5475A-19F1-8F91-473D-5F8C1ACF382B}"/>
                  </a:ext>
                </a:extLst>
              </p:cNvPr>
              <p:cNvSpPr txBox="1"/>
              <p:nvPr/>
            </p:nvSpPr>
            <p:spPr>
              <a:xfrm>
                <a:off x="2594149" y="2086350"/>
                <a:ext cx="599125" cy="369332"/>
              </a:xfrm>
              <a:prstGeom prst="rect">
                <a:avLst/>
              </a:prstGeom>
              <a:noFill/>
            </p:spPr>
            <p:txBody>
              <a:bodyPr wrap="squar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0</m:t>
                          </m:r>
                        </m:sub>
                      </m:sSub>
                    </m:oMath>
                  </m:oMathPara>
                </a14:m>
                <a:endParaRPr lang="en-GB" b="0"/>
              </a:p>
            </p:txBody>
          </p:sp>
        </mc:Choice>
        <mc:Fallback xmlns="">
          <p:sp>
            <p:nvSpPr>
              <p:cNvPr id="50" name="TextBox 49">
                <a:extLst>
                  <a:ext uri="{FF2B5EF4-FFF2-40B4-BE49-F238E27FC236}">
                    <a16:creationId xmlns:a16="http://schemas.microsoft.com/office/drawing/2014/main" id="{16C5475A-19F1-8F91-473D-5F8C1ACF382B}"/>
                  </a:ext>
                </a:extLst>
              </p:cNvPr>
              <p:cNvSpPr txBox="1">
                <a:spLocks noRot="1" noChangeAspect="1" noMove="1" noResize="1" noEditPoints="1" noAdjustHandles="1" noChangeArrowheads="1" noChangeShapeType="1" noTextEdit="1"/>
              </p:cNvSpPr>
              <p:nvPr/>
            </p:nvSpPr>
            <p:spPr>
              <a:xfrm>
                <a:off x="2594149" y="2086350"/>
                <a:ext cx="599125" cy="369332"/>
              </a:xfrm>
              <a:prstGeom prst="rect">
                <a:avLst/>
              </a:prstGeom>
              <a:blipFill>
                <a:blip r:embed="rId3"/>
                <a:stretch>
                  <a:fillRect t="-24590" r="-18367"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15797903-FCEC-61E3-F1AA-B80491F4AEDC}"/>
                  </a:ext>
                </a:extLst>
              </p:cNvPr>
              <p:cNvSpPr txBox="1"/>
              <p:nvPr/>
            </p:nvSpPr>
            <p:spPr>
              <a:xfrm>
                <a:off x="2594149" y="2954313"/>
                <a:ext cx="599125" cy="369332"/>
              </a:xfrm>
              <a:prstGeom prst="rect">
                <a:avLst/>
              </a:prstGeom>
              <a:noFill/>
            </p:spPr>
            <p:txBody>
              <a:bodyPr wrap="squar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1</m:t>
                          </m:r>
                        </m:sub>
                      </m:sSub>
                    </m:oMath>
                  </m:oMathPara>
                </a14:m>
                <a:endParaRPr lang="en-GB" b="0"/>
              </a:p>
            </p:txBody>
          </p:sp>
        </mc:Choice>
        <mc:Fallback xmlns="">
          <p:sp>
            <p:nvSpPr>
              <p:cNvPr id="51" name="TextBox 50">
                <a:extLst>
                  <a:ext uri="{FF2B5EF4-FFF2-40B4-BE49-F238E27FC236}">
                    <a16:creationId xmlns:a16="http://schemas.microsoft.com/office/drawing/2014/main" id="{15797903-FCEC-61E3-F1AA-B80491F4AEDC}"/>
                  </a:ext>
                </a:extLst>
              </p:cNvPr>
              <p:cNvSpPr txBox="1">
                <a:spLocks noRot="1" noChangeAspect="1" noMove="1" noResize="1" noEditPoints="1" noAdjustHandles="1" noChangeArrowheads="1" noChangeShapeType="1" noTextEdit="1"/>
              </p:cNvSpPr>
              <p:nvPr/>
            </p:nvSpPr>
            <p:spPr>
              <a:xfrm>
                <a:off x="2594149" y="2954313"/>
                <a:ext cx="599125" cy="369332"/>
              </a:xfrm>
              <a:prstGeom prst="rect">
                <a:avLst/>
              </a:prstGeom>
              <a:blipFill>
                <a:blip r:embed="rId4"/>
                <a:stretch>
                  <a:fillRect t="-26667" r="-18367"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CABC6DC-8058-AC0D-D61F-3CCAECB88A19}"/>
                  </a:ext>
                </a:extLst>
              </p:cNvPr>
              <p:cNvSpPr txBox="1"/>
              <p:nvPr/>
            </p:nvSpPr>
            <p:spPr>
              <a:xfrm>
                <a:off x="2609759" y="3812571"/>
                <a:ext cx="599125" cy="369332"/>
              </a:xfrm>
              <a:prstGeom prst="rect">
                <a:avLst/>
              </a:prstGeom>
              <a:noFill/>
            </p:spPr>
            <p:txBody>
              <a:bodyPr wrap="squar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2</m:t>
                          </m:r>
                        </m:sub>
                      </m:sSub>
                    </m:oMath>
                  </m:oMathPara>
                </a14:m>
                <a:endParaRPr lang="en-GB" b="0"/>
              </a:p>
            </p:txBody>
          </p:sp>
        </mc:Choice>
        <mc:Fallback xmlns="">
          <p:sp>
            <p:nvSpPr>
              <p:cNvPr id="52" name="TextBox 51">
                <a:extLst>
                  <a:ext uri="{FF2B5EF4-FFF2-40B4-BE49-F238E27FC236}">
                    <a16:creationId xmlns:a16="http://schemas.microsoft.com/office/drawing/2014/main" id="{7CABC6DC-8058-AC0D-D61F-3CCAECB88A19}"/>
                  </a:ext>
                </a:extLst>
              </p:cNvPr>
              <p:cNvSpPr txBox="1">
                <a:spLocks noRot="1" noChangeAspect="1" noMove="1" noResize="1" noEditPoints="1" noAdjustHandles="1" noChangeArrowheads="1" noChangeShapeType="1" noTextEdit="1"/>
              </p:cNvSpPr>
              <p:nvPr/>
            </p:nvSpPr>
            <p:spPr>
              <a:xfrm>
                <a:off x="2609759" y="3812571"/>
                <a:ext cx="599125" cy="369332"/>
              </a:xfrm>
              <a:prstGeom prst="rect">
                <a:avLst/>
              </a:prstGeom>
              <a:blipFill>
                <a:blip r:embed="rId5"/>
                <a:stretch>
                  <a:fillRect t="-24590" r="-19388" b="-49180"/>
                </a:stretch>
              </a:blipFill>
            </p:spPr>
            <p:txBody>
              <a:bodyPr/>
              <a:lstStyle/>
              <a:p>
                <a:r>
                  <a:rPr lang="en-US">
                    <a:noFill/>
                  </a:rPr>
                  <a:t> </a:t>
                </a:r>
              </a:p>
            </p:txBody>
          </p:sp>
        </mc:Fallback>
      </mc:AlternateContent>
      <p:grpSp>
        <p:nvGrpSpPr>
          <p:cNvPr id="2" name="Group 1">
            <a:extLst>
              <a:ext uri="{FF2B5EF4-FFF2-40B4-BE49-F238E27FC236}">
                <a16:creationId xmlns:a16="http://schemas.microsoft.com/office/drawing/2014/main" id="{17AFE18A-35F8-A344-D672-49F8495C56CB}"/>
              </a:ext>
            </a:extLst>
          </p:cNvPr>
          <p:cNvGrpSpPr/>
          <p:nvPr/>
        </p:nvGrpSpPr>
        <p:grpSpPr>
          <a:xfrm>
            <a:off x="5195245" y="2853701"/>
            <a:ext cx="649966" cy="1503090"/>
            <a:chOff x="5195245" y="2853701"/>
            <a:chExt cx="649966" cy="1503090"/>
          </a:xfrm>
        </p:grpSpPr>
        <p:sp>
          <p:nvSpPr>
            <p:cNvPr id="20" name="Oval 19">
              <a:extLst>
                <a:ext uri="{FF2B5EF4-FFF2-40B4-BE49-F238E27FC236}">
                  <a16:creationId xmlns:a16="http://schemas.microsoft.com/office/drawing/2014/main" id="{4B84958C-2148-A8BA-29E8-20CCBFFB7C60}"/>
                </a:ext>
              </a:extLst>
            </p:cNvPr>
            <p:cNvSpPr/>
            <p:nvPr/>
          </p:nvSpPr>
          <p:spPr>
            <a:xfrm>
              <a:off x="5195245" y="2853701"/>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21" name="Oval 20">
              <a:extLst>
                <a:ext uri="{FF2B5EF4-FFF2-40B4-BE49-F238E27FC236}">
                  <a16:creationId xmlns:a16="http://schemas.microsoft.com/office/drawing/2014/main" id="{B8910BA2-AE35-B695-876C-0670CF243B46}"/>
                </a:ext>
              </a:extLst>
            </p:cNvPr>
            <p:cNvSpPr/>
            <p:nvPr/>
          </p:nvSpPr>
          <p:spPr>
            <a:xfrm>
              <a:off x="5195245" y="3706825"/>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2B9F65-B8A4-7439-4534-DEB04A955087}"/>
                    </a:ext>
                  </a:extLst>
                </p:cNvPr>
                <p:cNvSpPr txBox="1"/>
                <p:nvPr/>
              </p:nvSpPr>
              <p:spPr>
                <a:xfrm>
                  <a:off x="5244156" y="2987808"/>
                  <a:ext cx="526264" cy="372859"/>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latin typeface="Cambria Math" panose="02040503050406030204" pitchFamily="18" charset="0"/>
                              </a:rPr>
                            </m:ctrlPr>
                          </m:sSubSupPr>
                          <m:e>
                            <m:r>
                              <a:rPr lang="en-GB" sz="2400" b="0" i="1" smtClean="0">
                                <a:latin typeface="Cambria Math" panose="02040503050406030204" pitchFamily="18" charset="0"/>
                              </a:rPr>
                              <m:t>𝑎</m:t>
                            </m:r>
                          </m:e>
                          <m:sub>
                            <m:r>
                              <a:rPr lang="en-BE" sz="2400" b="0" i="1" smtClean="0">
                                <a:latin typeface="Cambria Math" panose="02040503050406030204" pitchFamily="18" charset="0"/>
                              </a:rPr>
                              <m:t>0</m:t>
                            </m:r>
                          </m:sub>
                          <m:sup>
                            <m:r>
                              <a:rPr lang="en-GB" sz="2400" b="0" i="1" smtClean="0">
                                <a:latin typeface="Cambria Math" panose="02040503050406030204" pitchFamily="18" charset="0"/>
                              </a:rPr>
                              <m:t>1</m:t>
                            </m:r>
                          </m:sup>
                        </m:sSubSup>
                      </m:oMath>
                    </m:oMathPara>
                  </a14:m>
                  <a:endParaRPr lang="en-GB" sz="2400" b="0"/>
                </a:p>
              </p:txBody>
            </p:sp>
          </mc:Choice>
          <mc:Fallback xmlns="">
            <p:sp>
              <p:nvSpPr>
                <p:cNvPr id="53" name="TextBox 52">
                  <a:extLst>
                    <a:ext uri="{FF2B5EF4-FFF2-40B4-BE49-F238E27FC236}">
                      <a16:creationId xmlns:a16="http://schemas.microsoft.com/office/drawing/2014/main" id="{912B9F65-B8A4-7439-4534-DEB04A955087}"/>
                    </a:ext>
                  </a:extLst>
                </p:cNvPr>
                <p:cNvSpPr txBox="1">
                  <a:spLocks noRot="1" noChangeAspect="1" noMove="1" noResize="1" noEditPoints="1" noAdjustHandles="1" noChangeArrowheads="1" noChangeShapeType="1" noTextEdit="1"/>
                </p:cNvSpPr>
                <p:nvPr/>
              </p:nvSpPr>
              <p:spPr>
                <a:xfrm>
                  <a:off x="5244156" y="2987808"/>
                  <a:ext cx="526264" cy="372859"/>
                </a:xfrm>
                <a:prstGeom prst="rect">
                  <a:avLst/>
                </a:prstGeom>
                <a:blipFill>
                  <a:blip r:embed="rId6"/>
                  <a:stretch>
                    <a:fillRect t="-22951" r="-29885" b="-5082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9B27A20D-DBBC-3860-817F-9B159F22CBFD}"/>
                    </a:ext>
                  </a:extLst>
                </p:cNvPr>
                <p:cNvSpPr txBox="1"/>
                <p:nvPr/>
              </p:nvSpPr>
              <p:spPr>
                <a:xfrm>
                  <a:off x="5232432" y="3825627"/>
                  <a:ext cx="526264" cy="372859"/>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latin typeface="Cambria Math" panose="02040503050406030204" pitchFamily="18" charset="0"/>
                              </a:rPr>
                            </m:ctrlPr>
                          </m:sSubSupPr>
                          <m:e>
                            <m:r>
                              <a:rPr lang="en-GB" sz="2400" b="0" i="1" smtClean="0">
                                <a:latin typeface="Cambria Math" panose="02040503050406030204" pitchFamily="18" charset="0"/>
                              </a:rPr>
                              <m:t>𝑎</m:t>
                            </m:r>
                          </m:e>
                          <m:sub>
                            <m:r>
                              <a:rPr lang="en-BE" sz="2400" b="0" i="1" smtClean="0">
                                <a:latin typeface="Cambria Math" panose="02040503050406030204" pitchFamily="18" charset="0"/>
                              </a:rPr>
                              <m:t>1</m:t>
                            </m:r>
                          </m:sub>
                          <m:sup>
                            <m:r>
                              <a:rPr lang="en-GB" sz="2400" b="0" i="1" smtClean="0">
                                <a:latin typeface="Cambria Math" panose="02040503050406030204" pitchFamily="18" charset="0"/>
                              </a:rPr>
                              <m:t>1</m:t>
                            </m:r>
                          </m:sup>
                        </m:sSubSup>
                      </m:oMath>
                    </m:oMathPara>
                  </a14:m>
                  <a:endParaRPr lang="en-GB" sz="2400" b="0"/>
                </a:p>
              </p:txBody>
            </p:sp>
          </mc:Choice>
          <mc:Fallback xmlns="">
            <p:sp>
              <p:nvSpPr>
                <p:cNvPr id="54" name="TextBox 53">
                  <a:extLst>
                    <a:ext uri="{FF2B5EF4-FFF2-40B4-BE49-F238E27FC236}">
                      <a16:creationId xmlns:a16="http://schemas.microsoft.com/office/drawing/2014/main" id="{9B27A20D-DBBC-3860-817F-9B159F22CBFD}"/>
                    </a:ext>
                  </a:extLst>
                </p:cNvPr>
                <p:cNvSpPr txBox="1">
                  <a:spLocks noRot="1" noChangeAspect="1" noMove="1" noResize="1" noEditPoints="1" noAdjustHandles="1" noChangeArrowheads="1" noChangeShapeType="1" noTextEdit="1"/>
                </p:cNvSpPr>
                <p:nvPr/>
              </p:nvSpPr>
              <p:spPr>
                <a:xfrm>
                  <a:off x="5232432" y="3825627"/>
                  <a:ext cx="526264" cy="372859"/>
                </a:xfrm>
                <a:prstGeom prst="rect">
                  <a:avLst/>
                </a:prstGeom>
                <a:blipFill>
                  <a:blip r:embed="rId7"/>
                  <a:stretch>
                    <a:fillRect t="-24590" r="-29885" b="-49180"/>
                  </a:stretch>
                </a:blipFill>
              </p:spPr>
              <p:txBody>
                <a:bodyPr/>
                <a:lstStyle/>
                <a:p>
                  <a:r>
                    <a:rPr lang="en-US">
                      <a:noFill/>
                    </a:rPr>
                    <a:t> </a:t>
                  </a:r>
                </a:p>
              </p:txBody>
            </p:sp>
          </mc:Fallback>
        </mc:AlternateContent>
      </p:grpSp>
      <p:grpSp>
        <p:nvGrpSpPr>
          <p:cNvPr id="3" name="Group 2">
            <a:extLst>
              <a:ext uri="{FF2B5EF4-FFF2-40B4-BE49-F238E27FC236}">
                <a16:creationId xmlns:a16="http://schemas.microsoft.com/office/drawing/2014/main" id="{B761DB2A-C12B-D1C5-E82F-6A7F3A17A90E}"/>
              </a:ext>
            </a:extLst>
          </p:cNvPr>
          <p:cNvGrpSpPr/>
          <p:nvPr/>
        </p:nvGrpSpPr>
        <p:grpSpPr>
          <a:xfrm>
            <a:off x="7759022" y="3280263"/>
            <a:ext cx="2531221" cy="649966"/>
            <a:chOff x="7759022" y="3706825"/>
            <a:chExt cx="2531221" cy="649966"/>
          </a:xfrm>
        </p:grpSpPr>
        <p:sp>
          <p:nvSpPr>
            <p:cNvPr id="43" name="Oval 42">
              <a:extLst>
                <a:ext uri="{FF2B5EF4-FFF2-40B4-BE49-F238E27FC236}">
                  <a16:creationId xmlns:a16="http://schemas.microsoft.com/office/drawing/2014/main" id="{AE0D57DC-9743-55AD-E6BF-91E9A81A58FA}"/>
                </a:ext>
              </a:extLst>
            </p:cNvPr>
            <p:cNvSpPr/>
            <p:nvPr/>
          </p:nvSpPr>
          <p:spPr>
            <a:xfrm>
              <a:off x="7759022" y="3706825"/>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cxnSp>
          <p:nvCxnSpPr>
            <p:cNvPr id="48" name="Straight Arrow Connector 47">
              <a:extLst>
                <a:ext uri="{FF2B5EF4-FFF2-40B4-BE49-F238E27FC236}">
                  <a16:creationId xmlns:a16="http://schemas.microsoft.com/office/drawing/2014/main" id="{216573D4-6011-20BE-CDE8-46FC88706A8D}"/>
                </a:ext>
              </a:extLst>
            </p:cNvPr>
            <p:cNvCxnSpPr>
              <a:stCxn id="43" idx="6"/>
            </p:cNvCxnSpPr>
            <p:nvPr/>
          </p:nvCxnSpPr>
          <p:spPr>
            <a:xfrm>
              <a:off x="8408988" y="4031808"/>
              <a:ext cx="791134" cy="0"/>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2443FE15-0DE2-31F4-C09E-AE6E17796E2B}"/>
                    </a:ext>
                  </a:extLst>
                </p:cNvPr>
                <p:cNvSpPr txBox="1"/>
                <p:nvPr/>
              </p:nvSpPr>
              <p:spPr>
                <a:xfrm>
                  <a:off x="7901463" y="3839976"/>
                  <a:ext cx="390556" cy="369332"/>
                </a:xfrm>
                <a:prstGeom prst="rect">
                  <a:avLst/>
                </a:prstGeom>
                <a:noFill/>
              </p:spPr>
              <p:txBody>
                <a:bodyPr wrap="none" lIns="0" tIns="0" rIns="0" bIns="0" rtlCol="0">
                  <a:spAutoFit/>
                </a:bodyPr>
                <a:lstStyle/>
                <a:p>
                  <a:pPr/>
                  <a14:m>
                    <m:oMathPara xmlns:m="http://schemas.openxmlformats.org/officeDocument/2006/math">
                      <m:oMath>
                        <m:sSup>
                          <m:sSupPr>
                            <m:ctrlPr>
                              <a:rPr lang="en-GB" sz="2400" b="0" i="1" smtClean="0">
                                <a:latin typeface="Cambria Math" panose="02040503050406030204" pitchFamily="18" charset="0"/>
                              </a:rPr>
                            </m:ctrlPr>
                          </m:sSupPr>
                          <m:e>
                            <m:r>
                              <a:rPr lang="en-GB" sz="2400" b="0" i="1" smtClean="0">
                                <a:latin typeface="Cambria Math" panose="02040503050406030204" pitchFamily="18" charset="0"/>
                              </a:rPr>
                              <m:t>𝑎</m:t>
                            </m:r>
                          </m:e>
                          <m:sup>
                            <m:r>
                              <a:rPr lang="en-GB" sz="2400" b="0" i="1" smtClean="0">
                                <a:latin typeface="Cambria Math" panose="02040503050406030204" pitchFamily="18" charset="0"/>
                              </a:rPr>
                              <m:t>2</m:t>
                            </m:r>
                          </m:sup>
                        </m:sSup>
                      </m:oMath>
                    </m:oMathPara>
                  </a14:m>
                  <a:endParaRPr lang="en-GB" b="0"/>
                </a:p>
              </p:txBody>
            </p:sp>
          </mc:Choice>
          <mc:Fallback xmlns="">
            <p:sp>
              <p:nvSpPr>
                <p:cNvPr id="55" name="TextBox 54">
                  <a:extLst>
                    <a:ext uri="{FF2B5EF4-FFF2-40B4-BE49-F238E27FC236}">
                      <a16:creationId xmlns:a16="http://schemas.microsoft.com/office/drawing/2014/main" id="{2443FE15-0DE2-31F4-C09E-AE6E17796E2B}"/>
                    </a:ext>
                  </a:extLst>
                </p:cNvPr>
                <p:cNvSpPr txBox="1">
                  <a:spLocks noRot="1" noChangeAspect="1" noMove="1" noResize="1" noEditPoints="1" noAdjustHandles="1" noChangeArrowheads="1" noChangeShapeType="1" noTextEdit="1"/>
                </p:cNvSpPr>
                <p:nvPr/>
              </p:nvSpPr>
              <p:spPr>
                <a:xfrm>
                  <a:off x="7901463" y="3839976"/>
                  <a:ext cx="390556" cy="369332"/>
                </a:xfrm>
                <a:prstGeom prst="rect">
                  <a:avLst/>
                </a:prstGeom>
                <a:blipFill>
                  <a:blip r:embed="rId8"/>
                  <a:stretch>
                    <a:fillRect l="-9375" t="-26230" r="-59375" b="-475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27DF0837-657E-13DE-1047-26428F4521AC}"/>
                    </a:ext>
                  </a:extLst>
                </p:cNvPr>
                <p:cNvSpPr txBox="1"/>
                <p:nvPr/>
              </p:nvSpPr>
              <p:spPr>
                <a:xfrm>
                  <a:off x="9317091" y="3812571"/>
                  <a:ext cx="973152" cy="369332"/>
                </a:xfrm>
                <a:prstGeom prst="rect">
                  <a:avLst/>
                </a:prstGeom>
                <a:noFill/>
              </p:spPr>
              <p:txBody>
                <a:bodyPr wrap="none" lIns="0" tIns="0" rIns="0" bIns="0" rtlCol="0">
                  <a:spAutoFit/>
                </a:bodyPr>
                <a:lstStyle/>
                <a:p>
                  <a:pPr/>
                  <a14:m>
                    <m:oMathPara xmlns:m="http://schemas.openxmlformats.org/officeDocument/2006/math">
                      <m:oMath>
                        <m:r>
                          <a:rPr lang="en-GB" sz="2400" b="0" i="1" smtClean="0">
                            <a:latin typeface="Cambria Math" panose="02040503050406030204" pitchFamily="18" charset="0"/>
                          </a:rPr>
                          <m:t>𝑓</m:t>
                        </m:r>
                        <m:r>
                          <a:rPr lang="en-GB" sz="2400" b="0" i="1" smtClean="0">
                            <a:latin typeface="Cambria Math" panose="02040503050406030204" pitchFamily="18" charset="0"/>
                          </a:rPr>
                          <m:t>(</m:t>
                        </m:r>
                        <m:r>
                          <a:rPr lang="en-GB" sz="2400" b="0" i="1" smtClean="0">
                            <a:latin typeface="Cambria Math" panose="02040503050406030204" pitchFamily="18" charset="0"/>
                          </a:rPr>
                          <m:t>𝑥</m:t>
                        </m:r>
                        <m:r>
                          <a:rPr lang="en-GB" sz="2400" b="0" i="1" smtClean="0">
                            <a:latin typeface="Cambria Math" panose="02040503050406030204" pitchFamily="18" charset="0"/>
                          </a:rPr>
                          <m:t>,</m:t>
                        </m:r>
                        <m:r>
                          <a:rPr lang="en-GB" sz="2400" b="0" i="1" smtClean="0">
                            <a:latin typeface="Cambria Math" panose="02040503050406030204" pitchFamily="18" charset="0"/>
                          </a:rPr>
                          <m:t>𝜃</m:t>
                        </m:r>
                        <m:r>
                          <a:rPr lang="en-GB" sz="2400" b="0" i="1" smtClean="0">
                            <a:latin typeface="Cambria Math" panose="02040503050406030204" pitchFamily="18" charset="0"/>
                          </a:rPr>
                          <m:t>)</m:t>
                        </m:r>
                      </m:oMath>
                    </m:oMathPara>
                  </a14:m>
                  <a:endParaRPr lang="LID4096" sz="2400"/>
                </a:p>
              </p:txBody>
            </p:sp>
          </mc:Choice>
          <mc:Fallback xmlns="">
            <p:sp>
              <p:nvSpPr>
                <p:cNvPr id="56" name="TextBox 55">
                  <a:extLst>
                    <a:ext uri="{FF2B5EF4-FFF2-40B4-BE49-F238E27FC236}">
                      <a16:creationId xmlns:a16="http://schemas.microsoft.com/office/drawing/2014/main" id="{27DF0837-657E-13DE-1047-26428F4521AC}"/>
                    </a:ext>
                  </a:extLst>
                </p:cNvPr>
                <p:cNvSpPr txBox="1">
                  <a:spLocks noRot="1" noChangeAspect="1" noMove="1" noResize="1" noEditPoints="1" noAdjustHandles="1" noChangeArrowheads="1" noChangeShapeType="1" noTextEdit="1"/>
                </p:cNvSpPr>
                <p:nvPr/>
              </p:nvSpPr>
              <p:spPr>
                <a:xfrm>
                  <a:off x="9317091" y="3812571"/>
                  <a:ext cx="973152" cy="369332"/>
                </a:xfrm>
                <a:prstGeom prst="rect">
                  <a:avLst/>
                </a:prstGeom>
                <a:blipFill>
                  <a:blip r:embed="rId9"/>
                  <a:stretch>
                    <a:fillRect l="-10625" t="-24590" r="-23125" b="-4918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937284A-FEB5-3560-569B-8E26DF48A9C7}"/>
                  </a:ext>
                </a:extLst>
              </p:cNvPr>
              <p:cNvSpPr txBox="1"/>
              <p:nvPr/>
            </p:nvSpPr>
            <p:spPr>
              <a:xfrm>
                <a:off x="2598306" y="4656057"/>
                <a:ext cx="599125" cy="369332"/>
              </a:xfrm>
              <a:prstGeom prst="rect">
                <a:avLst/>
              </a:prstGeom>
              <a:noFill/>
            </p:spPr>
            <p:txBody>
              <a:bodyPr wrap="squar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3</m:t>
                          </m:r>
                        </m:sub>
                      </m:sSub>
                    </m:oMath>
                  </m:oMathPara>
                </a14:m>
                <a:endParaRPr lang="en-GB" b="0"/>
              </a:p>
            </p:txBody>
          </p:sp>
        </mc:Choice>
        <mc:Fallback xmlns="">
          <p:sp>
            <p:nvSpPr>
              <p:cNvPr id="57" name="TextBox 56">
                <a:extLst>
                  <a:ext uri="{FF2B5EF4-FFF2-40B4-BE49-F238E27FC236}">
                    <a16:creationId xmlns:a16="http://schemas.microsoft.com/office/drawing/2014/main" id="{7937284A-FEB5-3560-569B-8E26DF48A9C7}"/>
                  </a:ext>
                </a:extLst>
              </p:cNvPr>
              <p:cNvSpPr txBox="1">
                <a:spLocks noRot="1" noChangeAspect="1" noMove="1" noResize="1" noEditPoints="1" noAdjustHandles="1" noChangeArrowheads="1" noChangeShapeType="1" noTextEdit="1"/>
              </p:cNvSpPr>
              <p:nvPr/>
            </p:nvSpPr>
            <p:spPr>
              <a:xfrm>
                <a:off x="2598306" y="4656057"/>
                <a:ext cx="599125" cy="369332"/>
              </a:xfrm>
              <a:prstGeom prst="rect">
                <a:avLst/>
              </a:prstGeom>
              <a:blipFill>
                <a:blip r:embed="rId10"/>
                <a:stretch>
                  <a:fillRect t="-26667" r="-18182" b="-50000"/>
                </a:stretch>
              </a:blipFill>
            </p:spPr>
            <p:txBody>
              <a:bodyPr/>
              <a:lstStyle/>
              <a:p>
                <a:r>
                  <a:rPr lang="en-US">
                    <a:noFill/>
                  </a:rPr>
                  <a:t> </a:t>
                </a:r>
              </a:p>
            </p:txBody>
          </p:sp>
        </mc:Fallback>
      </mc:AlternateContent>
      <p:sp>
        <p:nvSpPr>
          <p:cNvPr id="58" name="TextBox 57">
            <a:extLst>
              <a:ext uri="{FF2B5EF4-FFF2-40B4-BE49-F238E27FC236}">
                <a16:creationId xmlns:a16="http://schemas.microsoft.com/office/drawing/2014/main" id="{F5553338-162E-90E7-5C43-4639E46B740D}"/>
              </a:ext>
            </a:extLst>
          </p:cNvPr>
          <p:cNvSpPr txBox="1"/>
          <p:nvPr/>
        </p:nvSpPr>
        <p:spPr>
          <a:xfrm>
            <a:off x="1848678" y="5797823"/>
            <a:ext cx="2017508" cy="369332"/>
          </a:xfrm>
          <a:prstGeom prst="rect">
            <a:avLst/>
          </a:prstGeom>
          <a:noFill/>
        </p:spPr>
        <p:txBody>
          <a:bodyPr wrap="square" rtlCol="0">
            <a:spAutoFit/>
          </a:bodyPr>
          <a:lstStyle/>
          <a:p>
            <a:pPr algn="ctr"/>
            <a:r>
              <a:rPr lang="en-US" i="1"/>
              <a:t>features</a:t>
            </a:r>
            <a:endParaRPr lang="en-BE" i="1"/>
          </a:p>
        </p:txBody>
      </p:sp>
      <p:sp>
        <p:nvSpPr>
          <p:cNvPr id="59" name="TextBox 58">
            <a:extLst>
              <a:ext uri="{FF2B5EF4-FFF2-40B4-BE49-F238E27FC236}">
                <a16:creationId xmlns:a16="http://schemas.microsoft.com/office/drawing/2014/main" id="{17B52AFC-38A2-74B5-83FD-2EB81229EA99}"/>
              </a:ext>
            </a:extLst>
          </p:cNvPr>
          <p:cNvSpPr txBox="1"/>
          <p:nvPr/>
        </p:nvSpPr>
        <p:spPr>
          <a:xfrm>
            <a:off x="4486810" y="5797383"/>
            <a:ext cx="2017508" cy="369332"/>
          </a:xfrm>
          <a:prstGeom prst="rect">
            <a:avLst/>
          </a:prstGeom>
          <a:noFill/>
        </p:spPr>
        <p:txBody>
          <a:bodyPr wrap="square" rtlCol="0">
            <a:spAutoFit/>
          </a:bodyPr>
          <a:lstStyle/>
          <a:p>
            <a:pPr algn="ctr"/>
            <a:r>
              <a:rPr lang="en-US" i="1"/>
              <a:t>hidden layer(s)</a:t>
            </a:r>
            <a:endParaRPr lang="en-BE" i="1"/>
          </a:p>
        </p:txBody>
      </p:sp>
      <p:sp>
        <p:nvSpPr>
          <p:cNvPr id="60" name="TextBox 59">
            <a:extLst>
              <a:ext uri="{FF2B5EF4-FFF2-40B4-BE49-F238E27FC236}">
                <a16:creationId xmlns:a16="http://schemas.microsoft.com/office/drawing/2014/main" id="{836BFC6E-3AE8-FC3B-21F4-B83D6014D932}"/>
              </a:ext>
            </a:extLst>
          </p:cNvPr>
          <p:cNvSpPr txBox="1"/>
          <p:nvPr/>
        </p:nvSpPr>
        <p:spPr>
          <a:xfrm>
            <a:off x="7075251" y="5797383"/>
            <a:ext cx="2017508" cy="369332"/>
          </a:xfrm>
          <a:prstGeom prst="rect">
            <a:avLst/>
          </a:prstGeom>
          <a:noFill/>
        </p:spPr>
        <p:txBody>
          <a:bodyPr wrap="square" rtlCol="0">
            <a:spAutoFit/>
          </a:bodyPr>
          <a:lstStyle/>
          <a:p>
            <a:pPr algn="ctr"/>
            <a:r>
              <a:rPr lang="en-US" i="1"/>
              <a:t>output layer</a:t>
            </a:r>
            <a:endParaRPr lang="en-BE" i="1"/>
          </a:p>
        </p:txBody>
      </p:sp>
      <p:sp>
        <p:nvSpPr>
          <p:cNvPr id="5" name="Slide Number Placeholder 3">
            <a:extLst>
              <a:ext uri="{FF2B5EF4-FFF2-40B4-BE49-F238E27FC236}">
                <a16:creationId xmlns:a16="http://schemas.microsoft.com/office/drawing/2014/main" id="{FA45FC3B-2DEA-46C6-ECF0-D6FA43537781}"/>
              </a:ext>
            </a:extLst>
          </p:cNvPr>
          <p:cNvSpPr>
            <a:spLocks noGrp="1"/>
          </p:cNvSpPr>
          <p:nvPr>
            <p:ph type="sldNum" sz="quarter" idx="12"/>
          </p:nvPr>
        </p:nvSpPr>
        <p:spPr>
          <a:xfrm>
            <a:off x="10684933" y="6459767"/>
            <a:ext cx="1073434" cy="261708"/>
          </a:xfrm>
        </p:spPr>
        <p:txBody>
          <a:bodyPr/>
          <a:lstStyle/>
          <a:p>
            <a:fld id="{94B3E216-A3C5-4E41-AE94-D003E76F1D3A}" type="slidenum">
              <a:rPr lang="en-US" smtClean="0"/>
              <a:pPr/>
              <a:t>4</a:t>
            </a:fld>
            <a:endParaRPr lang="en-US"/>
          </a:p>
        </p:txBody>
      </p:sp>
    </p:spTree>
    <p:extLst>
      <p:ext uri="{BB962C8B-B14F-4D97-AF65-F5344CB8AC3E}">
        <p14:creationId xmlns:p14="http://schemas.microsoft.com/office/powerpoint/2010/main" val="21300261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3" name="Straight Arrow Connector 22">
            <a:extLst>
              <a:ext uri="{FF2B5EF4-FFF2-40B4-BE49-F238E27FC236}">
                <a16:creationId xmlns:a16="http://schemas.microsoft.com/office/drawing/2014/main" id="{73376E35-B4B7-249C-43A2-15D53F7F9832}"/>
              </a:ext>
            </a:extLst>
          </p:cNvPr>
          <p:cNvCxnSpPr>
            <a:stCxn id="14" idx="6"/>
            <a:endCxn id="9" idx="2"/>
          </p:cNvCxnSpPr>
          <p:nvPr/>
        </p:nvCxnSpPr>
        <p:spPr>
          <a:xfrm>
            <a:off x="3177737" y="2320594"/>
            <a:ext cx="2017508" cy="85809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6BB5693-6CDF-621A-6A0F-656DFCF751CE}"/>
              </a:ext>
            </a:extLst>
          </p:cNvPr>
          <p:cNvCxnSpPr>
            <a:stCxn id="14" idx="6"/>
            <a:endCxn id="12" idx="2"/>
          </p:cNvCxnSpPr>
          <p:nvPr/>
        </p:nvCxnSpPr>
        <p:spPr>
          <a:xfrm>
            <a:off x="3177737" y="2320594"/>
            <a:ext cx="2017508" cy="171121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BA704F4-1C13-9BE9-44B4-F6F921F27C1F}"/>
              </a:ext>
            </a:extLst>
          </p:cNvPr>
          <p:cNvCxnSpPr>
            <a:stCxn id="14" idx="6"/>
            <a:endCxn id="13" idx="2"/>
          </p:cNvCxnSpPr>
          <p:nvPr/>
        </p:nvCxnSpPr>
        <p:spPr>
          <a:xfrm>
            <a:off x="3177737" y="2320594"/>
            <a:ext cx="2006055" cy="2564338"/>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F251449F-4D56-1F11-6E47-01471CD2CAA9}"/>
              </a:ext>
            </a:extLst>
          </p:cNvPr>
          <p:cNvCxnSpPr>
            <a:stCxn id="16" idx="6"/>
            <a:endCxn id="9" idx="2"/>
          </p:cNvCxnSpPr>
          <p:nvPr/>
        </p:nvCxnSpPr>
        <p:spPr>
          <a:xfrm>
            <a:off x="3189190" y="3178684"/>
            <a:ext cx="2006055"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F558CF0A-CAC6-CF3F-0939-D872D115D77F}"/>
              </a:ext>
            </a:extLst>
          </p:cNvPr>
          <p:cNvCxnSpPr>
            <a:stCxn id="16" idx="6"/>
            <a:endCxn id="12" idx="2"/>
          </p:cNvCxnSpPr>
          <p:nvPr/>
        </p:nvCxnSpPr>
        <p:spPr>
          <a:xfrm>
            <a:off x="3189190" y="3178684"/>
            <a:ext cx="2006055"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FD627221-A92A-A9A6-6805-65E3A96F1872}"/>
              </a:ext>
            </a:extLst>
          </p:cNvPr>
          <p:cNvCxnSpPr>
            <a:stCxn id="16" idx="6"/>
            <a:endCxn id="13" idx="2"/>
          </p:cNvCxnSpPr>
          <p:nvPr/>
        </p:nvCxnSpPr>
        <p:spPr>
          <a:xfrm>
            <a:off x="3189190" y="3178684"/>
            <a:ext cx="1994602" cy="1706248"/>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B74FF88-F14C-EFE1-C9A3-3A7594C334B9}"/>
              </a:ext>
            </a:extLst>
          </p:cNvPr>
          <p:cNvCxnSpPr>
            <a:stCxn id="17" idx="6"/>
            <a:endCxn id="9" idx="2"/>
          </p:cNvCxnSpPr>
          <p:nvPr/>
        </p:nvCxnSpPr>
        <p:spPr>
          <a:xfrm flipV="1">
            <a:off x="3189190" y="3178684"/>
            <a:ext cx="2006055"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62B715CC-2E18-0FDA-4FAC-C8FEA2B64897}"/>
              </a:ext>
            </a:extLst>
          </p:cNvPr>
          <p:cNvCxnSpPr>
            <a:stCxn id="17" idx="6"/>
            <a:endCxn id="12" idx="2"/>
          </p:cNvCxnSpPr>
          <p:nvPr/>
        </p:nvCxnSpPr>
        <p:spPr>
          <a:xfrm>
            <a:off x="3189190" y="4031808"/>
            <a:ext cx="2006055"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5296C71F-ECCA-78A3-0492-58852EBE1CB7}"/>
              </a:ext>
            </a:extLst>
          </p:cNvPr>
          <p:cNvCxnSpPr>
            <a:stCxn id="17" idx="6"/>
            <a:endCxn id="13" idx="2"/>
          </p:cNvCxnSpPr>
          <p:nvPr/>
        </p:nvCxnSpPr>
        <p:spPr>
          <a:xfrm>
            <a:off x="3189190" y="4031808"/>
            <a:ext cx="1994602"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4C045294-F9D8-BFE1-AB35-B04E80B7BEE9}"/>
              </a:ext>
            </a:extLst>
          </p:cNvPr>
          <p:cNvCxnSpPr>
            <a:stCxn id="18" idx="6"/>
            <a:endCxn id="9" idx="2"/>
          </p:cNvCxnSpPr>
          <p:nvPr/>
        </p:nvCxnSpPr>
        <p:spPr>
          <a:xfrm flipV="1">
            <a:off x="3177737" y="3178684"/>
            <a:ext cx="2017508" cy="1706248"/>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EF7FFD75-72EB-7370-0B17-F788309BA06C}"/>
              </a:ext>
            </a:extLst>
          </p:cNvPr>
          <p:cNvCxnSpPr>
            <a:stCxn id="18" idx="6"/>
            <a:endCxn id="12" idx="2"/>
          </p:cNvCxnSpPr>
          <p:nvPr/>
        </p:nvCxnSpPr>
        <p:spPr>
          <a:xfrm flipV="1">
            <a:off x="3177737" y="4031808"/>
            <a:ext cx="2017508"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0BD1AEC9-E6DA-469F-460B-3B36BEC2699A}"/>
              </a:ext>
            </a:extLst>
          </p:cNvPr>
          <p:cNvCxnSpPr>
            <a:stCxn id="18" idx="6"/>
            <a:endCxn id="13" idx="2"/>
          </p:cNvCxnSpPr>
          <p:nvPr/>
        </p:nvCxnSpPr>
        <p:spPr>
          <a:xfrm>
            <a:off x="3177737" y="4884932"/>
            <a:ext cx="2006055"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33065150-9698-1E68-B8D3-9D2070540A5E}"/>
              </a:ext>
            </a:extLst>
          </p:cNvPr>
          <p:cNvCxnSpPr>
            <a:stCxn id="9" idx="6"/>
            <a:endCxn id="36" idx="2"/>
          </p:cNvCxnSpPr>
          <p:nvPr/>
        </p:nvCxnSpPr>
        <p:spPr>
          <a:xfrm>
            <a:off x="5845211" y="3178684"/>
            <a:ext cx="1913811" cy="426562"/>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071421FF-666C-E535-ED5E-B0BA7BDB7F59}"/>
              </a:ext>
            </a:extLst>
          </p:cNvPr>
          <p:cNvCxnSpPr>
            <a:stCxn id="12" idx="6"/>
            <a:endCxn id="36" idx="2"/>
          </p:cNvCxnSpPr>
          <p:nvPr/>
        </p:nvCxnSpPr>
        <p:spPr>
          <a:xfrm flipV="1">
            <a:off x="5845211" y="3605246"/>
            <a:ext cx="1913811" cy="426562"/>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93B884DF-3E89-7F47-2BA6-B75F4A2F8C75}"/>
              </a:ext>
            </a:extLst>
          </p:cNvPr>
          <p:cNvCxnSpPr>
            <a:stCxn id="13" idx="6"/>
            <a:endCxn id="36" idx="2"/>
          </p:cNvCxnSpPr>
          <p:nvPr/>
        </p:nvCxnSpPr>
        <p:spPr>
          <a:xfrm flipV="1">
            <a:off x="5833758" y="3605246"/>
            <a:ext cx="1925264" cy="1279686"/>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C5EF9F41-42FA-089B-6A12-CAD4D74D6D62}"/>
              </a:ext>
            </a:extLst>
          </p:cNvPr>
          <p:cNvGrpSpPr/>
          <p:nvPr/>
        </p:nvGrpSpPr>
        <p:grpSpPr>
          <a:xfrm>
            <a:off x="2527771" y="1995611"/>
            <a:ext cx="681113" cy="3214304"/>
            <a:chOff x="2527771" y="1995611"/>
            <a:chExt cx="681113" cy="3214304"/>
          </a:xfrm>
        </p:grpSpPr>
        <p:sp>
          <p:nvSpPr>
            <p:cNvPr id="14" name="Oval 13">
              <a:extLst>
                <a:ext uri="{FF2B5EF4-FFF2-40B4-BE49-F238E27FC236}">
                  <a16:creationId xmlns:a16="http://schemas.microsoft.com/office/drawing/2014/main" id="{454984B3-ADC9-2237-4EFD-93955A545128}"/>
                </a:ext>
              </a:extLst>
            </p:cNvPr>
            <p:cNvSpPr/>
            <p:nvPr/>
          </p:nvSpPr>
          <p:spPr>
            <a:xfrm>
              <a:off x="2527771" y="1995611"/>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16" name="Oval 15">
              <a:extLst>
                <a:ext uri="{FF2B5EF4-FFF2-40B4-BE49-F238E27FC236}">
                  <a16:creationId xmlns:a16="http://schemas.microsoft.com/office/drawing/2014/main" id="{27EA0360-5424-63F1-64EB-14ECBB857A65}"/>
                </a:ext>
              </a:extLst>
            </p:cNvPr>
            <p:cNvSpPr/>
            <p:nvPr/>
          </p:nvSpPr>
          <p:spPr>
            <a:xfrm>
              <a:off x="2539224" y="2853701"/>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17" name="Oval 16">
              <a:extLst>
                <a:ext uri="{FF2B5EF4-FFF2-40B4-BE49-F238E27FC236}">
                  <a16:creationId xmlns:a16="http://schemas.microsoft.com/office/drawing/2014/main" id="{1A667574-26DF-B73B-A17C-7C011E451A7C}"/>
                </a:ext>
              </a:extLst>
            </p:cNvPr>
            <p:cNvSpPr/>
            <p:nvPr/>
          </p:nvSpPr>
          <p:spPr>
            <a:xfrm>
              <a:off x="2539224" y="3706825"/>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18" name="Oval 17">
              <a:extLst>
                <a:ext uri="{FF2B5EF4-FFF2-40B4-BE49-F238E27FC236}">
                  <a16:creationId xmlns:a16="http://schemas.microsoft.com/office/drawing/2014/main" id="{EE887998-1D96-CCE4-3883-42CF361A6F94}"/>
                </a:ext>
              </a:extLst>
            </p:cNvPr>
            <p:cNvSpPr/>
            <p:nvPr/>
          </p:nvSpPr>
          <p:spPr>
            <a:xfrm>
              <a:off x="2527771" y="4559949"/>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B8E9020-5802-0A83-2206-D42684EEAE78}"/>
                    </a:ext>
                  </a:extLst>
                </p:cNvPr>
                <p:cNvSpPr txBox="1"/>
                <p:nvPr/>
              </p:nvSpPr>
              <p:spPr>
                <a:xfrm>
                  <a:off x="2594149" y="2086350"/>
                  <a:ext cx="599125" cy="369332"/>
                </a:xfrm>
                <a:prstGeom prst="rect">
                  <a:avLst/>
                </a:prstGeom>
                <a:noFill/>
              </p:spPr>
              <p:txBody>
                <a:bodyPr wrap="squar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0</m:t>
                            </m:r>
                          </m:sub>
                        </m:sSub>
                      </m:oMath>
                    </m:oMathPara>
                  </a14:m>
                  <a:endParaRPr lang="en-GB" b="0"/>
                </a:p>
              </p:txBody>
            </p:sp>
          </mc:Choice>
          <mc:Fallback xmlns="">
            <p:sp>
              <p:nvSpPr>
                <p:cNvPr id="3" name="TextBox 2">
                  <a:extLst>
                    <a:ext uri="{FF2B5EF4-FFF2-40B4-BE49-F238E27FC236}">
                      <a16:creationId xmlns:a16="http://schemas.microsoft.com/office/drawing/2014/main" id="{7B8E9020-5802-0A83-2206-D42684EEAE78}"/>
                    </a:ext>
                  </a:extLst>
                </p:cNvPr>
                <p:cNvSpPr txBox="1">
                  <a:spLocks noRot="1" noChangeAspect="1" noMove="1" noResize="1" noEditPoints="1" noAdjustHandles="1" noChangeArrowheads="1" noChangeShapeType="1" noTextEdit="1"/>
                </p:cNvSpPr>
                <p:nvPr/>
              </p:nvSpPr>
              <p:spPr>
                <a:xfrm>
                  <a:off x="2594149" y="2086350"/>
                  <a:ext cx="599125" cy="369332"/>
                </a:xfrm>
                <a:prstGeom prst="rect">
                  <a:avLst/>
                </a:prstGeom>
                <a:blipFill>
                  <a:blip r:embed="rId3"/>
                  <a:stretch>
                    <a:fillRect t="-24590" r="-18367"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5922B71-CA4E-4F75-51B7-82976C9CA232}"/>
                    </a:ext>
                  </a:extLst>
                </p:cNvPr>
                <p:cNvSpPr txBox="1"/>
                <p:nvPr/>
              </p:nvSpPr>
              <p:spPr>
                <a:xfrm>
                  <a:off x="2594149" y="2954313"/>
                  <a:ext cx="599125" cy="369332"/>
                </a:xfrm>
                <a:prstGeom prst="rect">
                  <a:avLst/>
                </a:prstGeom>
                <a:noFill/>
              </p:spPr>
              <p:txBody>
                <a:bodyPr wrap="squar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1</m:t>
                            </m:r>
                          </m:sub>
                        </m:sSub>
                      </m:oMath>
                    </m:oMathPara>
                  </a14:m>
                  <a:endParaRPr lang="en-GB" b="0"/>
                </a:p>
              </p:txBody>
            </p:sp>
          </mc:Choice>
          <mc:Fallback xmlns="">
            <p:sp>
              <p:nvSpPr>
                <p:cNvPr id="5" name="TextBox 4">
                  <a:extLst>
                    <a:ext uri="{FF2B5EF4-FFF2-40B4-BE49-F238E27FC236}">
                      <a16:creationId xmlns:a16="http://schemas.microsoft.com/office/drawing/2014/main" id="{F5922B71-CA4E-4F75-51B7-82976C9CA232}"/>
                    </a:ext>
                  </a:extLst>
                </p:cNvPr>
                <p:cNvSpPr txBox="1">
                  <a:spLocks noRot="1" noChangeAspect="1" noMove="1" noResize="1" noEditPoints="1" noAdjustHandles="1" noChangeArrowheads="1" noChangeShapeType="1" noTextEdit="1"/>
                </p:cNvSpPr>
                <p:nvPr/>
              </p:nvSpPr>
              <p:spPr>
                <a:xfrm>
                  <a:off x="2594149" y="2954313"/>
                  <a:ext cx="599125" cy="369332"/>
                </a:xfrm>
                <a:prstGeom prst="rect">
                  <a:avLst/>
                </a:prstGeom>
                <a:blipFill>
                  <a:blip r:embed="rId4"/>
                  <a:stretch>
                    <a:fillRect t="-26667" r="-18367"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36FF873-4955-58AE-C5EE-FBD3FB0FB632}"/>
                    </a:ext>
                  </a:extLst>
                </p:cNvPr>
                <p:cNvSpPr txBox="1"/>
                <p:nvPr/>
              </p:nvSpPr>
              <p:spPr>
                <a:xfrm>
                  <a:off x="2609759" y="3812571"/>
                  <a:ext cx="599125" cy="369332"/>
                </a:xfrm>
                <a:prstGeom prst="rect">
                  <a:avLst/>
                </a:prstGeom>
                <a:noFill/>
              </p:spPr>
              <p:txBody>
                <a:bodyPr wrap="squar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2</m:t>
                            </m:r>
                          </m:sub>
                        </m:sSub>
                      </m:oMath>
                    </m:oMathPara>
                  </a14:m>
                  <a:endParaRPr lang="en-GB" b="0"/>
                </a:p>
              </p:txBody>
            </p:sp>
          </mc:Choice>
          <mc:Fallback xmlns="">
            <p:sp>
              <p:nvSpPr>
                <p:cNvPr id="6" name="TextBox 5">
                  <a:extLst>
                    <a:ext uri="{FF2B5EF4-FFF2-40B4-BE49-F238E27FC236}">
                      <a16:creationId xmlns:a16="http://schemas.microsoft.com/office/drawing/2014/main" id="{036FF873-4955-58AE-C5EE-FBD3FB0FB632}"/>
                    </a:ext>
                  </a:extLst>
                </p:cNvPr>
                <p:cNvSpPr txBox="1">
                  <a:spLocks noRot="1" noChangeAspect="1" noMove="1" noResize="1" noEditPoints="1" noAdjustHandles="1" noChangeArrowheads="1" noChangeShapeType="1" noTextEdit="1"/>
                </p:cNvSpPr>
                <p:nvPr/>
              </p:nvSpPr>
              <p:spPr>
                <a:xfrm>
                  <a:off x="2609759" y="3812571"/>
                  <a:ext cx="599125" cy="369332"/>
                </a:xfrm>
                <a:prstGeom prst="rect">
                  <a:avLst/>
                </a:prstGeom>
                <a:blipFill>
                  <a:blip r:embed="rId5"/>
                  <a:stretch>
                    <a:fillRect t="-24590" r="-19388"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80B42B6-7D3E-7F36-151B-2EC7636572A7}"/>
                    </a:ext>
                  </a:extLst>
                </p:cNvPr>
                <p:cNvSpPr txBox="1"/>
                <p:nvPr/>
              </p:nvSpPr>
              <p:spPr>
                <a:xfrm>
                  <a:off x="2598306" y="4656057"/>
                  <a:ext cx="599125" cy="369332"/>
                </a:xfrm>
                <a:prstGeom prst="rect">
                  <a:avLst/>
                </a:prstGeom>
                <a:noFill/>
              </p:spPr>
              <p:txBody>
                <a:bodyPr wrap="squar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3</m:t>
                            </m:r>
                          </m:sub>
                        </m:sSub>
                      </m:oMath>
                    </m:oMathPara>
                  </a14:m>
                  <a:endParaRPr lang="en-GB" b="0"/>
                </a:p>
              </p:txBody>
            </p:sp>
          </mc:Choice>
          <mc:Fallback xmlns="">
            <p:sp>
              <p:nvSpPr>
                <p:cNvPr id="8" name="TextBox 7">
                  <a:extLst>
                    <a:ext uri="{FF2B5EF4-FFF2-40B4-BE49-F238E27FC236}">
                      <a16:creationId xmlns:a16="http://schemas.microsoft.com/office/drawing/2014/main" id="{F80B42B6-7D3E-7F36-151B-2EC7636572A7}"/>
                    </a:ext>
                  </a:extLst>
                </p:cNvPr>
                <p:cNvSpPr txBox="1">
                  <a:spLocks noRot="1" noChangeAspect="1" noMove="1" noResize="1" noEditPoints="1" noAdjustHandles="1" noChangeArrowheads="1" noChangeShapeType="1" noTextEdit="1"/>
                </p:cNvSpPr>
                <p:nvPr/>
              </p:nvSpPr>
              <p:spPr>
                <a:xfrm>
                  <a:off x="2598306" y="4656057"/>
                  <a:ext cx="599125" cy="369332"/>
                </a:xfrm>
                <a:prstGeom prst="rect">
                  <a:avLst/>
                </a:prstGeom>
                <a:blipFill>
                  <a:blip r:embed="rId6"/>
                  <a:stretch>
                    <a:fillRect t="-26667" r="-18182" b="-50000"/>
                  </a:stretch>
                </a:blipFill>
              </p:spPr>
              <p:txBody>
                <a:bodyPr/>
                <a:lstStyle/>
                <a:p>
                  <a:r>
                    <a:rPr lang="en-US">
                      <a:noFill/>
                    </a:rPr>
                    <a:t> </a:t>
                  </a:r>
                </a:p>
              </p:txBody>
            </p:sp>
          </mc:Fallback>
        </mc:AlternateContent>
      </p:grpSp>
      <p:grpSp>
        <p:nvGrpSpPr>
          <p:cNvPr id="35" name="Group 34">
            <a:extLst>
              <a:ext uri="{FF2B5EF4-FFF2-40B4-BE49-F238E27FC236}">
                <a16:creationId xmlns:a16="http://schemas.microsoft.com/office/drawing/2014/main" id="{27FCA70C-27FC-CA72-F599-37ECE8089E69}"/>
              </a:ext>
            </a:extLst>
          </p:cNvPr>
          <p:cNvGrpSpPr/>
          <p:nvPr/>
        </p:nvGrpSpPr>
        <p:grpSpPr>
          <a:xfrm>
            <a:off x="7759022" y="3280263"/>
            <a:ext cx="2531221" cy="649966"/>
            <a:chOff x="7759022" y="3706825"/>
            <a:chExt cx="2531221" cy="649966"/>
          </a:xfrm>
        </p:grpSpPr>
        <p:sp>
          <p:nvSpPr>
            <p:cNvPr id="36" name="Oval 35">
              <a:extLst>
                <a:ext uri="{FF2B5EF4-FFF2-40B4-BE49-F238E27FC236}">
                  <a16:creationId xmlns:a16="http://schemas.microsoft.com/office/drawing/2014/main" id="{33B50ABA-1347-5656-21EB-655C9DE994EE}"/>
                </a:ext>
              </a:extLst>
            </p:cNvPr>
            <p:cNvSpPr/>
            <p:nvPr/>
          </p:nvSpPr>
          <p:spPr>
            <a:xfrm>
              <a:off x="7759022" y="3706825"/>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cxnSp>
          <p:nvCxnSpPr>
            <p:cNvPr id="41" name="Straight Arrow Connector 40">
              <a:extLst>
                <a:ext uri="{FF2B5EF4-FFF2-40B4-BE49-F238E27FC236}">
                  <a16:creationId xmlns:a16="http://schemas.microsoft.com/office/drawing/2014/main" id="{DB3EFAEB-1B4A-F29D-C5E8-1125A3522EF9}"/>
                </a:ext>
              </a:extLst>
            </p:cNvPr>
            <p:cNvCxnSpPr>
              <a:stCxn id="36" idx="6"/>
            </p:cNvCxnSpPr>
            <p:nvPr/>
          </p:nvCxnSpPr>
          <p:spPr>
            <a:xfrm>
              <a:off x="8408988" y="4031808"/>
              <a:ext cx="791134" cy="0"/>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5AD8E0D-D7AB-BF24-872B-314D70EEF0A1}"/>
                    </a:ext>
                  </a:extLst>
                </p:cNvPr>
                <p:cNvSpPr txBox="1"/>
                <p:nvPr/>
              </p:nvSpPr>
              <p:spPr>
                <a:xfrm>
                  <a:off x="7901463" y="3839976"/>
                  <a:ext cx="390556" cy="369332"/>
                </a:xfrm>
                <a:prstGeom prst="rect">
                  <a:avLst/>
                </a:prstGeom>
                <a:noFill/>
              </p:spPr>
              <p:txBody>
                <a:bodyPr wrap="none" lIns="0" tIns="0" rIns="0" bIns="0" rtlCol="0">
                  <a:spAutoFit/>
                </a:bodyPr>
                <a:lstStyle/>
                <a:p>
                  <a:pPr/>
                  <a14:m>
                    <m:oMathPara xmlns:m="http://schemas.openxmlformats.org/officeDocument/2006/math">
                      <m:oMath>
                        <m:sSup>
                          <m:sSupPr>
                            <m:ctrlPr>
                              <a:rPr lang="en-GB" sz="2400" b="0" i="1" smtClean="0">
                                <a:latin typeface="Cambria Math" panose="02040503050406030204" pitchFamily="18" charset="0"/>
                              </a:rPr>
                            </m:ctrlPr>
                          </m:sSupPr>
                          <m:e>
                            <m:r>
                              <a:rPr lang="en-GB" sz="2400" b="0" i="1" smtClean="0">
                                <a:latin typeface="Cambria Math" panose="02040503050406030204" pitchFamily="18" charset="0"/>
                              </a:rPr>
                              <m:t>𝑎</m:t>
                            </m:r>
                          </m:e>
                          <m:sup>
                            <m:r>
                              <a:rPr lang="en-GB" sz="2400" b="0" i="1" smtClean="0">
                                <a:latin typeface="Cambria Math" panose="02040503050406030204" pitchFamily="18" charset="0"/>
                              </a:rPr>
                              <m:t>2</m:t>
                            </m:r>
                          </m:sup>
                        </m:sSup>
                      </m:oMath>
                    </m:oMathPara>
                  </a14:m>
                  <a:endParaRPr lang="en-GB" b="0"/>
                </a:p>
              </p:txBody>
            </p:sp>
          </mc:Choice>
          <mc:Fallback xmlns="">
            <p:sp>
              <p:nvSpPr>
                <p:cNvPr id="48" name="TextBox 47">
                  <a:extLst>
                    <a:ext uri="{FF2B5EF4-FFF2-40B4-BE49-F238E27FC236}">
                      <a16:creationId xmlns:a16="http://schemas.microsoft.com/office/drawing/2014/main" id="{95AD8E0D-D7AB-BF24-872B-314D70EEF0A1}"/>
                    </a:ext>
                  </a:extLst>
                </p:cNvPr>
                <p:cNvSpPr txBox="1">
                  <a:spLocks noRot="1" noChangeAspect="1" noMove="1" noResize="1" noEditPoints="1" noAdjustHandles="1" noChangeArrowheads="1" noChangeShapeType="1" noTextEdit="1"/>
                </p:cNvSpPr>
                <p:nvPr/>
              </p:nvSpPr>
              <p:spPr>
                <a:xfrm>
                  <a:off x="7901463" y="3839976"/>
                  <a:ext cx="390556" cy="369332"/>
                </a:xfrm>
                <a:prstGeom prst="rect">
                  <a:avLst/>
                </a:prstGeom>
                <a:blipFill>
                  <a:blip r:embed="rId7"/>
                  <a:stretch>
                    <a:fillRect l="-9375" t="-26230" r="-59375" b="-475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59B0572-5956-5D4A-BDB3-EE880A283757}"/>
                    </a:ext>
                  </a:extLst>
                </p:cNvPr>
                <p:cNvSpPr txBox="1"/>
                <p:nvPr/>
              </p:nvSpPr>
              <p:spPr>
                <a:xfrm>
                  <a:off x="9317091" y="3812571"/>
                  <a:ext cx="973152" cy="369332"/>
                </a:xfrm>
                <a:prstGeom prst="rect">
                  <a:avLst/>
                </a:prstGeom>
                <a:noFill/>
              </p:spPr>
              <p:txBody>
                <a:bodyPr wrap="none" lIns="0" tIns="0" rIns="0" bIns="0" rtlCol="0">
                  <a:spAutoFit/>
                </a:bodyPr>
                <a:lstStyle/>
                <a:p>
                  <a:pPr/>
                  <a14:m>
                    <m:oMathPara xmlns:m="http://schemas.openxmlformats.org/officeDocument/2006/math">
                      <m:oMath>
                        <m:r>
                          <a:rPr lang="en-GB" sz="2400" b="0" i="1" smtClean="0">
                            <a:latin typeface="Cambria Math" panose="02040503050406030204" pitchFamily="18" charset="0"/>
                          </a:rPr>
                          <m:t>𝑓</m:t>
                        </m:r>
                        <m:r>
                          <a:rPr lang="en-GB" sz="2400" b="0" i="1" smtClean="0">
                            <a:latin typeface="Cambria Math" panose="02040503050406030204" pitchFamily="18" charset="0"/>
                          </a:rPr>
                          <m:t>(</m:t>
                        </m:r>
                        <m:r>
                          <a:rPr lang="en-GB" sz="2400" b="0" i="1" smtClean="0">
                            <a:latin typeface="Cambria Math" panose="02040503050406030204" pitchFamily="18" charset="0"/>
                          </a:rPr>
                          <m:t>𝑥</m:t>
                        </m:r>
                        <m:r>
                          <a:rPr lang="en-GB" sz="2400" b="0" i="1" smtClean="0">
                            <a:latin typeface="Cambria Math" panose="02040503050406030204" pitchFamily="18" charset="0"/>
                          </a:rPr>
                          <m:t>,</m:t>
                        </m:r>
                        <m:r>
                          <a:rPr lang="en-GB" sz="2400" b="0" i="1" smtClean="0">
                            <a:latin typeface="Cambria Math" panose="02040503050406030204" pitchFamily="18" charset="0"/>
                          </a:rPr>
                          <m:t>𝜃</m:t>
                        </m:r>
                        <m:r>
                          <a:rPr lang="en-GB" sz="2400" b="0" i="1" smtClean="0">
                            <a:latin typeface="Cambria Math" panose="02040503050406030204" pitchFamily="18" charset="0"/>
                          </a:rPr>
                          <m:t>)</m:t>
                        </m:r>
                      </m:oMath>
                    </m:oMathPara>
                  </a14:m>
                  <a:endParaRPr lang="LID4096" sz="2400"/>
                </a:p>
              </p:txBody>
            </p:sp>
          </mc:Choice>
          <mc:Fallback xmlns="">
            <p:sp>
              <p:nvSpPr>
                <p:cNvPr id="49" name="TextBox 48">
                  <a:extLst>
                    <a:ext uri="{FF2B5EF4-FFF2-40B4-BE49-F238E27FC236}">
                      <a16:creationId xmlns:a16="http://schemas.microsoft.com/office/drawing/2014/main" id="{959B0572-5956-5D4A-BDB3-EE880A283757}"/>
                    </a:ext>
                  </a:extLst>
                </p:cNvPr>
                <p:cNvSpPr txBox="1">
                  <a:spLocks noRot="1" noChangeAspect="1" noMove="1" noResize="1" noEditPoints="1" noAdjustHandles="1" noChangeArrowheads="1" noChangeShapeType="1" noTextEdit="1"/>
                </p:cNvSpPr>
                <p:nvPr/>
              </p:nvSpPr>
              <p:spPr>
                <a:xfrm>
                  <a:off x="9317091" y="3812571"/>
                  <a:ext cx="973152" cy="369332"/>
                </a:xfrm>
                <a:prstGeom prst="rect">
                  <a:avLst/>
                </a:prstGeom>
                <a:blipFill>
                  <a:blip r:embed="rId8"/>
                  <a:stretch>
                    <a:fillRect l="-10625" t="-24590" r="-23125" b="-49180"/>
                  </a:stretch>
                </a:blipFill>
              </p:spPr>
              <p:txBody>
                <a:bodyPr/>
                <a:lstStyle/>
                <a:p>
                  <a:r>
                    <a:rPr lang="en-US">
                      <a:noFill/>
                    </a:rPr>
                    <a:t> </a:t>
                  </a:r>
                </a:p>
              </p:txBody>
            </p:sp>
          </mc:Fallback>
        </mc:AlternateContent>
      </p:grpSp>
      <p:sp>
        <p:nvSpPr>
          <p:cNvPr id="2" name="TextBox 1">
            <a:extLst>
              <a:ext uri="{FF2B5EF4-FFF2-40B4-BE49-F238E27FC236}">
                <a16:creationId xmlns:a16="http://schemas.microsoft.com/office/drawing/2014/main" id="{AF4EFB97-AD72-C5F0-5143-74086727BC0D}"/>
              </a:ext>
            </a:extLst>
          </p:cNvPr>
          <p:cNvSpPr txBox="1"/>
          <p:nvPr/>
        </p:nvSpPr>
        <p:spPr>
          <a:xfrm>
            <a:off x="5330828" y="5284112"/>
            <a:ext cx="911525" cy="369332"/>
          </a:xfrm>
          <a:prstGeom prst="rect">
            <a:avLst/>
          </a:prstGeom>
          <a:noFill/>
        </p:spPr>
        <p:txBody>
          <a:bodyPr wrap="square" rtlCol="0">
            <a:spAutoFit/>
          </a:bodyPr>
          <a:lstStyle/>
          <a:p>
            <a:r>
              <a:rPr lang="en-GB"/>
              <a:t>…</a:t>
            </a:r>
            <a:endParaRPr lang="LID4096"/>
          </a:p>
        </p:txBody>
      </p:sp>
      <p:cxnSp>
        <p:nvCxnSpPr>
          <p:cNvPr id="7" name="Straight Arrow Connector 6">
            <a:extLst>
              <a:ext uri="{FF2B5EF4-FFF2-40B4-BE49-F238E27FC236}">
                <a16:creationId xmlns:a16="http://schemas.microsoft.com/office/drawing/2014/main" id="{28EB5D84-3D3A-41CC-C6C9-E9B926CB7723}"/>
              </a:ext>
            </a:extLst>
          </p:cNvPr>
          <p:cNvCxnSpPr>
            <a:cxnSpLocks/>
            <a:endCxn id="4" idx="2"/>
          </p:cNvCxnSpPr>
          <p:nvPr/>
        </p:nvCxnSpPr>
        <p:spPr>
          <a:xfrm>
            <a:off x="3177737" y="2320594"/>
            <a:ext cx="2022282" cy="4966"/>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73AA15C-B6A8-A4D7-A37C-9B5F9E8A57FD}"/>
              </a:ext>
            </a:extLst>
          </p:cNvPr>
          <p:cNvCxnSpPr>
            <a:cxnSpLocks/>
            <a:endCxn id="4" idx="2"/>
          </p:cNvCxnSpPr>
          <p:nvPr/>
        </p:nvCxnSpPr>
        <p:spPr>
          <a:xfrm flipV="1">
            <a:off x="3189190" y="2325560"/>
            <a:ext cx="2010829"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2D53C317-2868-4B29-3FF8-97D914E934AE}"/>
              </a:ext>
            </a:extLst>
          </p:cNvPr>
          <p:cNvCxnSpPr>
            <a:cxnSpLocks/>
            <a:endCxn id="4" idx="2"/>
          </p:cNvCxnSpPr>
          <p:nvPr/>
        </p:nvCxnSpPr>
        <p:spPr>
          <a:xfrm flipV="1">
            <a:off x="3189190" y="2325560"/>
            <a:ext cx="2010829" cy="1706248"/>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688E036-0EB8-4A31-D287-4A90D2FD84FD}"/>
              </a:ext>
            </a:extLst>
          </p:cNvPr>
          <p:cNvCxnSpPr>
            <a:cxnSpLocks/>
            <a:endCxn id="4" idx="2"/>
          </p:cNvCxnSpPr>
          <p:nvPr/>
        </p:nvCxnSpPr>
        <p:spPr>
          <a:xfrm flipV="1">
            <a:off x="3177737" y="2325560"/>
            <a:ext cx="2022282" cy="2559372"/>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AE58228D-B196-7FB9-0239-5816C1BE4FD0}"/>
              </a:ext>
            </a:extLst>
          </p:cNvPr>
          <p:cNvCxnSpPr>
            <a:cxnSpLocks/>
            <a:stCxn id="4" idx="6"/>
            <a:endCxn id="36" idx="2"/>
          </p:cNvCxnSpPr>
          <p:nvPr/>
        </p:nvCxnSpPr>
        <p:spPr>
          <a:xfrm>
            <a:off x="5849985" y="2325560"/>
            <a:ext cx="1909037" cy="1279686"/>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FEB41BF6-C4CD-54FA-A4EB-5E2617F6B972}"/>
              </a:ext>
            </a:extLst>
          </p:cNvPr>
          <p:cNvGrpSpPr/>
          <p:nvPr/>
        </p:nvGrpSpPr>
        <p:grpSpPr>
          <a:xfrm>
            <a:off x="5183792" y="2000577"/>
            <a:ext cx="666193" cy="3209338"/>
            <a:chOff x="5183792" y="2000577"/>
            <a:chExt cx="666193" cy="3209338"/>
          </a:xfrm>
        </p:grpSpPr>
        <p:sp>
          <p:nvSpPr>
            <p:cNvPr id="9" name="Oval 8">
              <a:extLst>
                <a:ext uri="{FF2B5EF4-FFF2-40B4-BE49-F238E27FC236}">
                  <a16:creationId xmlns:a16="http://schemas.microsoft.com/office/drawing/2014/main" id="{BB449EAA-A20E-5167-F114-F6DB29013E99}"/>
                </a:ext>
              </a:extLst>
            </p:cNvPr>
            <p:cNvSpPr/>
            <p:nvPr/>
          </p:nvSpPr>
          <p:spPr>
            <a:xfrm>
              <a:off x="5195245" y="2853701"/>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12" name="Oval 11">
              <a:extLst>
                <a:ext uri="{FF2B5EF4-FFF2-40B4-BE49-F238E27FC236}">
                  <a16:creationId xmlns:a16="http://schemas.microsoft.com/office/drawing/2014/main" id="{3A6FD789-DF9B-CE62-8B5C-61006D90A468}"/>
                </a:ext>
              </a:extLst>
            </p:cNvPr>
            <p:cNvSpPr/>
            <p:nvPr/>
          </p:nvSpPr>
          <p:spPr>
            <a:xfrm>
              <a:off x="5195245" y="3706825"/>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13" name="Oval 12">
              <a:extLst>
                <a:ext uri="{FF2B5EF4-FFF2-40B4-BE49-F238E27FC236}">
                  <a16:creationId xmlns:a16="http://schemas.microsoft.com/office/drawing/2014/main" id="{03AA5CA7-ADBF-FBEF-801A-2DA076D53997}"/>
                </a:ext>
              </a:extLst>
            </p:cNvPr>
            <p:cNvSpPr/>
            <p:nvPr/>
          </p:nvSpPr>
          <p:spPr>
            <a:xfrm>
              <a:off x="5183792" y="4559949"/>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72D857AD-973B-4233-54CC-932C76D30035}"/>
                    </a:ext>
                  </a:extLst>
                </p:cNvPr>
                <p:cNvSpPr txBox="1"/>
                <p:nvPr/>
              </p:nvSpPr>
              <p:spPr>
                <a:xfrm>
                  <a:off x="5244156" y="2987808"/>
                  <a:ext cx="526264" cy="372859"/>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latin typeface="Cambria Math" panose="02040503050406030204" pitchFamily="18" charset="0"/>
                              </a:rPr>
                            </m:ctrlPr>
                          </m:sSubSupPr>
                          <m:e>
                            <m:r>
                              <a:rPr lang="en-GB" sz="2400" b="0" i="1" smtClean="0">
                                <a:latin typeface="Cambria Math" panose="02040503050406030204" pitchFamily="18" charset="0"/>
                              </a:rPr>
                              <m:t>𝑎</m:t>
                            </m:r>
                          </m:e>
                          <m:sub>
                            <m:r>
                              <a:rPr lang="en-BE" sz="2400" b="0" i="1" smtClean="0">
                                <a:latin typeface="Cambria Math" panose="02040503050406030204" pitchFamily="18" charset="0"/>
                              </a:rPr>
                              <m:t>1</m:t>
                            </m:r>
                          </m:sub>
                          <m:sup>
                            <m:r>
                              <a:rPr lang="en-GB" sz="2400" b="0" i="1" smtClean="0">
                                <a:latin typeface="Cambria Math" panose="02040503050406030204" pitchFamily="18" charset="0"/>
                              </a:rPr>
                              <m:t>1</m:t>
                            </m:r>
                          </m:sup>
                        </m:sSubSup>
                      </m:oMath>
                    </m:oMathPara>
                  </a14:m>
                  <a:endParaRPr lang="en-GB" sz="2400" b="0"/>
                </a:p>
              </p:txBody>
            </p:sp>
          </mc:Choice>
          <mc:Fallback xmlns="">
            <p:sp>
              <p:nvSpPr>
                <p:cNvPr id="44" name="TextBox 43">
                  <a:extLst>
                    <a:ext uri="{FF2B5EF4-FFF2-40B4-BE49-F238E27FC236}">
                      <a16:creationId xmlns:a16="http://schemas.microsoft.com/office/drawing/2014/main" id="{72D857AD-973B-4233-54CC-932C76D30035}"/>
                    </a:ext>
                  </a:extLst>
                </p:cNvPr>
                <p:cNvSpPr txBox="1">
                  <a:spLocks noRot="1" noChangeAspect="1" noMove="1" noResize="1" noEditPoints="1" noAdjustHandles="1" noChangeArrowheads="1" noChangeShapeType="1" noTextEdit="1"/>
                </p:cNvSpPr>
                <p:nvPr/>
              </p:nvSpPr>
              <p:spPr>
                <a:xfrm>
                  <a:off x="5244156" y="2987808"/>
                  <a:ext cx="526264" cy="372859"/>
                </a:xfrm>
                <a:prstGeom prst="rect">
                  <a:avLst/>
                </a:prstGeom>
                <a:blipFill>
                  <a:blip r:embed="rId9"/>
                  <a:stretch>
                    <a:fillRect t="-22951" r="-29885" b="-5082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F0EDFF59-D224-FA49-6201-6CFC4F092530}"/>
                    </a:ext>
                  </a:extLst>
                </p:cNvPr>
                <p:cNvSpPr txBox="1"/>
                <p:nvPr/>
              </p:nvSpPr>
              <p:spPr>
                <a:xfrm>
                  <a:off x="5232432" y="3825627"/>
                  <a:ext cx="526264" cy="373564"/>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latin typeface="Cambria Math" panose="02040503050406030204" pitchFamily="18" charset="0"/>
                              </a:rPr>
                            </m:ctrlPr>
                          </m:sSubSupPr>
                          <m:e>
                            <m:r>
                              <a:rPr lang="en-GB" sz="2400" b="0" i="1" smtClean="0">
                                <a:latin typeface="Cambria Math" panose="02040503050406030204" pitchFamily="18" charset="0"/>
                              </a:rPr>
                              <m:t>𝑎</m:t>
                            </m:r>
                          </m:e>
                          <m:sub>
                            <m:r>
                              <a:rPr lang="en-BE" sz="2400" b="0" i="1" smtClean="0">
                                <a:latin typeface="Cambria Math" panose="02040503050406030204" pitchFamily="18" charset="0"/>
                              </a:rPr>
                              <m:t>2</m:t>
                            </m:r>
                          </m:sub>
                          <m:sup>
                            <m:r>
                              <a:rPr lang="en-GB" sz="2400" b="0" i="1" smtClean="0">
                                <a:latin typeface="Cambria Math" panose="02040503050406030204" pitchFamily="18" charset="0"/>
                              </a:rPr>
                              <m:t>1</m:t>
                            </m:r>
                          </m:sup>
                        </m:sSubSup>
                      </m:oMath>
                    </m:oMathPara>
                  </a14:m>
                  <a:endParaRPr lang="en-GB" sz="2400" b="0"/>
                </a:p>
              </p:txBody>
            </p:sp>
          </mc:Choice>
          <mc:Fallback xmlns="">
            <p:sp>
              <p:nvSpPr>
                <p:cNvPr id="45" name="TextBox 44">
                  <a:extLst>
                    <a:ext uri="{FF2B5EF4-FFF2-40B4-BE49-F238E27FC236}">
                      <a16:creationId xmlns:a16="http://schemas.microsoft.com/office/drawing/2014/main" id="{F0EDFF59-D224-FA49-6201-6CFC4F092530}"/>
                    </a:ext>
                  </a:extLst>
                </p:cNvPr>
                <p:cNvSpPr txBox="1">
                  <a:spLocks noRot="1" noChangeAspect="1" noMove="1" noResize="1" noEditPoints="1" noAdjustHandles="1" noChangeArrowheads="1" noChangeShapeType="1" noTextEdit="1"/>
                </p:cNvSpPr>
                <p:nvPr/>
              </p:nvSpPr>
              <p:spPr>
                <a:xfrm>
                  <a:off x="5232432" y="3825627"/>
                  <a:ext cx="526264" cy="373564"/>
                </a:xfrm>
                <a:prstGeom prst="rect">
                  <a:avLst/>
                </a:prstGeom>
                <a:blipFill>
                  <a:blip r:embed="rId10"/>
                  <a:stretch>
                    <a:fillRect t="-24590" r="-29885"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DC289F7-8EFF-AAFB-FA06-6237D0AA3104}"/>
                    </a:ext>
                  </a:extLst>
                </p:cNvPr>
                <p:cNvSpPr txBox="1"/>
                <p:nvPr/>
              </p:nvSpPr>
              <p:spPr>
                <a:xfrm>
                  <a:off x="5225506" y="4683323"/>
                  <a:ext cx="526264" cy="373564"/>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latin typeface="Cambria Math" panose="02040503050406030204" pitchFamily="18" charset="0"/>
                              </a:rPr>
                            </m:ctrlPr>
                          </m:sSubSupPr>
                          <m:e>
                            <m:r>
                              <a:rPr lang="en-GB" sz="2400" b="0" i="1" smtClean="0">
                                <a:latin typeface="Cambria Math" panose="02040503050406030204" pitchFamily="18" charset="0"/>
                              </a:rPr>
                              <m:t>𝑎</m:t>
                            </m:r>
                          </m:e>
                          <m:sub>
                            <m:r>
                              <a:rPr lang="en-BE" sz="2400" b="0" i="1" smtClean="0">
                                <a:latin typeface="Cambria Math" panose="02040503050406030204" pitchFamily="18" charset="0"/>
                              </a:rPr>
                              <m:t>3</m:t>
                            </m:r>
                          </m:sub>
                          <m:sup>
                            <m:r>
                              <a:rPr lang="en-GB" sz="2400" b="0" i="1" smtClean="0">
                                <a:latin typeface="Cambria Math" panose="02040503050406030204" pitchFamily="18" charset="0"/>
                              </a:rPr>
                              <m:t>1</m:t>
                            </m:r>
                          </m:sup>
                        </m:sSubSup>
                      </m:oMath>
                    </m:oMathPara>
                  </a14:m>
                  <a:endParaRPr lang="en-GB" sz="2400" b="0"/>
                </a:p>
              </p:txBody>
            </p:sp>
          </mc:Choice>
          <mc:Fallback xmlns="">
            <p:sp>
              <p:nvSpPr>
                <p:cNvPr id="46" name="TextBox 45">
                  <a:extLst>
                    <a:ext uri="{FF2B5EF4-FFF2-40B4-BE49-F238E27FC236}">
                      <a16:creationId xmlns:a16="http://schemas.microsoft.com/office/drawing/2014/main" id="{5DC289F7-8EFF-AAFB-FA06-6237D0AA3104}"/>
                    </a:ext>
                  </a:extLst>
                </p:cNvPr>
                <p:cNvSpPr txBox="1">
                  <a:spLocks noRot="1" noChangeAspect="1" noMove="1" noResize="1" noEditPoints="1" noAdjustHandles="1" noChangeArrowheads="1" noChangeShapeType="1" noTextEdit="1"/>
                </p:cNvSpPr>
                <p:nvPr/>
              </p:nvSpPr>
              <p:spPr>
                <a:xfrm>
                  <a:off x="5225506" y="4683323"/>
                  <a:ext cx="526264" cy="373564"/>
                </a:xfrm>
                <a:prstGeom prst="rect">
                  <a:avLst/>
                </a:prstGeom>
                <a:blipFill>
                  <a:blip r:embed="rId11"/>
                  <a:stretch>
                    <a:fillRect t="-22581" r="-29885" b="-48387"/>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D86AE20D-1E47-06C1-5872-526F40FAA6F1}"/>
                </a:ext>
              </a:extLst>
            </p:cNvPr>
            <p:cNvSpPr/>
            <p:nvPr/>
          </p:nvSpPr>
          <p:spPr>
            <a:xfrm>
              <a:off x="5200019" y="2000577"/>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7299DB2-5835-68D4-5828-FE387B58F4AD}"/>
                    </a:ext>
                  </a:extLst>
                </p:cNvPr>
                <p:cNvSpPr txBox="1"/>
                <p:nvPr/>
              </p:nvSpPr>
              <p:spPr>
                <a:xfrm>
                  <a:off x="5248930" y="2134684"/>
                  <a:ext cx="526264" cy="372859"/>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latin typeface="Cambria Math" panose="02040503050406030204" pitchFamily="18" charset="0"/>
                              </a:rPr>
                            </m:ctrlPr>
                          </m:sSubSupPr>
                          <m:e>
                            <m:r>
                              <a:rPr lang="en-GB" sz="2400" b="0" i="1" smtClean="0">
                                <a:latin typeface="Cambria Math" panose="02040503050406030204" pitchFamily="18" charset="0"/>
                              </a:rPr>
                              <m:t>𝑎</m:t>
                            </m:r>
                          </m:e>
                          <m:sub>
                            <m:r>
                              <a:rPr lang="en-BE" sz="2400" b="0" i="1" smtClean="0">
                                <a:latin typeface="Cambria Math" panose="02040503050406030204" pitchFamily="18" charset="0"/>
                              </a:rPr>
                              <m:t>0</m:t>
                            </m:r>
                          </m:sub>
                          <m:sup>
                            <m:r>
                              <a:rPr lang="en-GB" sz="2400" b="0" i="1" smtClean="0">
                                <a:latin typeface="Cambria Math" panose="02040503050406030204" pitchFamily="18" charset="0"/>
                              </a:rPr>
                              <m:t>1</m:t>
                            </m:r>
                          </m:sup>
                        </m:sSubSup>
                      </m:oMath>
                    </m:oMathPara>
                  </a14:m>
                  <a:endParaRPr lang="en-GB" sz="2400" b="0"/>
                </a:p>
              </p:txBody>
            </p:sp>
          </mc:Choice>
          <mc:Fallback xmlns="">
            <p:sp>
              <p:nvSpPr>
                <p:cNvPr id="22" name="TextBox 21">
                  <a:extLst>
                    <a:ext uri="{FF2B5EF4-FFF2-40B4-BE49-F238E27FC236}">
                      <a16:creationId xmlns:a16="http://schemas.microsoft.com/office/drawing/2014/main" id="{57299DB2-5835-68D4-5828-FE387B58F4AD}"/>
                    </a:ext>
                  </a:extLst>
                </p:cNvPr>
                <p:cNvSpPr txBox="1">
                  <a:spLocks noRot="1" noChangeAspect="1" noMove="1" noResize="1" noEditPoints="1" noAdjustHandles="1" noChangeArrowheads="1" noChangeShapeType="1" noTextEdit="1"/>
                </p:cNvSpPr>
                <p:nvPr/>
              </p:nvSpPr>
              <p:spPr>
                <a:xfrm>
                  <a:off x="5248930" y="2134684"/>
                  <a:ext cx="526264" cy="372859"/>
                </a:xfrm>
                <a:prstGeom prst="rect">
                  <a:avLst/>
                </a:prstGeom>
                <a:blipFill>
                  <a:blip r:embed="rId12"/>
                  <a:stretch>
                    <a:fillRect t="-22951" r="-31395" b="-50820"/>
                  </a:stretch>
                </a:blipFill>
              </p:spPr>
              <p:txBody>
                <a:bodyPr/>
                <a:lstStyle/>
                <a:p>
                  <a:r>
                    <a:rPr lang="en-US">
                      <a:noFill/>
                    </a:rPr>
                    <a:t> </a:t>
                  </a:r>
                </a:p>
              </p:txBody>
            </p:sp>
          </mc:Fallback>
        </mc:AlternateContent>
      </p:grpSp>
      <p:sp>
        <p:nvSpPr>
          <p:cNvPr id="50" name="TextBox 49">
            <a:extLst>
              <a:ext uri="{FF2B5EF4-FFF2-40B4-BE49-F238E27FC236}">
                <a16:creationId xmlns:a16="http://schemas.microsoft.com/office/drawing/2014/main" id="{A8E9595E-6BA4-3D37-9CAE-EB233C058031}"/>
              </a:ext>
            </a:extLst>
          </p:cNvPr>
          <p:cNvSpPr txBox="1"/>
          <p:nvPr/>
        </p:nvSpPr>
        <p:spPr>
          <a:xfrm>
            <a:off x="1848678" y="5797823"/>
            <a:ext cx="2017508" cy="369332"/>
          </a:xfrm>
          <a:prstGeom prst="rect">
            <a:avLst/>
          </a:prstGeom>
          <a:noFill/>
        </p:spPr>
        <p:txBody>
          <a:bodyPr wrap="square" rtlCol="0">
            <a:spAutoFit/>
          </a:bodyPr>
          <a:lstStyle/>
          <a:p>
            <a:pPr algn="ctr"/>
            <a:r>
              <a:rPr lang="en-US" i="1"/>
              <a:t>features</a:t>
            </a:r>
            <a:endParaRPr lang="en-BE" i="1"/>
          </a:p>
        </p:txBody>
      </p:sp>
      <p:sp>
        <p:nvSpPr>
          <p:cNvPr id="51" name="TextBox 50">
            <a:extLst>
              <a:ext uri="{FF2B5EF4-FFF2-40B4-BE49-F238E27FC236}">
                <a16:creationId xmlns:a16="http://schemas.microsoft.com/office/drawing/2014/main" id="{1EE0D6F5-7443-A358-2935-8BBE5B423ABE}"/>
              </a:ext>
            </a:extLst>
          </p:cNvPr>
          <p:cNvSpPr txBox="1"/>
          <p:nvPr/>
        </p:nvSpPr>
        <p:spPr>
          <a:xfrm>
            <a:off x="4486810" y="5797383"/>
            <a:ext cx="2017508" cy="369332"/>
          </a:xfrm>
          <a:prstGeom prst="rect">
            <a:avLst/>
          </a:prstGeom>
          <a:noFill/>
        </p:spPr>
        <p:txBody>
          <a:bodyPr wrap="square" rtlCol="0">
            <a:spAutoFit/>
          </a:bodyPr>
          <a:lstStyle/>
          <a:p>
            <a:pPr algn="ctr"/>
            <a:r>
              <a:rPr lang="en-US" i="1"/>
              <a:t>hidden layer(s)</a:t>
            </a:r>
            <a:endParaRPr lang="en-BE" i="1"/>
          </a:p>
        </p:txBody>
      </p:sp>
      <p:sp>
        <p:nvSpPr>
          <p:cNvPr id="52" name="TextBox 51">
            <a:extLst>
              <a:ext uri="{FF2B5EF4-FFF2-40B4-BE49-F238E27FC236}">
                <a16:creationId xmlns:a16="http://schemas.microsoft.com/office/drawing/2014/main" id="{C0841212-222F-C6D8-E3AA-8E824CD043E0}"/>
              </a:ext>
            </a:extLst>
          </p:cNvPr>
          <p:cNvSpPr txBox="1"/>
          <p:nvPr/>
        </p:nvSpPr>
        <p:spPr>
          <a:xfrm>
            <a:off x="7075251" y="5797383"/>
            <a:ext cx="2017508" cy="369332"/>
          </a:xfrm>
          <a:prstGeom prst="rect">
            <a:avLst/>
          </a:prstGeom>
          <a:noFill/>
        </p:spPr>
        <p:txBody>
          <a:bodyPr wrap="square" rtlCol="0">
            <a:spAutoFit/>
          </a:bodyPr>
          <a:lstStyle/>
          <a:p>
            <a:pPr algn="ctr"/>
            <a:r>
              <a:rPr lang="en-US" i="1"/>
              <a:t>output layer</a:t>
            </a:r>
            <a:endParaRPr lang="en-BE" i="1"/>
          </a:p>
        </p:txBody>
      </p:sp>
      <p:sp>
        <p:nvSpPr>
          <p:cNvPr id="65" name="Title 64">
            <a:extLst>
              <a:ext uri="{FF2B5EF4-FFF2-40B4-BE49-F238E27FC236}">
                <a16:creationId xmlns:a16="http://schemas.microsoft.com/office/drawing/2014/main" id="{77D97064-A071-1C50-1775-35F09D99D2B6}"/>
              </a:ext>
            </a:extLst>
          </p:cNvPr>
          <p:cNvSpPr>
            <a:spLocks noGrp="1"/>
          </p:cNvSpPr>
          <p:nvPr>
            <p:ph type="title"/>
          </p:nvPr>
        </p:nvSpPr>
        <p:spPr/>
        <p:txBody>
          <a:bodyPr/>
          <a:lstStyle/>
          <a:p>
            <a:r>
              <a:rPr lang="en-GB" b="1" dirty="0">
                <a:latin typeface="Corbel" panose="020B0503020204020204" pitchFamily="34" charset="0"/>
              </a:rPr>
              <a:t>A neural network is simply a layered stack of regression models</a:t>
            </a:r>
            <a:endParaRPr lang="en-BE" b="1" dirty="0">
              <a:latin typeface="Corbel" panose="020B0503020204020204" pitchFamily="34" charset="0"/>
            </a:endParaRPr>
          </a:p>
        </p:txBody>
      </p:sp>
      <p:sp>
        <p:nvSpPr>
          <p:cNvPr id="66" name="Content Placeholder 65">
            <a:extLst>
              <a:ext uri="{FF2B5EF4-FFF2-40B4-BE49-F238E27FC236}">
                <a16:creationId xmlns:a16="http://schemas.microsoft.com/office/drawing/2014/main" id="{1A4D920E-3923-35BB-B8E1-94A2E281EC3A}"/>
              </a:ext>
            </a:extLst>
          </p:cNvPr>
          <p:cNvSpPr>
            <a:spLocks noGrp="1"/>
          </p:cNvSpPr>
          <p:nvPr>
            <p:ph idx="1"/>
          </p:nvPr>
        </p:nvSpPr>
        <p:spPr/>
        <p:txBody>
          <a:bodyPr/>
          <a:lstStyle/>
          <a:p>
            <a:pPr marL="0" indent="0">
              <a:buNone/>
            </a:pPr>
            <a:r>
              <a:rPr lang="en-US" dirty="0"/>
              <a:t>The features for each node (a regression model) are the output from the nodes in the previous layer</a:t>
            </a:r>
            <a:endParaRPr lang="en-BE" dirty="0"/>
          </a:p>
        </p:txBody>
      </p:sp>
      <p:sp>
        <p:nvSpPr>
          <p:cNvPr id="42" name="Slide Number Placeholder 3">
            <a:extLst>
              <a:ext uri="{FF2B5EF4-FFF2-40B4-BE49-F238E27FC236}">
                <a16:creationId xmlns:a16="http://schemas.microsoft.com/office/drawing/2014/main" id="{F680C8EB-49C6-131D-953C-A09DD3DDBC12}"/>
              </a:ext>
            </a:extLst>
          </p:cNvPr>
          <p:cNvSpPr>
            <a:spLocks noGrp="1"/>
          </p:cNvSpPr>
          <p:nvPr>
            <p:ph type="sldNum" sz="quarter" idx="12"/>
          </p:nvPr>
        </p:nvSpPr>
        <p:spPr>
          <a:xfrm>
            <a:off x="10684933" y="6459767"/>
            <a:ext cx="1073434" cy="261708"/>
          </a:xfrm>
        </p:spPr>
        <p:txBody>
          <a:bodyPr/>
          <a:lstStyle/>
          <a:p>
            <a:fld id="{94B3E216-A3C5-4E41-AE94-D003E76F1D3A}" type="slidenum">
              <a:rPr lang="en-US" smtClean="0"/>
              <a:pPr/>
              <a:t>5</a:t>
            </a:fld>
            <a:endParaRPr lang="en-US"/>
          </a:p>
        </p:txBody>
      </p:sp>
    </p:spTree>
    <p:extLst>
      <p:ext uri="{BB962C8B-B14F-4D97-AF65-F5344CB8AC3E}">
        <p14:creationId xmlns:p14="http://schemas.microsoft.com/office/powerpoint/2010/main" val="36849699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3D4F2-241E-E8A5-B31B-2383B1D5BCEC}"/>
            </a:ext>
          </a:extLst>
        </p:cNvPr>
        <p:cNvGrpSpPr/>
        <p:nvPr/>
      </p:nvGrpSpPr>
      <p:grpSpPr>
        <a:xfrm>
          <a:off x="0" y="0"/>
          <a:ext cx="0" cy="0"/>
          <a:chOff x="0" y="0"/>
          <a:chExt cx="0" cy="0"/>
        </a:xfrm>
      </p:grpSpPr>
      <p:sp>
        <p:nvSpPr>
          <p:cNvPr id="43" name="Title 42">
            <a:extLst>
              <a:ext uri="{FF2B5EF4-FFF2-40B4-BE49-F238E27FC236}">
                <a16:creationId xmlns:a16="http://schemas.microsoft.com/office/drawing/2014/main" id="{F6EF28BD-E8BA-2476-60B8-CDDE3F47C7D0}"/>
              </a:ext>
            </a:extLst>
          </p:cNvPr>
          <p:cNvSpPr>
            <a:spLocks noGrp="1"/>
          </p:cNvSpPr>
          <p:nvPr>
            <p:ph type="title"/>
          </p:nvPr>
        </p:nvSpPr>
        <p:spPr>
          <a:xfrm>
            <a:off x="453511" y="365125"/>
            <a:ext cx="11324734" cy="418128"/>
          </a:xfrm>
        </p:spPr>
        <p:txBody>
          <a:bodyPr/>
          <a:lstStyle/>
          <a:p>
            <a:r>
              <a:rPr lang="en-GB" b="1" dirty="0">
                <a:latin typeface="Corbel" panose="020B0503020204020204" pitchFamily="34" charset="0"/>
              </a:rPr>
              <a:t>A neural network is simply layered stacks of logistic regressions</a:t>
            </a:r>
            <a:endParaRPr lang="en-BE" b="1" i="1" dirty="0">
              <a:latin typeface="Corbel" panose="020B0503020204020204" pitchFamily="34" charset="0"/>
            </a:endParaRPr>
          </a:p>
        </p:txBody>
      </p:sp>
      <p:pic>
        <p:nvPicPr>
          <p:cNvPr id="3" name="Picture 2">
            <a:hlinkClick r:id="rId3"/>
            <a:extLst>
              <a:ext uri="{FF2B5EF4-FFF2-40B4-BE49-F238E27FC236}">
                <a16:creationId xmlns:a16="http://schemas.microsoft.com/office/drawing/2014/main" id="{4D1A05E5-FB35-5282-B369-3EFA6A826004}"/>
              </a:ext>
            </a:extLst>
          </p:cNvPr>
          <p:cNvPicPr>
            <a:picLocks noChangeAspect="1"/>
          </p:cNvPicPr>
          <p:nvPr/>
        </p:nvPicPr>
        <p:blipFill>
          <a:blip r:embed="rId4"/>
          <a:stretch>
            <a:fillRect/>
          </a:stretch>
        </p:blipFill>
        <p:spPr>
          <a:xfrm>
            <a:off x="2246243" y="1357694"/>
            <a:ext cx="7699514" cy="4950996"/>
          </a:xfrm>
          <a:prstGeom prst="rect">
            <a:avLst/>
          </a:prstGeom>
        </p:spPr>
      </p:pic>
      <p:sp>
        <p:nvSpPr>
          <p:cNvPr id="4" name="Footer Placeholder 2">
            <a:extLst>
              <a:ext uri="{FF2B5EF4-FFF2-40B4-BE49-F238E27FC236}">
                <a16:creationId xmlns:a16="http://schemas.microsoft.com/office/drawing/2014/main" id="{8DAD57D3-E45A-2CBB-24B0-11F7074132FF}"/>
              </a:ext>
            </a:extLst>
          </p:cNvPr>
          <p:cNvSpPr>
            <a:spLocks noGrp="1"/>
          </p:cNvSpPr>
          <p:nvPr>
            <p:ph type="ftr" sz="quarter" idx="11"/>
          </p:nvPr>
        </p:nvSpPr>
        <p:spPr>
          <a:xfrm>
            <a:off x="433633" y="6459767"/>
            <a:ext cx="10138411" cy="261708"/>
          </a:xfrm>
        </p:spPr>
        <p:txBody>
          <a:bodyPr/>
          <a:lstStyle/>
          <a:p>
            <a:r>
              <a:rPr lang="en-US"/>
              <a:t>https://playground.tensorflow.org</a:t>
            </a:r>
          </a:p>
        </p:txBody>
      </p:sp>
      <p:sp>
        <p:nvSpPr>
          <p:cNvPr id="5" name="Slide Number Placeholder 3">
            <a:extLst>
              <a:ext uri="{FF2B5EF4-FFF2-40B4-BE49-F238E27FC236}">
                <a16:creationId xmlns:a16="http://schemas.microsoft.com/office/drawing/2014/main" id="{C7FBE7B7-C201-A268-2F3D-2893595235DD}"/>
              </a:ext>
            </a:extLst>
          </p:cNvPr>
          <p:cNvSpPr>
            <a:spLocks noGrp="1"/>
          </p:cNvSpPr>
          <p:nvPr>
            <p:ph type="sldNum" sz="quarter" idx="12"/>
          </p:nvPr>
        </p:nvSpPr>
        <p:spPr>
          <a:xfrm>
            <a:off x="10684933" y="6459767"/>
            <a:ext cx="1073434" cy="261708"/>
          </a:xfrm>
        </p:spPr>
        <p:txBody>
          <a:bodyPr/>
          <a:lstStyle/>
          <a:p>
            <a:fld id="{94B3E216-A3C5-4E41-AE94-D003E76F1D3A}" type="slidenum">
              <a:rPr lang="en-US" smtClean="0"/>
              <a:pPr/>
              <a:t>6</a:t>
            </a:fld>
            <a:endParaRPr lang="en-US"/>
          </a:p>
        </p:txBody>
      </p:sp>
    </p:spTree>
    <p:extLst>
      <p:ext uri="{BB962C8B-B14F-4D97-AF65-F5344CB8AC3E}">
        <p14:creationId xmlns:p14="http://schemas.microsoft.com/office/powerpoint/2010/main" val="20083251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454984B3-ADC9-2237-4EFD-93955A545128}"/>
              </a:ext>
            </a:extLst>
          </p:cNvPr>
          <p:cNvSpPr/>
          <p:nvPr/>
        </p:nvSpPr>
        <p:spPr>
          <a:xfrm>
            <a:off x="1050664" y="1819774"/>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16" name="Oval 15">
            <a:extLst>
              <a:ext uri="{FF2B5EF4-FFF2-40B4-BE49-F238E27FC236}">
                <a16:creationId xmlns:a16="http://schemas.microsoft.com/office/drawing/2014/main" id="{27EA0360-5424-63F1-64EB-14ECBB857A65}"/>
              </a:ext>
            </a:extLst>
          </p:cNvPr>
          <p:cNvSpPr/>
          <p:nvPr/>
        </p:nvSpPr>
        <p:spPr>
          <a:xfrm>
            <a:off x="1062117" y="2677864"/>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17" name="Oval 16">
            <a:extLst>
              <a:ext uri="{FF2B5EF4-FFF2-40B4-BE49-F238E27FC236}">
                <a16:creationId xmlns:a16="http://schemas.microsoft.com/office/drawing/2014/main" id="{1A667574-26DF-B73B-A17C-7C011E451A7C}"/>
              </a:ext>
            </a:extLst>
          </p:cNvPr>
          <p:cNvSpPr/>
          <p:nvPr/>
        </p:nvSpPr>
        <p:spPr>
          <a:xfrm>
            <a:off x="1062117" y="3530988"/>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18" name="Oval 17">
            <a:extLst>
              <a:ext uri="{FF2B5EF4-FFF2-40B4-BE49-F238E27FC236}">
                <a16:creationId xmlns:a16="http://schemas.microsoft.com/office/drawing/2014/main" id="{EE887998-1D96-CCE4-3883-42CF361A6F94}"/>
              </a:ext>
            </a:extLst>
          </p:cNvPr>
          <p:cNvSpPr/>
          <p:nvPr/>
        </p:nvSpPr>
        <p:spPr>
          <a:xfrm>
            <a:off x="1050664" y="4384112"/>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cxnSp>
        <p:nvCxnSpPr>
          <p:cNvPr id="23" name="Straight Arrow Connector 22">
            <a:extLst>
              <a:ext uri="{FF2B5EF4-FFF2-40B4-BE49-F238E27FC236}">
                <a16:creationId xmlns:a16="http://schemas.microsoft.com/office/drawing/2014/main" id="{73376E35-B4B7-249C-43A2-15D53F7F9832}"/>
              </a:ext>
            </a:extLst>
          </p:cNvPr>
          <p:cNvCxnSpPr>
            <a:stCxn id="14" idx="6"/>
            <a:endCxn id="9" idx="2"/>
          </p:cNvCxnSpPr>
          <p:nvPr/>
        </p:nvCxnSpPr>
        <p:spPr>
          <a:xfrm>
            <a:off x="1700630" y="2144757"/>
            <a:ext cx="2017508" cy="85809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6BB5693-6CDF-621A-6A0F-656DFCF751CE}"/>
              </a:ext>
            </a:extLst>
          </p:cNvPr>
          <p:cNvCxnSpPr>
            <a:stCxn id="14" idx="6"/>
            <a:endCxn id="12" idx="2"/>
          </p:cNvCxnSpPr>
          <p:nvPr/>
        </p:nvCxnSpPr>
        <p:spPr>
          <a:xfrm>
            <a:off x="1700630" y="2144757"/>
            <a:ext cx="2017508" cy="171121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BA704F4-1C13-9BE9-44B4-F6F921F27C1F}"/>
              </a:ext>
            </a:extLst>
          </p:cNvPr>
          <p:cNvCxnSpPr>
            <a:stCxn id="14" idx="6"/>
            <a:endCxn id="13" idx="2"/>
          </p:cNvCxnSpPr>
          <p:nvPr/>
        </p:nvCxnSpPr>
        <p:spPr>
          <a:xfrm>
            <a:off x="1700630" y="2144757"/>
            <a:ext cx="2006055" cy="2564338"/>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F251449F-4D56-1F11-6E47-01471CD2CAA9}"/>
              </a:ext>
            </a:extLst>
          </p:cNvPr>
          <p:cNvCxnSpPr>
            <a:stCxn id="16" idx="6"/>
            <a:endCxn id="9" idx="2"/>
          </p:cNvCxnSpPr>
          <p:nvPr/>
        </p:nvCxnSpPr>
        <p:spPr>
          <a:xfrm>
            <a:off x="1712083" y="3002847"/>
            <a:ext cx="2006055"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F558CF0A-CAC6-CF3F-0939-D872D115D77F}"/>
              </a:ext>
            </a:extLst>
          </p:cNvPr>
          <p:cNvCxnSpPr>
            <a:stCxn id="16" idx="6"/>
            <a:endCxn id="12" idx="2"/>
          </p:cNvCxnSpPr>
          <p:nvPr/>
        </p:nvCxnSpPr>
        <p:spPr>
          <a:xfrm>
            <a:off x="1712083" y="3002847"/>
            <a:ext cx="2006055"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FD627221-A92A-A9A6-6805-65E3A96F1872}"/>
              </a:ext>
            </a:extLst>
          </p:cNvPr>
          <p:cNvCxnSpPr>
            <a:stCxn id="16" idx="6"/>
            <a:endCxn id="13" idx="2"/>
          </p:cNvCxnSpPr>
          <p:nvPr/>
        </p:nvCxnSpPr>
        <p:spPr>
          <a:xfrm>
            <a:off x="1712083" y="3002847"/>
            <a:ext cx="1994602" cy="1706248"/>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B74FF88-F14C-EFE1-C9A3-3A7594C334B9}"/>
              </a:ext>
            </a:extLst>
          </p:cNvPr>
          <p:cNvCxnSpPr>
            <a:stCxn id="17" idx="6"/>
            <a:endCxn id="9" idx="2"/>
          </p:cNvCxnSpPr>
          <p:nvPr/>
        </p:nvCxnSpPr>
        <p:spPr>
          <a:xfrm flipV="1">
            <a:off x="1712083" y="3002847"/>
            <a:ext cx="2006055"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62B715CC-2E18-0FDA-4FAC-C8FEA2B64897}"/>
              </a:ext>
            </a:extLst>
          </p:cNvPr>
          <p:cNvCxnSpPr>
            <a:stCxn id="17" idx="6"/>
            <a:endCxn id="12" idx="2"/>
          </p:cNvCxnSpPr>
          <p:nvPr/>
        </p:nvCxnSpPr>
        <p:spPr>
          <a:xfrm>
            <a:off x="1712083" y="3855971"/>
            <a:ext cx="2006055"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5296C71F-ECCA-78A3-0492-58852EBE1CB7}"/>
              </a:ext>
            </a:extLst>
          </p:cNvPr>
          <p:cNvCxnSpPr>
            <a:stCxn id="17" idx="6"/>
            <a:endCxn id="13" idx="2"/>
          </p:cNvCxnSpPr>
          <p:nvPr/>
        </p:nvCxnSpPr>
        <p:spPr>
          <a:xfrm>
            <a:off x="1712083" y="3855971"/>
            <a:ext cx="1994602"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4C045294-F9D8-BFE1-AB35-B04E80B7BEE9}"/>
              </a:ext>
            </a:extLst>
          </p:cNvPr>
          <p:cNvCxnSpPr>
            <a:stCxn id="18" idx="6"/>
            <a:endCxn id="9" idx="2"/>
          </p:cNvCxnSpPr>
          <p:nvPr/>
        </p:nvCxnSpPr>
        <p:spPr>
          <a:xfrm flipV="1">
            <a:off x="1700630" y="3002847"/>
            <a:ext cx="2017508" cy="1706248"/>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EF7FFD75-72EB-7370-0B17-F788309BA06C}"/>
              </a:ext>
            </a:extLst>
          </p:cNvPr>
          <p:cNvCxnSpPr>
            <a:stCxn id="18" idx="6"/>
            <a:endCxn id="12" idx="2"/>
          </p:cNvCxnSpPr>
          <p:nvPr/>
        </p:nvCxnSpPr>
        <p:spPr>
          <a:xfrm flipV="1">
            <a:off x="1700630" y="3855971"/>
            <a:ext cx="2017508"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0BD1AEC9-E6DA-469F-460B-3B36BEC2699A}"/>
              </a:ext>
            </a:extLst>
          </p:cNvPr>
          <p:cNvCxnSpPr>
            <a:stCxn id="18" idx="6"/>
            <a:endCxn id="13" idx="2"/>
          </p:cNvCxnSpPr>
          <p:nvPr/>
        </p:nvCxnSpPr>
        <p:spPr>
          <a:xfrm>
            <a:off x="1700630" y="4709095"/>
            <a:ext cx="2006055"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B8E9020-5802-0A83-2206-D42684EEAE78}"/>
                  </a:ext>
                </a:extLst>
              </p:cNvPr>
              <p:cNvSpPr txBox="1"/>
              <p:nvPr/>
            </p:nvSpPr>
            <p:spPr>
              <a:xfrm>
                <a:off x="1117042" y="1910513"/>
                <a:ext cx="599125" cy="369332"/>
              </a:xfrm>
              <a:prstGeom prst="rect">
                <a:avLst/>
              </a:prstGeom>
              <a:noFill/>
            </p:spPr>
            <p:txBody>
              <a:bodyPr wrap="squar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0</m:t>
                          </m:r>
                        </m:sub>
                      </m:sSub>
                    </m:oMath>
                  </m:oMathPara>
                </a14:m>
                <a:endParaRPr lang="en-GB" b="0"/>
              </a:p>
            </p:txBody>
          </p:sp>
        </mc:Choice>
        <mc:Fallback xmlns="">
          <p:sp>
            <p:nvSpPr>
              <p:cNvPr id="3" name="TextBox 2">
                <a:extLst>
                  <a:ext uri="{FF2B5EF4-FFF2-40B4-BE49-F238E27FC236}">
                    <a16:creationId xmlns:a16="http://schemas.microsoft.com/office/drawing/2014/main" id="{7B8E9020-5802-0A83-2206-D42684EEAE78}"/>
                  </a:ext>
                </a:extLst>
              </p:cNvPr>
              <p:cNvSpPr txBox="1">
                <a:spLocks noRot="1" noChangeAspect="1" noMove="1" noResize="1" noEditPoints="1" noAdjustHandles="1" noChangeArrowheads="1" noChangeShapeType="1" noTextEdit="1"/>
              </p:cNvSpPr>
              <p:nvPr/>
            </p:nvSpPr>
            <p:spPr>
              <a:xfrm>
                <a:off x="1117042" y="1910513"/>
                <a:ext cx="599125" cy="369332"/>
              </a:xfrm>
              <a:prstGeom prst="rect">
                <a:avLst/>
              </a:prstGeom>
              <a:blipFill>
                <a:blip r:embed="rId3"/>
                <a:stretch>
                  <a:fillRect t="-24590" r="-18182"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5922B71-CA4E-4F75-51B7-82976C9CA232}"/>
                  </a:ext>
                </a:extLst>
              </p:cNvPr>
              <p:cNvSpPr txBox="1"/>
              <p:nvPr/>
            </p:nvSpPr>
            <p:spPr>
              <a:xfrm>
                <a:off x="1117042" y="2778476"/>
                <a:ext cx="599125" cy="369332"/>
              </a:xfrm>
              <a:prstGeom prst="rect">
                <a:avLst/>
              </a:prstGeom>
              <a:noFill/>
            </p:spPr>
            <p:txBody>
              <a:bodyPr wrap="squar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1</m:t>
                          </m:r>
                        </m:sub>
                      </m:sSub>
                    </m:oMath>
                  </m:oMathPara>
                </a14:m>
                <a:endParaRPr lang="en-GB" b="0"/>
              </a:p>
            </p:txBody>
          </p:sp>
        </mc:Choice>
        <mc:Fallback xmlns="">
          <p:sp>
            <p:nvSpPr>
              <p:cNvPr id="5" name="TextBox 4">
                <a:extLst>
                  <a:ext uri="{FF2B5EF4-FFF2-40B4-BE49-F238E27FC236}">
                    <a16:creationId xmlns:a16="http://schemas.microsoft.com/office/drawing/2014/main" id="{F5922B71-CA4E-4F75-51B7-82976C9CA232}"/>
                  </a:ext>
                </a:extLst>
              </p:cNvPr>
              <p:cNvSpPr txBox="1">
                <a:spLocks noRot="1" noChangeAspect="1" noMove="1" noResize="1" noEditPoints="1" noAdjustHandles="1" noChangeArrowheads="1" noChangeShapeType="1" noTextEdit="1"/>
              </p:cNvSpPr>
              <p:nvPr/>
            </p:nvSpPr>
            <p:spPr>
              <a:xfrm>
                <a:off x="1117042" y="2778476"/>
                <a:ext cx="599125" cy="369332"/>
              </a:xfrm>
              <a:prstGeom prst="rect">
                <a:avLst/>
              </a:prstGeom>
              <a:blipFill>
                <a:blip r:embed="rId4"/>
                <a:stretch>
                  <a:fillRect t="-26667" r="-18182"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36FF873-4955-58AE-C5EE-FBD3FB0FB632}"/>
                  </a:ext>
                </a:extLst>
              </p:cNvPr>
              <p:cNvSpPr txBox="1"/>
              <p:nvPr/>
            </p:nvSpPr>
            <p:spPr>
              <a:xfrm>
                <a:off x="1132652" y="3636734"/>
                <a:ext cx="599125" cy="369332"/>
              </a:xfrm>
              <a:prstGeom prst="rect">
                <a:avLst/>
              </a:prstGeom>
              <a:noFill/>
            </p:spPr>
            <p:txBody>
              <a:bodyPr wrap="squar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2</m:t>
                          </m:r>
                        </m:sub>
                      </m:sSub>
                    </m:oMath>
                  </m:oMathPara>
                </a14:m>
                <a:endParaRPr lang="en-GB" b="0"/>
              </a:p>
            </p:txBody>
          </p:sp>
        </mc:Choice>
        <mc:Fallback xmlns="">
          <p:sp>
            <p:nvSpPr>
              <p:cNvPr id="6" name="TextBox 5">
                <a:extLst>
                  <a:ext uri="{FF2B5EF4-FFF2-40B4-BE49-F238E27FC236}">
                    <a16:creationId xmlns:a16="http://schemas.microsoft.com/office/drawing/2014/main" id="{036FF873-4955-58AE-C5EE-FBD3FB0FB632}"/>
                  </a:ext>
                </a:extLst>
              </p:cNvPr>
              <p:cNvSpPr txBox="1">
                <a:spLocks noRot="1" noChangeAspect="1" noMove="1" noResize="1" noEditPoints="1" noAdjustHandles="1" noChangeArrowheads="1" noChangeShapeType="1" noTextEdit="1"/>
              </p:cNvSpPr>
              <p:nvPr/>
            </p:nvSpPr>
            <p:spPr>
              <a:xfrm>
                <a:off x="1132652" y="3636734"/>
                <a:ext cx="599125" cy="369332"/>
              </a:xfrm>
              <a:prstGeom prst="rect">
                <a:avLst/>
              </a:prstGeom>
              <a:blipFill>
                <a:blip r:embed="rId5"/>
                <a:stretch>
                  <a:fillRect t="-26667" r="-18367"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80B42B6-7D3E-7F36-151B-2EC7636572A7}"/>
                  </a:ext>
                </a:extLst>
              </p:cNvPr>
              <p:cNvSpPr txBox="1"/>
              <p:nvPr/>
            </p:nvSpPr>
            <p:spPr>
              <a:xfrm>
                <a:off x="1121199" y="4480220"/>
                <a:ext cx="599125" cy="369332"/>
              </a:xfrm>
              <a:prstGeom prst="rect">
                <a:avLst/>
              </a:prstGeom>
              <a:noFill/>
            </p:spPr>
            <p:txBody>
              <a:bodyPr wrap="square" lIns="0" tIns="0" rIns="0" bIns="0"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3</m:t>
                          </m:r>
                        </m:sub>
                      </m:sSub>
                    </m:oMath>
                  </m:oMathPara>
                </a14:m>
                <a:endParaRPr lang="en-GB" b="0"/>
              </a:p>
            </p:txBody>
          </p:sp>
        </mc:Choice>
        <mc:Fallback xmlns="">
          <p:sp>
            <p:nvSpPr>
              <p:cNvPr id="8" name="TextBox 7">
                <a:extLst>
                  <a:ext uri="{FF2B5EF4-FFF2-40B4-BE49-F238E27FC236}">
                    <a16:creationId xmlns:a16="http://schemas.microsoft.com/office/drawing/2014/main" id="{F80B42B6-7D3E-7F36-151B-2EC7636572A7}"/>
                  </a:ext>
                </a:extLst>
              </p:cNvPr>
              <p:cNvSpPr txBox="1">
                <a:spLocks noRot="1" noChangeAspect="1" noMove="1" noResize="1" noEditPoints="1" noAdjustHandles="1" noChangeArrowheads="1" noChangeShapeType="1" noTextEdit="1"/>
              </p:cNvSpPr>
              <p:nvPr/>
            </p:nvSpPr>
            <p:spPr>
              <a:xfrm>
                <a:off x="1121199" y="4480220"/>
                <a:ext cx="599125" cy="369332"/>
              </a:xfrm>
              <a:prstGeom prst="rect">
                <a:avLst/>
              </a:prstGeom>
              <a:blipFill>
                <a:blip r:embed="rId6"/>
                <a:stretch>
                  <a:fillRect t="-26230" r="-18367" b="-47541"/>
                </a:stretch>
              </a:blipFill>
            </p:spPr>
            <p:txBody>
              <a:bodyPr/>
              <a:lstStyle/>
              <a:p>
                <a:r>
                  <a:rPr lang="en-US">
                    <a:noFill/>
                  </a:rPr>
                  <a:t> </a:t>
                </a:r>
              </a:p>
            </p:txBody>
          </p:sp>
        </mc:Fallback>
      </mc:AlternateContent>
      <p:grpSp>
        <p:nvGrpSpPr>
          <p:cNvPr id="72" name="Group 71">
            <a:extLst>
              <a:ext uri="{FF2B5EF4-FFF2-40B4-BE49-F238E27FC236}">
                <a16:creationId xmlns:a16="http://schemas.microsoft.com/office/drawing/2014/main" id="{53D549B8-EC0C-2B8D-B883-D6AC7CCF9413}"/>
              </a:ext>
            </a:extLst>
          </p:cNvPr>
          <p:cNvGrpSpPr/>
          <p:nvPr/>
        </p:nvGrpSpPr>
        <p:grpSpPr>
          <a:xfrm>
            <a:off x="9083721" y="3101943"/>
            <a:ext cx="2531221" cy="649966"/>
            <a:chOff x="9083721" y="2995257"/>
            <a:chExt cx="2531221" cy="649966"/>
          </a:xfrm>
        </p:grpSpPr>
        <p:cxnSp>
          <p:nvCxnSpPr>
            <p:cNvPr id="41" name="Straight Arrow Connector 40">
              <a:extLst>
                <a:ext uri="{FF2B5EF4-FFF2-40B4-BE49-F238E27FC236}">
                  <a16:creationId xmlns:a16="http://schemas.microsoft.com/office/drawing/2014/main" id="{DB3EFAEB-1B4A-F29D-C5E8-1125A3522EF9}"/>
                </a:ext>
              </a:extLst>
            </p:cNvPr>
            <p:cNvCxnSpPr>
              <a:stCxn id="36" idx="6"/>
            </p:cNvCxnSpPr>
            <p:nvPr/>
          </p:nvCxnSpPr>
          <p:spPr>
            <a:xfrm>
              <a:off x="9733687" y="3320240"/>
              <a:ext cx="791134" cy="0"/>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grpSp>
          <p:nvGrpSpPr>
            <p:cNvPr id="62" name="Group 61">
              <a:extLst>
                <a:ext uri="{FF2B5EF4-FFF2-40B4-BE49-F238E27FC236}">
                  <a16:creationId xmlns:a16="http://schemas.microsoft.com/office/drawing/2014/main" id="{0640D26C-12C9-7B7D-634E-997FD2188CD4}"/>
                </a:ext>
              </a:extLst>
            </p:cNvPr>
            <p:cNvGrpSpPr/>
            <p:nvPr/>
          </p:nvGrpSpPr>
          <p:grpSpPr>
            <a:xfrm>
              <a:off x="9083721" y="2995257"/>
              <a:ext cx="649966" cy="649966"/>
              <a:chOff x="9083721" y="2995257"/>
              <a:chExt cx="649966" cy="649966"/>
            </a:xfrm>
          </p:grpSpPr>
          <p:sp>
            <p:nvSpPr>
              <p:cNvPr id="36" name="Oval 35">
                <a:extLst>
                  <a:ext uri="{FF2B5EF4-FFF2-40B4-BE49-F238E27FC236}">
                    <a16:creationId xmlns:a16="http://schemas.microsoft.com/office/drawing/2014/main" id="{33B50ABA-1347-5656-21EB-655C9DE994EE}"/>
                  </a:ext>
                </a:extLst>
              </p:cNvPr>
              <p:cNvSpPr/>
              <p:nvPr/>
            </p:nvSpPr>
            <p:spPr>
              <a:xfrm>
                <a:off x="9083721" y="2995257"/>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5AD8E0D-D7AB-BF24-872B-314D70EEF0A1}"/>
                      </a:ext>
                    </a:extLst>
                  </p:cNvPr>
                  <p:cNvSpPr txBox="1"/>
                  <p:nvPr/>
                </p:nvSpPr>
                <p:spPr>
                  <a:xfrm>
                    <a:off x="9226162" y="3128408"/>
                    <a:ext cx="390555" cy="369332"/>
                  </a:xfrm>
                  <a:prstGeom prst="rect">
                    <a:avLst/>
                  </a:prstGeom>
                  <a:noFill/>
                </p:spPr>
                <p:txBody>
                  <a:bodyPr wrap="none" lIns="0" tIns="0" rIns="0" bIns="0" rtlCol="0">
                    <a:spAutoFit/>
                  </a:bodyPr>
                  <a:lstStyle/>
                  <a:p>
                    <a:pPr/>
                    <a14:m>
                      <m:oMathPara xmlns:m="http://schemas.openxmlformats.org/officeDocument/2006/math">
                        <m:oMath>
                          <m:sSup>
                            <m:sSupPr>
                              <m:ctrlPr>
                                <a:rPr lang="en-GB" sz="2400" b="0" i="1" smtClean="0">
                                  <a:latin typeface="Cambria Math" panose="02040503050406030204" pitchFamily="18" charset="0"/>
                                </a:rPr>
                              </m:ctrlPr>
                            </m:sSupPr>
                            <m:e>
                              <m:r>
                                <a:rPr lang="en-GB" sz="2400" b="0" i="1" smtClean="0">
                                  <a:latin typeface="Cambria Math" panose="02040503050406030204" pitchFamily="18" charset="0"/>
                                </a:rPr>
                                <m:t>𝑎</m:t>
                              </m:r>
                            </m:e>
                            <m:sup>
                              <m:r>
                                <a:rPr lang="en-GB" sz="2400" b="0" i="1" smtClean="0">
                                  <a:latin typeface="Cambria Math" panose="02040503050406030204" pitchFamily="18" charset="0"/>
                                </a:rPr>
                                <m:t>3</m:t>
                              </m:r>
                            </m:sup>
                          </m:sSup>
                        </m:oMath>
                      </m:oMathPara>
                    </a14:m>
                    <a:endParaRPr lang="en-GB" b="0"/>
                  </a:p>
                </p:txBody>
              </p:sp>
            </mc:Choice>
            <mc:Fallback xmlns="">
              <p:sp>
                <p:nvSpPr>
                  <p:cNvPr id="48" name="TextBox 47">
                    <a:extLst>
                      <a:ext uri="{FF2B5EF4-FFF2-40B4-BE49-F238E27FC236}">
                        <a16:creationId xmlns:a16="http://schemas.microsoft.com/office/drawing/2014/main" id="{95AD8E0D-D7AB-BF24-872B-314D70EEF0A1}"/>
                      </a:ext>
                    </a:extLst>
                  </p:cNvPr>
                  <p:cNvSpPr txBox="1">
                    <a:spLocks noRot="1" noChangeAspect="1" noMove="1" noResize="1" noEditPoints="1" noAdjustHandles="1" noChangeArrowheads="1" noChangeShapeType="1" noTextEdit="1"/>
                  </p:cNvSpPr>
                  <p:nvPr/>
                </p:nvSpPr>
                <p:spPr>
                  <a:xfrm>
                    <a:off x="9226162" y="3128408"/>
                    <a:ext cx="390555" cy="369332"/>
                  </a:xfrm>
                  <a:prstGeom prst="rect">
                    <a:avLst/>
                  </a:prstGeom>
                  <a:blipFill>
                    <a:blip r:embed="rId7"/>
                    <a:stretch>
                      <a:fillRect l="-9231" t="-26667" r="-56923" b="-5000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59B0572-5956-5D4A-BDB3-EE880A283757}"/>
                    </a:ext>
                  </a:extLst>
                </p:cNvPr>
                <p:cNvSpPr txBox="1"/>
                <p:nvPr/>
              </p:nvSpPr>
              <p:spPr>
                <a:xfrm>
                  <a:off x="10641790" y="3101003"/>
                  <a:ext cx="973152" cy="369332"/>
                </a:xfrm>
                <a:prstGeom prst="rect">
                  <a:avLst/>
                </a:prstGeom>
                <a:noFill/>
              </p:spPr>
              <p:txBody>
                <a:bodyPr wrap="none" lIns="0" tIns="0" rIns="0" bIns="0" rtlCol="0">
                  <a:spAutoFit/>
                </a:bodyPr>
                <a:lstStyle/>
                <a:p>
                  <a:pPr/>
                  <a14:m>
                    <m:oMathPara xmlns:m="http://schemas.openxmlformats.org/officeDocument/2006/math">
                      <m:oMath>
                        <m:r>
                          <a:rPr lang="en-GB" sz="2400" b="0" i="1" smtClean="0">
                            <a:latin typeface="Cambria Math" panose="02040503050406030204" pitchFamily="18" charset="0"/>
                          </a:rPr>
                          <m:t>𝑓</m:t>
                        </m:r>
                        <m:r>
                          <a:rPr lang="en-GB" sz="2400" b="0" i="1" smtClean="0">
                            <a:latin typeface="Cambria Math" panose="02040503050406030204" pitchFamily="18" charset="0"/>
                          </a:rPr>
                          <m:t>(</m:t>
                        </m:r>
                        <m:r>
                          <a:rPr lang="en-GB" sz="2400" b="0" i="1" smtClean="0">
                            <a:latin typeface="Cambria Math" panose="02040503050406030204" pitchFamily="18" charset="0"/>
                          </a:rPr>
                          <m:t>𝑥</m:t>
                        </m:r>
                        <m:r>
                          <a:rPr lang="en-GB" sz="2400" b="0" i="1" smtClean="0">
                            <a:latin typeface="Cambria Math" panose="02040503050406030204" pitchFamily="18" charset="0"/>
                          </a:rPr>
                          <m:t>,</m:t>
                        </m:r>
                        <m:r>
                          <a:rPr lang="en-GB" sz="2400" b="0" i="1" smtClean="0">
                            <a:latin typeface="Cambria Math" panose="02040503050406030204" pitchFamily="18" charset="0"/>
                          </a:rPr>
                          <m:t>𝜃</m:t>
                        </m:r>
                        <m:r>
                          <a:rPr lang="en-GB" sz="2400" b="0" i="1" smtClean="0">
                            <a:latin typeface="Cambria Math" panose="02040503050406030204" pitchFamily="18" charset="0"/>
                          </a:rPr>
                          <m:t>)</m:t>
                        </m:r>
                      </m:oMath>
                    </m:oMathPara>
                  </a14:m>
                  <a:endParaRPr lang="LID4096" sz="2400"/>
                </a:p>
              </p:txBody>
            </p:sp>
          </mc:Choice>
          <mc:Fallback xmlns="">
            <p:sp>
              <p:nvSpPr>
                <p:cNvPr id="49" name="TextBox 48">
                  <a:extLst>
                    <a:ext uri="{FF2B5EF4-FFF2-40B4-BE49-F238E27FC236}">
                      <a16:creationId xmlns:a16="http://schemas.microsoft.com/office/drawing/2014/main" id="{959B0572-5956-5D4A-BDB3-EE880A283757}"/>
                    </a:ext>
                  </a:extLst>
                </p:cNvPr>
                <p:cNvSpPr txBox="1">
                  <a:spLocks noRot="1" noChangeAspect="1" noMove="1" noResize="1" noEditPoints="1" noAdjustHandles="1" noChangeArrowheads="1" noChangeShapeType="1" noTextEdit="1"/>
                </p:cNvSpPr>
                <p:nvPr/>
              </p:nvSpPr>
              <p:spPr>
                <a:xfrm>
                  <a:off x="10641790" y="3101003"/>
                  <a:ext cx="973152" cy="369332"/>
                </a:xfrm>
                <a:prstGeom prst="rect">
                  <a:avLst/>
                </a:prstGeom>
                <a:blipFill>
                  <a:blip r:embed="rId8"/>
                  <a:stretch>
                    <a:fillRect l="-11321" t="-24590" r="-23270" b="-49180"/>
                  </a:stretch>
                </a:blipFill>
              </p:spPr>
              <p:txBody>
                <a:bodyPr/>
                <a:lstStyle/>
                <a:p>
                  <a:r>
                    <a:rPr lang="en-US">
                      <a:noFill/>
                    </a:rPr>
                    <a:t> </a:t>
                  </a:r>
                </a:p>
              </p:txBody>
            </p:sp>
          </mc:Fallback>
        </mc:AlternateContent>
      </p:grpSp>
      <p:sp>
        <p:nvSpPr>
          <p:cNvPr id="2" name="TextBox 1">
            <a:extLst>
              <a:ext uri="{FF2B5EF4-FFF2-40B4-BE49-F238E27FC236}">
                <a16:creationId xmlns:a16="http://schemas.microsoft.com/office/drawing/2014/main" id="{AF4EFB97-AD72-C5F0-5143-74086727BC0D}"/>
              </a:ext>
            </a:extLst>
          </p:cNvPr>
          <p:cNvSpPr txBox="1"/>
          <p:nvPr/>
        </p:nvSpPr>
        <p:spPr>
          <a:xfrm>
            <a:off x="3853721" y="5078971"/>
            <a:ext cx="911525" cy="369332"/>
          </a:xfrm>
          <a:prstGeom prst="rect">
            <a:avLst/>
          </a:prstGeom>
          <a:noFill/>
        </p:spPr>
        <p:txBody>
          <a:bodyPr wrap="square" rtlCol="0">
            <a:spAutoFit/>
          </a:bodyPr>
          <a:lstStyle/>
          <a:p>
            <a:r>
              <a:rPr lang="en-GB"/>
              <a:t>…</a:t>
            </a:r>
            <a:endParaRPr lang="LID4096"/>
          </a:p>
        </p:txBody>
      </p:sp>
      <p:grpSp>
        <p:nvGrpSpPr>
          <p:cNvPr id="60" name="Group 59">
            <a:extLst>
              <a:ext uri="{FF2B5EF4-FFF2-40B4-BE49-F238E27FC236}">
                <a16:creationId xmlns:a16="http://schemas.microsoft.com/office/drawing/2014/main" id="{23A2AFE4-1CF7-51BD-FF02-8F059D356498}"/>
              </a:ext>
            </a:extLst>
          </p:cNvPr>
          <p:cNvGrpSpPr/>
          <p:nvPr/>
        </p:nvGrpSpPr>
        <p:grpSpPr>
          <a:xfrm>
            <a:off x="6363311" y="2248819"/>
            <a:ext cx="661419" cy="2356214"/>
            <a:chOff x="6363311" y="2677864"/>
            <a:chExt cx="661419" cy="2356214"/>
          </a:xfrm>
        </p:grpSpPr>
        <p:sp>
          <p:nvSpPr>
            <p:cNvPr id="53" name="Oval 52">
              <a:extLst>
                <a:ext uri="{FF2B5EF4-FFF2-40B4-BE49-F238E27FC236}">
                  <a16:creationId xmlns:a16="http://schemas.microsoft.com/office/drawing/2014/main" id="{E1F1C12A-A309-CA3B-EE82-D534A382B462}"/>
                </a:ext>
              </a:extLst>
            </p:cNvPr>
            <p:cNvSpPr/>
            <p:nvPr/>
          </p:nvSpPr>
          <p:spPr>
            <a:xfrm>
              <a:off x="6374764" y="2677864"/>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54" name="Oval 53">
              <a:extLst>
                <a:ext uri="{FF2B5EF4-FFF2-40B4-BE49-F238E27FC236}">
                  <a16:creationId xmlns:a16="http://schemas.microsoft.com/office/drawing/2014/main" id="{9E4180CF-B55D-B7D7-2DF9-609DA35D7343}"/>
                </a:ext>
              </a:extLst>
            </p:cNvPr>
            <p:cNvSpPr/>
            <p:nvPr/>
          </p:nvSpPr>
          <p:spPr>
            <a:xfrm>
              <a:off x="6374764" y="3530988"/>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55" name="Oval 54">
              <a:extLst>
                <a:ext uri="{FF2B5EF4-FFF2-40B4-BE49-F238E27FC236}">
                  <a16:creationId xmlns:a16="http://schemas.microsoft.com/office/drawing/2014/main" id="{8CF17501-0BFE-76C3-6955-53FA12BAABAA}"/>
                </a:ext>
              </a:extLst>
            </p:cNvPr>
            <p:cNvSpPr/>
            <p:nvPr/>
          </p:nvSpPr>
          <p:spPr>
            <a:xfrm>
              <a:off x="6363311" y="4384112"/>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E2B6B3C-D673-8FE1-CC1F-481BF02FFB90}"/>
                    </a:ext>
                  </a:extLst>
                </p:cNvPr>
                <p:cNvSpPr txBox="1"/>
                <p:nvPr/>
              </p:nvSpPr>
              <p:spPr>
                <a:xfrm>
                  <a:off x="6423675" y="2811971"/>
                  <a:ext cx="526264" cy="373628"/>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latin typeface="Cambria Math" panose="02040503050406030204" pitchFamily="18" charset="0"/>
                              </a:rPr>
                            </m:ctrlPr>
                          </m:sSubSupPr>
                          <m:e>
                            <m:r>
                              <a:rPr lang="en-GB" sz="2400" b="0" i="1" smtClean="0">
                                <a:latin typeface="Cambria Math" panose="02040503050406030204" pitchFamily="18" charset="0"/>
                              </a:rPr>
                              <m:t>𝑎</m:t>
                            </m:r>
                          </m:e>
                          <m:sub>
                            <m:r>
                              <a:rPr lang="en-GB" sz="2400" b="0" i="1" smtClean="0">
                                <a:latin typeface="Cambria Math" panose="02040503050406030204" pitchFamily="18" charset="0"/>
                              </a:rPr>
                              <m:t>1</m:t>
                            </m:r>
                          </m:sub>
                          <m:sup>
                            <m:r>
                              <a:rPr lang="en-GB" sz="2400" b="0" i="1" smtClean="0">
                                <a:latin typeface="Cambria Math" panose="02040503050406030204" pitchFamily="18" charset="0"/>
                              </a:rPr>
                              <m:t>2</m:t>
                            </m:r>
                          </m:sup>
                        </m:sSubSup>
                      </m:oMath>
                    </m:oMathPara>
                  </a14:m>
                  <a:endParaRPr lang="en-GB" sz="2400" b="0"/>
                </a:p>
              </p:txBody>
            </p:sp>
          </mc:Choice>
          <mc:Fallback xmlns="">
            <p:sp>
              <p:nvSpPr>
                <p:cNvPr id="57" name="TextBox 56">
                  <a:extLst>
                    <a:ext uri="{FF2B5EF4-FFF2-40B4-BE49-F238E27FC236}">
                      <a16:creationId xmlns:a16="http://schemas.microsoft.com/office/drawing/2014/main" id="{5E2B6B3C-D673-8FE1-CC1F-481BF02FFB90}"/>
                    </a:ext>
                  </a:extLst>
                </p:cNvPr>
                <p:cNvSpPr txBox="1">
                  <a:spLocks noRot="1" noChangeAspect="1" noMove="1" noResize="1" noEditPoints="1" noAdjustHandles="1" noChangeArrowheads="1" noChangeShapeType="1" noTextEdit="1"/>
                </p:cNvSpPr>
                <p:nvPr/>
              </p:nvSpPr>
              <p:spPr>
                <a:xfrm>
                  <a:off x="6423675" y="2811971"/>
                  <a:ext cx="526264" cy="373628"/>
                </a:xfrm>
                <a:prstGeom prst="rect">
                  <a:avLst/>
                </a:prstGeom>
                <a:blipFill>
                  <a:blip r:embed="rId9"/>
                  <a:stretch>
                    <a:fillRect t="-24590" r="-30233"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5C2ED240-AA66-F9D7-6A09-03794CE3C155}"/>
                    </a:ext>
                  </a:extLst>
                </p:cNvPr>
                <p:cNvSpPr txBox="1"/>
                <p:nvPr/>
              </p:nvSpPr>
              <p:spPr>
                <a:xfrm>
                  <a:off x="6411951" y="3649790"/>
                  <a:ext cx="526264" cy="374333"/>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latin typeface="Cambria Math" panose="02040503050406030204" pitchFamily="18" charset="0"/>
                              </a:rPr>
                            </m:ctrlPr>
                          </m:sSubSupPr>
                          <m:e>
                            <m:r>
                              <a:rPr lang="en-GB" sz="2400" b="0" i="1" smtClean="0">
                                <a:latin typeface="Cambria Math" panose="02040503050406030204" pitchFamily="18" charset="0"/>
                              </a:rPr>
                              <m:t>𝑎</m:t>
                            </m:r>
                          </m:e>
                          <m:sub>
                            <m:r>
                              <a:rPr lang="en-GB" sz="2400" b="0" i="1" smtClean="0">
                                <a:latin typeface="Cambria Math" panose="02040503050406030204" pitchFamily="18" charset="0"/>
                              </a:rPr>
                              <m:t>2</m:t>
                            </m:r>
                          </m:sub>
                          <m:sup>
                            <m:r>
                              <a:rPr lang="en-GB" sz="2400" b="0" i="1" smtClean="0">
                                <a:latin typeface="Cambria Math" panose="02040503050406030204" pitchFamily="18" charset="0"/>
                              </a:rPr>
                              <m:t>2</m:t>
                            </m:r>
                          </m:sup>
                        </m:sSubSup>
                      </m:oMath>
                    </m:oMathPara>
                  </a14:m>
                  <a:endParaRPr lang="en-GB" sz="2400" b="0"/>
                </a:p>
              </p:txBody>
            </p:sp>
          </mc:Choice>
          <mc:Fallback xmlns="">
            <p:sp>
              <p:nvSpPr>
                <p:cNvPr id="58" name="TextBox 57">
                  <a:extLst>
                    <a:ext uri="{FF2B5EF4-FFF2-40B4-BE49-F238E27FC236}">
                      <a16:creationId xmlns:a16="http://schemas.microsoft.com/office/drawing/2014/main" id="{5C2ED240-AA66-F9D7-6A09-03794CE3C155}"/>
                    </a:ext>
                  </a:extLst>
                </p:cNvPr>
                <p:cNvSpPr txBox="1">
                  <a:spLocks noRot="1" noChangeAspect="1" noMove="1" noResize="1" noEditPoints="1" noAdjustHandles="1" noChangeArrowheads="1" noChangeShapeType="1" noTextEdit="1"/>
                </p:cNvSpPr>
                <p:nvPr/>
              </p:nvSpPr>
              <p:spPr>
                <a:xfrm>
                  <a:off x="6411951" y="3649790"/>
                  <a:ext cx="526264" cy="374333"/>
                </a:xfrm>
                <a:prstGeom prst="rect">
                  <a:avLst/>
                </a:prstGeom>
                <a:blipFill>
                  <a:blip r:embed="rId10"/>
                  <a:stretch>
                    <a:fillRect t="-22581" r="-30233" b="-483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B3BA1D6C-76B2-C4F1-D88E-42B744D5B14B}"/>
                    </a:ext>
                  </a:extLst>
                </p:cNvPr>
                <p:cNvSpPr txBox="1"/>
                <p:nvPr/>
              </p:nvSpPr>
              <p:spPr>
                <a:xfrm>
                  <a:off x="6405025" y="4507486"/>
                  <a:ext cx="526264" cy="376193"/>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latin typeface="Cambria Math" panose="02040503050406030204" pitchFamily="18" charset="0"/>
                              </a:rPr>
                            </m:ctrlPr>
                          </m:sSubSupPr>
                          <m:e>
                            <m:r>
                              <a:rPr lang="en-GB" sz="2400" b="0" i="1" smtClean="0">
                                <a:latin typeface="Cambria Math" panose="02040503050406030204" pitchFamily="18" charset="0"/>
                              </a:rPr>
                              <m:t>𝑎</m:t>
                            </m:r>
                          </m:e>
                          <m:sub>
                            <m:r>
                              <a:rPr lang="en-GB" sz="2400" b="0" i="1" smtClean="0">
                                <a:latin typeface="Cambria Math" panose="02040503050406030204" pitchFamily="18" charset="0"/>
                              </a:rPr>
                              <m:t>3</m:t>
                            </m:r>
                          </m:sub>
                          <m:sup>
                            <m:r>
                              <a:rPr lang="en-GB" sz="2400" b="0" i="1" smtClean="0">
                                <a:latin typeface="Cambria Math" panose="02040503050406030204" pitchFamily="18" charset="0"/>
                              </a:rPr>
                              <m:t>2</m:t>
                            </m:r>
                          </m:sup>
                        </m:sSubSup>
                      </m:oMath>
                    </m:oMathPara>
                  </a14:m>
                  <a:endParaRPr lang="en-GB" sz="2400" b="0"/>
                </a:p>
              </p:txBody>
            </p:sp>
          </mc:Choice>
          <mc:Fallback xmlns="">
            <p:sp>
              <p:nvSpPr>
                <p:cNvPr id="59" name="TextBox 58">
                  <a:extLst>
                    <a:ext uri="{FF2B5EF4-FFF2-40B4-BE49-F238E27FC236}">
                      <a16:creationId xmlns:a16="http://schemas.microsoft.com/office/drawing/2014/main" id="{B3BA1D6C-76B2-C4F1-D88E-42B744D5B14B}"/>
                    </a:ext>
                  </a:extLst>
                </p:cNvPr>
                <p:cNvSpPr txBox="1">
                  <a:spLocks noRot="1" noChangeAspect="1" noMove="1" noResize="1" noEditPoints="1" noAdjustHandles="1" noChangeArrowheads="1" noChangeShapeType="1" noTextEdit="1"/>
                </p:cNvSpPr>
                <p:nvPr/>
              </p:nvSpPr>
              <p:spPr>
                <a:xfrm>
                  <a:off x="6405025" y="4507486"/>
                  <a:ext cx="526264" cy="376193"/>
                </a:xfrm>
                <a:prstGeom prst="rect">
                  <a:avLst/>
                </a:prstGeom>
                <a:blipFill>
                  <a:blip r:embed="rId11"/>
                  <a:stretch>
                    <a:fillRect t="-20968" r="-30233" b="-50000"/>
                  </a:stretch>
                </a:blipFill>
              </p:spPr>
              <p:txBody>
                <a:bodyPr/>
                <a:lstStyle/>
                <a:p>
                  <a:r>
                    <a:rPr lang="en-US">
                      <a:noFill/>
                    </a:rPr>
                    <a:t> </a:t>
                  </a:r>
                </a:p>
              </p:txBody>
            </p:sp>
          </mc:Fallback>
        </mc:AlternateContent>
      </p:grpSp>
      <p:cxnSp>
        <p:nvCxnSpPr>
          <p:cNvPr id="63" name="Straight Arrow Connector 62">
            <a:extLst>
              <a:ext uri="{FF2B5EF4-FFF2-40B4-BE49-F238E27FC236}">
                <a16:creationId xmlns:a16="http://schemas.microsoft.com/office/drawing/2014/main" id="{52343CA3-CDF5-3525-BF78-AD3096C1538E}"/>
              </a:ext>
            </a:extLst>
          </p:cNvPr>
          <p:cNvCxnSpPr>
            <a:cxnSpLocks/>
            <a:endCxn id="53" idx="2"/>
          </p:cNvCxnSpPr>
          <p:nvPr/>
        </p:nvCxnSpPr>
        <p:spPr>
          <a:xfrm flipV="1">
            <a:off x="4359850" y="2573802"/>
            <a:ext cx="2014914" cy="419372"/>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C56C0335-51BC-8363-6670-CCAACD414CF3}"/>
              </a:ext>
            </a:extLst>
          </p:cNvPr>
          <p:cNvCxnSpPr>
            <a:cxnSpLocks/>
            <a:endCxn id="54" idx="2"/>
          </p:cNvCxnSpPr>
          <p:nvPr/>
        </p:nvCxnSpPr>
        <p:spPr>
          <a:xfrm>
            <a:off x="4359850" y="2993174"/>
            <a:ext cx="2014914" cy="433752"/>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1BF7691A-2542-414B-D922-45E48FA51CA7}"/>
              </a:ext>
            </a:extLst>
          </p:cNvPr>
          <p:cNvCxnSpPr>
            <a:cxnSpLocks/>
            <a:endCxn id="55" idx="2"/>
          </p:cNvCxnSpPr>
          <p:nvPr/>
        </p:nvCxnSpPr>
        <p:spPr>
          <a:xfrm>
            <a:off x="4359850" y="2993174"/>
            <a:ext cx="2003461" cy="1286876"/>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0C7ECB0C-D227-52E6-9DBC-49A3E95826CC}"/>
              </a:ext>
            </a:extLst>
          </p:cNvPr>
          <p:cNvCxnSpPr>
            <a:cxnSpLocks/>
            <a:endCxn id="53" idx="2"/>
          </p:cNvCxnSpPr>
          <p:nvPr/>
        </p:nvCxnSpPr>
        <p:spPr>
          <a:xfrm flipV="1">
            <a:off x="4359850" y="2573802"/>
            <a:ext cx="2014914" cy="1272496"/>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5255E536-2F23-4C35-3222-1C725D164037}"/>
              </a:ext>
            </a:extLst>
          </p:cNvPr>
          <p:cNvCxnSpPr>
            <a:cxnSpLocks/>
            <a:endCxn id="54" idx="2"/>
          </p:cNvCxnSpPr>
          <p:nvPr/>
        </p:nvCxnSpPr>
        <p:spPr>
          <a:xfrm flipV="1">
            <a:off x="4359850" y="3426926"/>
            <a:ext cx="2014914" cy="419372"/>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9E5DC5B0-7160-89A7-4813-0CA9D06BCDED}"/>
              </a:ext>
            </a:extLst>
          </p:cNvPr>
          <p:cNvCxnSpPr>
            <a:cxnSpLocks/>
            <a:endCxn id="55" idx="2"/>
          </p:cNvCxnSpPr>
          <p:nvPr/>
        </p:nvCxnSpPr>
        <p:spPr>
          <a:xfrm>
            <a:off x="4359850" y="3846298"/>
            <a:ext cx="2003461" cy="433752"/>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723273C2-0D76-3645-BDB0-1600CD989B59}"/>
              </a:ext>
            </a:extLst>
          </p:cNvPr>
          <p:cNvCxnSpPr>
            <a:cxnSpLocks/>
            <a:endCxn id="53" idx="2"/>
          </p:cNvCxnSpPr>
          <p:nvPr/>
        </p:nvCxnSpPr>
        <p:spPr>
          <a:xfrm flipV="1">
            <a:off x="4348397" y="2573802"/>
            <a:ext cx="2026367" cy="212562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18F39940-9304-7055-615D-AC78F0DB06AB}"/>
              </a:ext>
            </a:extLst>
          </p:cNvPr>
          <p:cNvCxnSpPr>
            <a:cxnSpLocks/>
            <a:endCxn id="54" idx="2"/>
          </p:cNvCxnSpPr>
          <p:nvPr/>
        </p:nvCxnSpPr>
        <p:spPr>
          <a:xfrm flipV="1">
            <a:off x="4348397" y="3426926"/>
            <a:ext cx="2026367" cy="1272496"/>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13C9FC94-EC1F-96D4-595A-86C345439081}"/>
              </a:ext>
            </a:extLst>
          </p:cNvPr>
          <p:cNvCxnSpPr>
            <a:cxnSpLocks/>
            <a:endCxn id="55" idx="2"/>
          </p:cNvCxnSpPr>
          <p:nvPr/>
        </p:nvCxnSpPr>
        <p:spPr>
          <a:xfrm flipV="1">
            <a:off x="4348397" y="4280050"/>
            <a:ext cx="2014914" cy="419372"/>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DCE5A662-E90E-6BA0-0D3B-8058BAD37B56}"/>
              </a:ext>
            </a:extLst>
          </p:cNvPr>
          <p:cNvCxnSpPr>
            <a:cxnSpLocks/>
            <a:stCxn id="53" idx="6"/>
            <a:endCxn id="36" idx="2"/>
          </p:cNvCxnSpPr>
          <p:nvPr/>
        </p:nvCxnSpPr>
        <p:spPr>
          <a:xfrm>
            <a:off x="7024730" y="2573802"/>
            <a:ext cx="2058991"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C167626B-47F4-AC6D-CC88-ABE88EA43F1D}"/>
              </a:ext>
            </a:extLst>
          </p:cNvPr>
          <p:cNvCxnSpPr>
            <a:cxnSpLocks/>
            <a:stCxn id="54" idx="6"/>
            <a:endCxn id="36" idx="2"/>
          </p:cNvCxnSpPr>
          <p:nvPr/>
        </p:nvCxnSpPr>
        <p:spPr>
          <a:xfrm>
            <a:off x="7024730" y="3426926"/>
            <a:ext cx="2058991"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11044939-0FB5-1DF5-E066-B777B02CC708}"/>
              </a:ext>
            </a:extLst>
          </p:cNvPr>
          <p:cNvCxnSpPr>
            <a:cxnSpLocks/>
            <a:stCxn id="55" idx="6"/>
            <a:endCxn id="36" idx="2"/>
          </p:cNvCxnSpPr>
          <p:nvPr/>
        </p:nvCxnSpPr>
        <p:spPr>
          <a:xfrm flipV="1">
            <a:off x="7013277" y="3426926"/>
            <a:ext cx="2070444"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4" name="TextBox 83">
            <a:extLst>
              <a:ext uri="{FF2B5EF4-FFF2-40B4-BE49-F238E27FC236}">
                <a16:creationId xmlns:a16="http://schemas.microsoft.com/office/drawing/2014/main" id="{9D808DB4-8EB6-70EB-327F-D12F1168810E}"/>
              </a:ext>
            </a:extLst>
          </p:cNvPr>
          <p:cNvSpPr txBox="1"/>
          <p:nvPr/>
        </p:nvSpPr>
        <p:spPr>
          <a:xfrm>
            <a:off x="6532817" y="5051090"/>
            <a:ext cx="911525" cy="369332"/>
          </a:xfrm>
          <a:prstGeom prst="rect">
            <a:avLst/>
          </a:prstGeom>
          <a:noFill/>
        </p:spPr>
        <p:txBody>
          <a:bodyPr wrap="square" rtlCol="0">
            <a:spAutoFit/>
          </a:bodyPr>
          <a:lstStyle/>
          <a:p>
            <a:r>
              <a:rPr lang="en-GB"/>
              <a:t>…</a:t>
            </a:r>
            <a:endParaRPr lang="LID4096"/>
          </a:p>
        </p:txBody>
      </p:sp>
      <p:cxnSp>
        <p:nvCxnSpPr>
          <p:cNvPr id="7" name="Straight Arrow Connector 6">
            <a:extLst>
              <a:ext uri="{FF2B5EF4-FFF2-40B4-BE49-F238E27FC236}">
                <a16:creationId xmlns:a16="http://schemas.microsoft.com/office/drawing/2014/main" id="{42FAF47D-814E-1740-A317-5E7AE167516A}"/>
              </a:ext>
            </a:extLst>
          </p:cNvPr>
          <p:cNvCxnSpPr>
            <a:cxnSpLocks/>
            <a:endCxn id="4" idx="2"/>
          </p:cNvCxnSpPr>
          <p:nvPr/>
        </p:nvCxnSpPr>
        <p:spPr>
          <a:xfrm>
            <a:off x="1704702" y="2139791"/>
            <a:ext cx="2022282" cy="4966"/>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E1F239C7-8CCA-3E5D-30A5-3D84221CC1AF}"/>
              </a:ext>
            </a:extLst>
          </p:cNvPr>
          <p:cNvCxnSpPr>
            <a:cxnSpLocks/>
            <a:endCxn id="4" idx="2"/>
          </p:cNvCxnSpPr>
          <p:nvPr/>
        </p:nvCxnSpPr>
        <p:spPr>
          <a:xfrm flipV="1">
            <a:off x="1716155" y="2144757"/>
            <a:ext cx="2010829"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4566E058-96E1-5DED-B715-1B36AB34559F}"/>
              </a:ext>
            </a:extLst>
          </p:cNvPr>
          <p:cNvCxnSpPr>
            <a:cxnSpLocks/>
            <a:endCxn id="4" idx="2"/>
          </p:cNvCxnSpPr>
          <p:nvPr/>
        </p:nvCxnSpPr>
        <p:spPr>
          <a:xfrm flipV="1">
            <a:off x="1716155" y="2144757"/>
            <a:ext cx="2010829" cy="1706248"/>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38122814-DF7E-7E29-DD1F-DE7D28374A0F}"/>
              </a:ext>
            </a:extLst>
          </p:cNvPr>
          <p:cNvCxnSpPr>
            <a:cxnSpLocks/>
            <a:endCxn id="4" idx="2"/>
          </p:cNvCxnSpPr>
          <p:nvPr/>
        </p:nvCxnSpPr>
        <p:spPr>
          <a:xfrm flipV="1">
            <a:off x="1704702" y="2144757"/>
            <a:ext cx="2022282" cy="2559372"/>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26C43CA-FDFA-256D-CA07-2746540D1A13}"/>
              </a:ext>
            </a:extLst>
          </p:cNvPr>
          <p:cNvCxnSpPr>
            <a:cxnSpLocks/>
            <a:stCxn id="4" idx="6"/>
            <a:endCxn id="54" idx="2"/>
          </p:cNvCxnSpPr>
          <p:nvPr/>
        </p:nvCxnSpPr>
        <p:spPr>
          <a:xfrm>
            <a:off x="4376950" y="2144757"/>
            <a:ext cx="1997814" cy="1282169"/>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61" name="Group 60">
            <a:extLst>
              <a:ext uri="{FF2B5EF4-FFF2-40B4-BE49-F238E27FC236}">
                <a16:creationId xmlns:a16="http://schemas.microsoft.com/office/drawing/2014/main" id="{757C81EC-591B-BB46-EDC3-8F12BAA7DFA1}"/>
              </a:ext>
            </a:extLst>
          </p:cNvPr>
          <p:cNvGrpSpPr/>
          <p:nvPr/>
        </p:nvGrpSpPr>
        <p:grpSpPr>
          <a:xfrm>
            <a:off x="3706685" y="1819774"/>
            <a:ext cx="670265" cy="3214304"/>
            <a:chOff x="3706685" y="1819774"/>
            <a:chExt cx="670265" cy="3214304"/>
          </a:xfrm>
        </p:grpSpPr>
        <p:sp>
          <p:nvSpPr>
            <p:cNvPr id="9" name="Oval 8">
              <a:extLst>
                <a:ext uri="{FF2B5EF4-FFF2-40B4-BE49-F238E27FC236}">
                  <a16:creationId xmlns:a16="http://schemas.microsoft.com/office/drawing/2014/main" id="{BB449EAA-A20E-5167-F114-F6DB29013E99}"/>
                </a:ext>
              </a:extLst>
            </p:cNvPr>
            <p:cNvSpPr/>
            <p:nvPr/>
          </p:nvSpPr>
          <p:spPr>
            <a:xfrm>
              <a:off x="3718138" y="2677864"/>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12" name="Oval 11">
              <a:extLst>
                <a:ext uri="{FF2B5EF4-FFF2-40B4-BE49-F238E27FC236}">
                  <a16:creationId xmlns:a16="http://schemas.microsoft.com/office/drawing/2014/main" id="{3A6FD789-DF9B-CE62-8B5C-61006D90A468}"/>
                </a:ext>
              </a:extLst>
            </p:cNvPr>
            <p:cNvSpPr/>
            <p:nvPr/>
          </p:nvSpPr>
          <p:spPr>
            <a:xfrm>
              <a:off x="3718138" y="3530988"/>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13" name="Oval 12">
              <a:extLst>
                <a:ext uri="{FF2B5EF4-FFF2-40B4-BE49-F238E27FC236}">
                  <a16:creationId xmlns:a16="http://schemas.microsoft.com/office/drawing/2014/main" id="{03AA5CA7-ADBF-FBEF-801A-2DA076D53997}"/>
                </a:ext>
              </a:extLst>
            </p:cNvPr>
            <p:cNvSpPr/>
            <p:nvPr/>
          </p:nvSpPr>
          <p:spPr>
            <a:xfrm>
              <a:off x="3706685" y="4384112"/>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72D857AD-973B-4233-54CC-932C76D30035}"/>
                    </a:ext>
                  </a:extLst>
                </p:cNvPr>
                <p:cNvSpPr txBox="1"/>
                <p:nvPr/>
              </p:nvSpPr>
              <p:spPr>
                <a:xfrm>
                  <a:off x="3767049" y="2811971"/>
                  <a:ext cx="526264" cy="372859"/>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latin typeface="Cambria Math" panose="02040503050406030204" pitchFamily="18" charset="0"/>
                              </a:rPr>
                            </m:ctrlPr>
                          </m:sSubSupPr>
                          <m:e>
                            <m:r>
                              <a:rPr lang="en-GB" sz="2400" b="0" i="1" smtClean="0">
                                <a:latin typeface="Cambria Math" panose="02040503050406030204" pitchFamily="18" charset="0"/>
                              </a:rPr>
                              <m:t>𝑎</m:t>
                            </m:r>
                          </m:e>
                          <m:sub>
                            <m:r>
                              <a:rPr lang="en-GB" sz="2400" b="0" i="1" smtClean="0">
                                <a:latin typeface="Cambria Math" panose="02040503050406030204" pitchFamily="18" charset="0"/>
                              </a:rPr>
                              <m:t>1</m:t>
                            </m:r>
                          </m:sub>
                          <m:sup>
                            <m:r>
                              <a:rPr lang="en-GB" sz="2400" b="0" i="1" smtClean="0">
                                <a:latin typeface="Cambria Math" panose="02040503050406030204" pitchFamily="18" charset="0"/>
                              </a:rPr>
                              <m:t>1</m:t>
                            </m:r>
                          </m:sup>
                        </m:sSubSup>
                      </m:oMath>
                    </m:oMathPara>
                  </a14:m>
                  <a:endParaRPr lang="en-GB" sz="2400" b="0"/>
                </a:p>
              </p:txBody>
            </p:sp>
          </mc:Choice>
          <mc:Fallback xmlns="">
            <p:sp>
              <p:nvSpPr>
                <p:cNvPr id="44" name="TextBox 43">
                  <a:extLst>
                    <a:ext uri="{FF2B5EF4-FFF2-40B4-BE49-F238E27FC236}">
                      <a16:creationId xmlns:a16="http://schemas.microsoft.com/office/drawing/2014/main" id="{72D857AD-973B-4233-54CC-932C76D30035}"/>
                    </a:ext>
                  </a:extLst>
                </p:cNvPr>
                <p:cNvSpPr txBox="1">
                  <a:spLocks noRot="1" noChangeAspect="1" noMove="1" noResize="1" noEditPoints="1" noAdjustHandles="1" noChangeArrowheads="1" noChangeShapeType="1" noTextEdit="1"/>
                </p:cNvSpPr>
                <p:nvPr/>
              </p:nvSpPr>
              <p:spPr>
                <a:xfrm>
                  <a:off x="3767049" y="2811971"/>
                  <a:ext cx="526264" cy="372859"/>
                </a:xfrm>
                <a:prstGeom prst="rect">
                  <a:avLst/>
                </a:prstGeom>
                <a:blipFill>
                  <a:blip r:embed="rId12"/>
                  <a:stretch>
                    <a:fillRect t="-22951" r="-30233" b="-5082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F0EDFF59-D224-FA49-6201-6CFC4F092530}"/>
                    </a:ext>
                  </a:extLst>
                </p:cNvPr>
                <p:cNvSpPr txBox="1"/>
                <p:nvPr/>
              </p:nvSpPr>
              <p:spPr>
                <a:xfrm>
                  <a:off x="3755325" y="3649790"/>
                  <a:ext cx="526264" cy="373564"/>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latin typeface="Cambria Math" panose="02040503050406030204" pitchFamily="18" charset="0"/>
                              </a:rPr>
                            </m:ctrlPr>
                          </m:sSubSupPr>
                          <m:e>
                            <m:r>
                              <a:rPr lang="en-GB" sz="2400" b="0" i="1" smtClean="0">
                                <a:latin typeface="Cambria Math" panose="02040503050406030204" pitchFamily="18" charset="0"/>
                              </a:rPr>
                              <m:t>𝑎</m:t>
                            </m:r>
                          </m:e>
                          <m:sub>
                            <m:r>
                              <a:rPr lang="en-GB" sz="2400" b="0" i="1" smtClean="0">
                                <a:latin typeface="Cambria Math" panose="02040503050406030204" pitchFamily="18" charset="0"/>
                              </a:rPr>
                              <m:t>2</m:t>
                            </m:r>
                          </m:sub>
                          <m:sup>
                            <m:r>
                              <a:rPr lang="en-GB" sz="2400" b="0" i="1" smtClean="0">
                                <a:latin typeface="Cambria Math" panose="02040503050406030204" pitchFamily="18" charset="0"/>
                              </a:rPr>
                              <m:t>1</m:t>
                            </m:r>
                          </m:sup>
                        </m:sSubSup>
                      </m:oMath>
                    </m:oMathPara>
                  </a14:m>
                  <a:endParaRPr lang="en-GB" sz="2400" b="0"/>
                </a:p>
              </p:txBody>
            </p:sp>
          </mc:Choice>
          <mc:Fallback xmlns="">
            <p:sp>
              <p:nvSpPr>
                <p:cNvPr id="45" name="TextBox 44">
                  <a:extLst>
                    <a:ext uri="{FF2B5EF4-FFF2-40B4-BE49-F238E27FC236}">
                      <a16:creationId xmlns:a16="http://schemas.microsoft.com/office/drawing/2014/main" id="{F0EDFF59-D224-FA49-6201-6CFC4F092530}"/>
                    </a:ext>
                  </a:extLst>
                </p:cNvPr>
                <p:cNvSpPr txBox="1">
                  <a:spLocks noRot="1" noChangeAspect="1" noMove="1" noResize="1" noEditPoints="1" noAdjustHandles="1" noChangeArrowheads="1" noChangeShapeType="1" noTextEdit="1"/>
                </p:cNvSpPr>
                <p:nvPr/>
              </p:nvSpPr>
              <p:spPr>
                <a:xfrm>
                  <a:off x="3755325" y="3649790"/>
                  <a:ext cx="526264" cy="373564"/>
                </a:xfrm>
                <a:prstGeom prst="rect">
                  <a:avLst/>
                </a:prstGeom>
                <a:blipFill>
                  <a:blip r:embed="rId13"/>
                  <a:stretch>
                    <a:fillRect t="-24590" r="-31395"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DC289F7-8EFF-AAFB-FA06-6237D0AA3104}"/>
                    </a:ext>
                  </a:extLst>
                </p:cNvPr>
                <p:cNvSpPr txBox="1"/>
                <p:nvPr/>
              </p:nvSpPr>
              <p:spPr>
                <a:xfrm>
                  <a:off x="3748399" y="4507486"/>
                  <a:ext cx="526264" cy="375424"/>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latin typeface="Cambria Math" panose="02040503050406030204" pitchFamily="18" charset="0"/>
                              </a:rPr>
                            </m:ctrlPr>
                          </m:sSubSupPr>
                          <m:e>
                            <m:r>
                              <a:rPr lang="en-GB" sz="2400" b="0" i="1" smtClean="0">
                                <a:latin typeface="Cambria Math" panose="02040503050406030204" pitchFamily="18" charset="0"/>
                              </a:rPr>
                              <m:t>𝑎</m:t>
                            </m:r>
                          </m:e>
                          <m:sub>
                            <m:r>
                              <a:rPr lang="en-GB" sz="2400" b="0" i="1" smtClean="0">
                                <a:latin typeface="Cambria Math" panose="02040503050406030204" pitchFamily="18" charset="0"/>
                              </a:rPr>
                              <m:t>3</m:t>
                            </m:r>
                          </m:sub>
                          <m:sup>
                            <m:r>
                              <a:rPr lang="en-GB" sz="2400" b="0" i="1" smtClean="0">
                                <a:latin typeface="Cambria Math" panose="02040503050406030204" pitchFamily="18" charset="0"/>
                              </a:rPr>
                              <m:t>1</m:t>
                            </m:r>
                          </m:sup>
                        </m:sSubSup>
                      </m:oMath>
                    </m:oMathPara>
                  </a14:m>
                  <a:endParaRPr lang="en-GB" sz="2400" b="0"/>
                </a:p>
              </p:txBody>
            </p:sp>
          </mc:Choice>
          <mc:Fallback xmlns="">
            <p:sp>
              <p:nvSpPr>
                <p:cNvPr id="46" name="TextBox 45">
                  <a:extLst>
                    <a:ext uri="{FF2B5EF4-FFF2-40B4-BE49-F238E27FC236}">
                      <a16:creationId xmlns:a16="http://schemas.microsoft.com/office/drawing/2014/main" id="{5DC289F7-8EFF-AAFB-FA06-6237D0AA3104}"/>
                    </a:ext>
                  </a:extLst>
                </p:cNvPr>
                <p:cNvSpPr txBox="1">
                  <a:spLocks noRot="1" noChangeAspect="1" noMove="1" noResize="1" noEditPoints="1" noAdjustHandles="1" noChangeArrowheads="1" noChangeShapeType="1" noTextEdit="1"/>
                </p:cNvSpPr>
                <p:nvPr/>
              </p:nvSpPr>
              <p:spPr>
                <a:xfrm>
                  <a:off x="3748399" y="4507486"/>
                  <a:ext cx="526264" cy="375424"/>
                </a:xfrm>
                <a:prstGeom prst="rect">
                  <a:avLst/>
                </a:prstGeom>
                <a:blipFill>
                  <a:blip r:embed="rId14"/>
                  <a:stretch>
                    <a:fillRect t="-22581" r="-30233" b="-48387"/>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6523451F-E1C9-1950-1FDF-E122B6DB051C}"/>
                </a:ext>
              </a:extLst>
            </p:cNvPr>
            <p:cNvSpPr/>
            <p:nvPr/>
          </p:nvSpPr>
          <p:spPr>
            <a:xfrm>
              <a:off x="3726984" y="1819774"/>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8F0A425-AFAF-646D-CB99-08D75522F7E0}"/>
                    </a:ext>
                  </a:extLst>
                </p:cNvPr>
                <p:cNvSpPr txBox="1"/>
                <p:nvPr/>
              </p:nvSpPr>
              <p:spPr>
                <a:xfrm>
                  <a:off x="3775895" y="1953881"/>
                  <a:ext cx="526264" cy="372859"/>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latin typeface="Cambria Math" panose="02040503050406030204" pitchFamily="18" charset="0"/>
                              </a:rPr>
                            </m:ctrlPr>
                          </m:sSubSupPr>
                          <m:e>
                            <m:r>
                              <a:rPr lang="en-GB" sz="2400" b="0" i="1" smtClean="0">
                                <a:latin typeface="Cambria Math" panose="02040503050406030204" pitchFamily="18" charset="0"/>
                              </a:rPr>
                              <m:t>𝑎</m:t>
                            </m:r>
                          </m:e>
                          <m:sub>
                            <m:r>
                              <a:rPr lang="en-BE" sz="2400" b="0" i="1" smtClean="0">
                                <a:latin typeface="Cambria Math" panose="02040503050406030204" pitchFamily="18" charset="0"/>
                              </a:rPr>
                              <m:t>0</m:t>
                            </m:r>
                          </m:sub>
                          <m:sup>
                            <m:r>
                              <a:rPr lang="en-GB" sz="2400" b="0" i="1" smtClean="0">
                                <a:latin typeface="Cambria Math" panose="02040503050406030204" pitchFamily="18" charset="0"/>
                              </a:rPr>
                              <m:t>1</m:t>
                            </m:r>
                          </m:sup>
                        </m:sSubSup>
                      </m:oMath>
                    </m:oMathPara>
                  </a14:m>
                  <a:endParaRPr lang="en-GB" sz="2400" b="0"/>
                </a:p>
              </p:txBody>
            </p:sp>
          </mc:Choice>
          <mc:Fallback xmlns="">
            <p:sp>
              <p:nvSpPr>
                <p:cNvPr id="21" name="TextBox 20">
                  <a:extLst>
                    <a:ext uri="{FF2B5EF4-FFF2-40B4-BE49-F238E27FC236}">
                      <a16:creationId xmlns:a16="http://schemas.microsoft.com/office/drawing/2014/main" id="{98F0A425-AFAF-646D-CB99-08D75522F7E0}"/>
                    </a:ext>
                  </a:extLst>
                </p:cNvPr>
                <p:cNvSpPr txBox="1">
                  <a:spLocks noRot="1" noChangeAspect="1" noMove="1" noResize="1" noEditPoints="1" noAdjustHandles="1" noChangeArrowheads="1" noChangeShapeType="1" noTextEdit="1"/>
                </p:cNvSpPr>
                <p:nvPr/>
              </p:nvSpPr>
              <p:spPr>
                <a:xfrm>
                  <a:off x="3775895" y="1953881"/>
                  <a:ext cx="526264" cy="372859"/>
                </a:xfrm>
                <a:prstGeom prst="rect">
                  <a:avLst/>
                </a:prstGeom>
                <a:blipFill>
                  <a:blip r:embed="rId15"/>
                  <a:stretch>
                    <a:fillRect t="-24590" r="-29885" b="-49180"/>
                  </a:stretch>
                </a:blipFill>
              </p:spPr>
              <p:txBody>
                <a:bodyPr/>
                <a:lstStyle/>
                <a:p>
                  <a:r>
                    <a:rPr lang="en-US">
                      <a:noFill/>
                    </a:rPr>
                    <a:t> </a:t>
                  </a:r>
                </a:p>
              </p:txBody>
            </p:sp>
          </mc:Fallback>
        </mc:AlternateContent>
      </p:grpSp>
      <p:sp>
        <p:nvSpPr>
          <p:cNvPr id="37" name="Title 36">
            <a:extLst>
              <a:ext uri="{FF2B5EF4-FFF2-40B4-BE49-F238E27FC236}">
                <a16:creationId xmlns:a16="http://schemas.microsoft.com/office/drawing/2014/main" id="{0479F544-41C8-8D71-9935-DF990C014C06}"/>
              </a:ext>
            </a:extLst>
          </p:cNvPr>
          <p:cNvSpPr>
            <a:spLocks noGrp="1"/>
          </p:cNvSpPr>
          <p:nvPr>
            <p:ph type="title"/>
          </p:nvPr>
        </p:nvSpPr>
        <p:spPr>
          <a:xfrm>
            <a:off x="433633" y="365125"/>
            <a:ext cx="11324734" cy="418128"/>
          </a:xfrm>
        </p:spPr>
        <p:txBody>
          <a:bodyPr>
            <a:noAutofit/>
          </a:bodyPr>
          <a:lstStyle/>
          <a:p>
            <a:r>
              <a:rPr lang="en-US" b="1" dirty="0">
                <a:latin typeface="Corbel" panose="020B0503020204020204" pitchFamily="34" charset="0"/>
              </a:rPr>
              <a:t>A deep neural network adds many layers to capture</a:t>
            </a:r>
            <a:br>
              <a:rPr lang="en-US" b="1" dirty="0">
                <a:latin typeface="Corbel" panose="020B0503020204020204" pitchFamily="34" charset="0"/>
              </a:rPr>
            </a:br>
            <a:r>
              <a:rPr lang="en-US" b="1" dirty="0">
                <a:latin typeface="Corbel" panose="020B0503020204020204" pitchFamily="34" charset="0"/>
              </a:rPr>
              <a:t>complex patterns</a:t>
            </a:r>
            <a:endParaRPr lang="en-BE" b="1" dirty="0">
              <a:latin typeface="Corbel" panose="020B0503020204020204" pitchFamily="34" charset="0"/>
            </a:endParaRPr>
          </a:p>
        </p:txBody>
      </p:sp>
      <p:sp>
        <p:nvSpPr>
          <p:cNvPr id="39" name="TextBox 38">
            <a:extLst>
              <a:ext uri="{FF2B5EF4-FFF2-40B4-BE49-F238E27FC236}">
                <a16:creationId xmlns:a16="http://schemas.microsoft.com/office/drawing/2014/main" id="{70C2DC61-901F-50E1-D4B8-4AEF29349BEF}"/>
              </a:ext>
            </a:extLst>
          </p:cNvPr>
          <p:cNvSpPr txBox="1"/>
          <p:nvPr/>
        </p:nvSpPr>
        <p:spPr>
          <a:xfrm>
            <a:off x="433633" y="5577751"/>
            <a:ext cx="2017508" cy="369332"/>
          </a:xfrm>
          <a:prstGeom prst="rect">
            <a:avLst/>
          </a:prstGeom>
          <a:noFill/>
        </p:spPr>
        <p:txBody>
          <a:bodyPr wrap="square" rtlCol="0">
            <a:spAutoFit/>
          </a:bodyPr>
          <a:lstStyle/>
          <a:p>
            <a:pPr algn="ctr"/>
            <a:r>
              <a:rPr lang="en-US" i="1"/>
              <a:t>features</a:t>
            </a:r>
            <a:endParaRPr lang="en-BE" i="1"/>
          </a:p>
        </p:txBody>
      </p:sp>
      <p:sp>
        <p:nvSpPr>
          <p:cNvPr id="40" name="TextBox 39">
            <a:extLst>
              <a:ext uri="{FF2B5EF4-FFF2-40B4-BE49-F238E27FC236}">
                <a16:creationId xmlns:a16="http://schemas.microsoft.com/office/drawing/2014/main" id="{22AB06F6-13C2-ABD5-0C1E-D111AA3DE2D7}"/>
              </a:ext>
            </a:extLst>
          </p:cNvPr>
          <p:cNvSpPr txBox="1"/>
          <p:nvPr/>
        </p:nvSpPr>
        <p:spPr>
          <a:xfrm>
            <a:off x="3071765" y="5577311"/>
            <a:ext cx="2017508" cy="369332"/>
          </a:xfrm>
          <a:prstGeom prst="rect">
            <a:avLst/>
          </a:prstGeom>
          <a:noFill/>
        </p:spPr>
        <p:txBody>
          <a:bodyPr wrap="square" rtlCol="0">
            <a:spAutoFit/>
          </a:bodyPr>
          <a:lstStyle/>
          <a:p>
            <a:pPr algn="ctr"/>
            <a:r>
              <a:rPr lang="en-US" i="1"/>
              <a:t>hidden layer 1</a:t>
            </a:r>
            <a:endParaRPr lang="en-BE" i="1"/>
          </a:p>
        </p:txBody>
      </p:sp>
      <p:sp>
        <p:nvSpPr>
          <p:cNvPr id="42" name="TextBox 41">
            <a:extLst>
              <a:ext uri="{FF2B5EF4-FFF2-40B4-BE49-F238E27FC236}">
                <a16:creationId xmlns:a16="http://schemas.microsoft.com/office/drawing/2014/main" id="{45D4674C-9E7A-858C-B7C7-305AF7FFC883}"/>
              </a:ext>
            </a:extLst>
          </p:cNvPr>
          <p:cNvSpPr txBox="1"/>
          <p:nvPr/>
        </p:nvSpPr>
        <p:spPr>
          <a:xfrm>
            <a:off x="5660206" y="5577311"/>
            <a:ext cx="2017508" cy="369332"/>
          </a:xfrm>
          <a:prstGeom prst="rect">
            <a:avLst/>
          </a:prstGeom>
          <a:noFill/>
        </p:spPr>
        <p:txBody>
          <a:bodyPr wrap="square" rtlCol="0">
            <a:spAutoFit/>
          </a:bodyPr>
          <a:lstStyle/>
          <a:p>
            <a:pPr algn="ctr"/>
            <a:r>
              <a:rPr lang="en-US" i="1"/>
              <a:t>hidden layer 2</a:t>
            </a:r>
            <a:endParaRPr lang="en-BE" i="1"/>
          </a:p>
        </p:txBody>
      </p:sp>
      <p:sp>
        <p:nvSpPr>
          <p:cNvPr id="43" name="TextBox 42">
            <a:extLst>
              <a:ext uri="{FF2B5EF4-FFF2-40B4-BE49-F238E27FC236}">
                <a16:creationId xmlns:a16="http://schemas.microsoft.com/office/drawing/2014/main" id="{3394FBF0-E608-2905-27A2-892877751971}"/>
              </a:ext>
            </a:extLst>
          </p:cNvPr>
          <p:cNvSpPr txBox="1"/>
          <p:nvPr/>
        </p:nvSpPr>
        <p:spPr>
          <a:xfrm>
            <a:off x="8412685" y="5577311"/>
            <a:ext cx="2017508" cy="369332"/>
          </a:xfrm>
          <a:prstGeom prst="rect">
            <a:avLst/>
          </a:prstGeom>
          <a:noFill/>
        </p:spPr>
        <p:txBody>
          <a:bodyPr wrap="square" rtlCol="0">
            <a:spAutoFit/>
          </a:bodyPr>
          <a:lstStyle/>
          <a:p>
            <a:pPr algn="ctr"/>
            <a:r>
              <a:rPr lang="en-US" i="1"/>
              <a:t>output layer</a:t>
            </a:r>
            <a:endParaRPr lang="en-BE" i="1"/>
          </a:p>
        </p:txBody>
      </p:sp>
      <p:cxnSp>
        <p:nvCxnSpPr>
          <p:cNvPr id="89" name="Straight Arrow Connector 88">
            <a:extLst>
              <a:ext uri="{FF2B5EF4-FFF2-40B4-BE49-F238E27FC236}">
                <a16:creationId xmlns:a16="http://schemas.microsoft.com/office/drawing/2014/main" id="{F2420607-0C17-54A9-CEC8-C63FB7C073FD}"/>
              </a:ext>
            </a:extLst>
          </p:cNvPr>
          <p:cNvCxnSpPr>
            <a:cxnSpLocks/>
            <a:stCxn id="4" idx="6"/>
            <a:endCxn id="53" idx="2"/>
          </p:cNvCxnSpPr>
          <p:nvPr/>
        </p:nvCxnSpPr>
        <p:spPr>
          <a:xfrm>
            <a:off x="4376950" y="2144757"/>
            <a:ext cx="1997814" cy="429045"/>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8D0F14F0-C956-6693-E5F1-5F1FED933BC2}"/>
              </a:ext>
            </a:extLst>
          </p:cNvPr>
          <p:cNvCxnSpPr>
            <a:cxnSpLocks/>
            <a:stCxn id="4" idx="6"/>
            <a:endCxn id="55" idx="2"/>
          </p:cNvCxnSpPr>
          <p:nvPr/>
        </p:nvCxnSpPr>
        <p:spPr>
          <a:xfrm>
            <a:off x="4376950" y="2144757"/>
            <a:ext cx="1986361" cy="2135293"/>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5" name="Slide Number Placeholder 3">
            <a:extLst>
              <a:ext uri="{FF2B5EF4-FFF2-40B4-BE49-F238E27FC236}">
                <a16:creationId xmlns:a16="http://schemas.microsoft.com/office/drawing/2014/main" id="{886A03EE-86C2-A971-7E68-49981D5DFDBF}"/>
              </a:ext>
            </a:extLst>
          </p:cNvPr>
          <p:cNvSpPr>
            <a:spLocks noGrp="1"/>
          </p:cNvSpPr>
          <p:nvPr>
            <p:ph type="sldNum" sz="quarter" idx="12"/>
          </p:nvPr>
        </p:nvSpPr>
        <p:spPr>
          <a:xfrm>
            <a:off x="10684933" y="6459767"/>
            <a:ext cx="1073434" cy="261708"/>
          </a:xfrm>
        </p:spPr>
        <p:txBody>
          <a:bodyPr/>
          <a:lstStyle/>
          <a:p>
            <a:fld id="{94B3E216-A3C5-4E41-AE94-D003E76F1D3A}" type="slidenum">
              <a:rPr lang="en-US" smtClean="0"/>
              <a:pPr/>
              <a:t>7</a:t>
            </a:fld>
            <a:endParaRPr lang="en-US"/>
          </a:p>
        </p:txBody>
      </p:sp>
    </p:spTree>
    <p:extLst>
      <p:ext uri="{BB962C8B-B14F-4D97-AF65-F5344CB8AC3E}">
        <p14:creationId xmlns:p14="http://schemas.microsoft.com/office/powerpoint/2010/main" val="6332272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0B203-EE73-2C0F-273F-AAFA09259996}"/>
            </a:ext>
          </a:extLst>
        </p:cNvPr>
        <p:cNvGrpSpPr/>
        <p:nvPr/>
      </p:nvGrpSpPr>
      <p:grpSpPr>
        <a:xfrm>
          <a:off x="0" y="0"/>
          <a:ext cx="0" cy="0"/>
          <a:chOff x="0" y="0"/>
          <a:chExt cx="0" cy="0"/>
        </a:xfrm>
      </p:grpSpPr>
      <p:sp>
        <p:nvSpPr>
          <p:cNvPr id="37" name="Title 36">
            <a:extLst>
              <a:ext uri="{FF2B5EF4-FFF2-40B4-BE49-F238E27FC236}">
                <a16:creationId xmlns:a16="http://schemas.microsoft.com/office/drawing/2014/main" id="{339BC3CC-4DAC-686D-6B25-3330E7814AE2}"/>
              </a:ext>
            </a:extLst>
          </p:cNvPr>
          <p:cNvSpPr>
            <a:spLocks noGrp="1"/>
          </p:cNvSpPr>
          <p:nvPr>
            <p:ph type="title"/>
          </p:nvPr>
        </p:nvSpPr>
        <p:spPr/>
        <p:txBody>
          <a:bodyPr>
            <a:noAutofit/>
          </a:bodyPr>
          <a:lstStyle/>
          <a:p>
            <a:r>
              <a:rPr lang="en-US" b="1" dirty="0">
                <a:latin typeface="Corbel" panose="020B0503020204020204" pitchFamily="34" charset="0"/>
              </a:rPr>
              <a:t>A deep neural network adds many layers to capture</a:t>
            </a:r>
            <a:br>
              <a:rPr lang="en-US" b="1" dirty="0">
                <a:latin typeface="Corbel" panose="020B0503020204020204" pitchFamily="34" charset="0"/>
              </a:rPr>
            </a:br>
            <a:r>
              <a:rPr lang="en-US" b="1" dirty="0">
                <a:latin typeface="Corbel" panose="020B0503020204020204" pitchFamily="34" charset="0"/>
              </a:rPr>
              <a:t>complex patterns</a:t>
            </a:r>
            <a:endParaRPr lang="en-BE" b="1" dirty="0">
              <a:latin typeface="Corbel" panose="020B0503020204020204" pitchFamily="34" charset="0"/>
            </a:endParaRPr>
          </a:p>
        </p:txBody>
      </p:sp>
      <p:pic>
        <p:nvPicPr>
          <p:cNvPr id="15" name="Picture 14">
            <a:hlinkClick r:id="rId3"/>
            <a:extLst>
              <a:ext uri="{FF2B5EF4-FFF2-40B4-BE49-F238E27FC236}">
                <a16:creationId xmlns:a16="http://schemas.microsoft.com/office/drawing/2014/main" id="{9BCAF053-3B23-0FA9-0EDA-E8079D97875F}"/>
              </a:ext>
            </a:extLst>
          </p:cNvPr>
          <p:cNvPicPr>
            <a:picLocks noChangeAspect="1"/>
          </p:cNvPicPr>
          <p:nvPr/>
        </p:nvPicPr>
        <p:blipFill>
          <a:blip r:embed="rId4"/>
          <a:stretch>
            <a:fillRect/>
          </a:stretch>
        </p:blipFill>
        <p:spPr>
          <a:xfrm>
            <a:off x="2266901" y="1380757"/>
            <a:ext cx="7658198" cy="4545886"/>
          </a:xfrm>
          <a:prstGeom prst="rect">
            <a:avLst/>
          </a:prstGeom>
        </p:spPr>
      </p:pic>
      <p:sp>
        <p:nvSpPr>
          <p:cNvPr id="2" name="Slide Number Placeholder 3">
            <a:extLst>
              <a:ext uri="{FF2B5EF4-FFF2-40B4-BE49-F238E27FC236}">
                <a16:creationId xmlns:a16="http://schemas.microsoft.com/office/drawing/2014/main" id="{3FDA7157-E713-2906-3374-90725CFFFD00}"/>
              </a:ext>
            </a:extLst>
          </p:cNvPr>
          <p:cNvSpPr>
            <a:spLocks noGrp="1"/>
          </p:cNvSpPr>
          <p:nvPr>
            <p:ph type="sldNum" sz="quarter" idx="12"/>
          </p:nvPr>
        </p:nvSpPr>
        <p:spPr>
          <a:xfrm>
            <a:off x="10684933" y="6459767"/>
            <a:ext cx="1073434" cy="261708"/>
          </a:xfrm>
        </p:spPr>
        <p:txBody>
          <a:bodyPr/>
          <a:lstStyle/>
          <a:p>
            <a:fld id="{94B3E216-A3C5-4E41-AE94-D003E76F1D3A}" type="slidenum">
              <a:rPr lang="en-US" smtClean="0"/>
              <a:pPr/>
              <a:t>8</a:t>
            </a:fld>
            <a:endParaRPr lang="en-US"/>
          </a:p>
        </p:txBody>
      </p:sp>
      <p:sp>
        <p:nvSpPr>
          <p:cNvPr id="3" name="Footer Placeholder 2">
            <a:extLst>
              <a:ext uri="{FF2B5EF4-FFF2-40B4-BE49-F238E27FC236}">
                <a16:creationId xmlns:a16="http://schemas.microsoft.com/office/drawing/2014/main" id="{853AAFCE-C5EF-7571-F9D8-2E05F77AA118}"/>
              </a:ext>
            </a:extLst>
          </p:cNvPr>
          <p:cNvSpPr>
            <a:spLocks noGrp="1"/>
          </p:cNvSpPr>
          <p:nvPr>
            <p:ph type="ftr" sz="quarter" idx="11"/>
          </p:nvPr>
        </p:nvSpPr>
        <p:spPr>
          <a:xfrm>
            <a:off x="433633" y="6459767"/>
            <a:ext cx="10138411" cy="261708"/>
          </a:xfrm>
        </p:spPr>
        <p:txBody>
          <a:bodyPr/>
          <a:lstStyle/>
          <a:p>
            <a:r>
              <a:rPr lang="en-US" dirty="0">
                <a:hlinkClick r:id="rId5"/>
              </a:rPr>
              <a:t>https://playground.tensorflow.org</a:t>
            </a:r>
            <a:endParaRPr lang="en-US" dirty="0"/>
          </a:p>
        </p:txBody>
      </p:sp>
    </p:spTree>
    <p:extLst>
      <p:ext uri="{BB962C8B-B14F-4D97-AF65-F5344CB8AC3E}">
        <p14:creationId xmlns:p14="http://schemas.microsoft.com/office/powerpoint/2010/main" val="21293555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B384A4-6824-D74C-9063-91019B30A60F}"/>
              </a:ext>
            </a:extLst>
          </p:cNvPr>
          <p:cNvSpPr>
            <a:spLocks noGrp="1"/>
          </p:cNvSpPr>
          <p:nvPr>
            <p:ph type="title"/>
          </p:nvPr>
        </p:nvSpPr>
        <p:spPr/>
        <p:txBody>
          <a:bodyPr/>
          <a:lstStyle/>
          <a:p>
            <a:r>
              <a:rPr lang="en-US" b="1" i="1" dirty="0">
                <a:latin typeface="Corbel" panose="020B0503020204020204" pitchFamily="34" charset="0"/>
              </a:rPr>
              <a:t>Activation functions</a:t>
            </a:r>
            <a:r>
              <a:rPr lang="en-US" b="1" dirty="0">
                <a:latin typeface="Corbel" panose="020B0503020204020204" pitchFamily="34" charset="0"/>
              </a:rPr>
              <a:t> can be added on the output of each node</a:t>
            </a:r>
            <a:endParaRPr lang="en-BE" b="1" i="1" dirty="0">
              <a:latin typeface="Corbel" panose="020B0503020204020204" pitchFamily="34" charset="0"/>
            </a:endParaRPr>
          </a:p>
        </p:txBody>
      </p:sp>
      <p:sp>
        <p:nvSpPr>
          <p:cNvPr id="3" name="Content Placeholder 2">
            <a:extLst>
              <a:ext uri="{FF2B5EF4-FFF2-40B4-BE49-F238E27FC236}">
                <a16:creationId xmlns:a16="http://schemas.microsoft.com/office/drawing/2014/main" id="{DA3E83D0-A7B8-608E-DE3F-19F3C178D75A}"/>
              </a:ext>
            </a:extLst>
          </p:cNvPr>
          <p:cNvSpPr>
            <a:spLocks noGrp="1"/>
          </p:cNvSpPr>
          <p:nvPr>
            <p:ph idx="1"/>
          </p:nvPr>
        </p:nvSpPr>
        <p:spPr/>
        <p:txBody>
          <a:bodyPr/>
          <a:lstStyle/>
          <a:p>
            <a:pPr marL="0" indent="0">
              <a:buNone/>
            </a:pPr>
            <a:r>
              <a:rPr lang="en-US"/>
              <a:t>➡️ Capture non-linear relationships</a:t>
            </a:r>
          </a:p>
          <a:p>
            <a:pPr marL="0" indent="0">
              <a:buNone/>
            </a:pPr>
            <a:r>
              <a:rPr lang="en-US"/>
              <a:t>➡️ Avoid exploding or diminishing outputs in deep networks</a:t>
            </a:r>
            <a:endParaRPr lang="en-BE"/>
          </a:p>
        </p:txBody>
      </p:sp>
      <p:sp>
        <p:nvSpPr>
          <p:cNvPr id="4" name="Slide Number Placeholder 3">
            <a:extLst>
              <a:ext uri="{FF2B5EF4-FFF2-40B4-BE49-F238E27FC236}">
                <a16:creationId xmlns:a16="http://schemas.microsoft.com/office/drawing/2014/main" id="{657701FF-871F-A0CE-B6A5-12232CDBBEAA}"/>
              </a:ext>
            </a:extLst>
          </p:cNvPr>
          <p:cNvSpPr>
            <a:spLocks noGrp="1"/>
          </p:cNvSpPr>
          <p:nvPr>
            <p:ph type="sldNum" sz="quarter" idx="12"/>
          </p:nvPr>
        </p:nvSpPr>
        <p:spPr/>
        <p:txBody>
          <a:bodyPr/>
          <a:lstStyle/>
          <a:p>
            <a:fld id="{94B3E216-A3C5-4E41-AE94-D003E76F1D3A}" type="slidenum">
              <a:rPr lang="en-US" smtClean="0"/>
              <a:pPr/>
              <a:t>9</a:t>
            </a:fld>
            <a:endParaRPr lang="en-US"/>
          </a:p>
        </p:txBody>
      </p:sp>
      <p:pic>
        <p:nvPicPr>
          <p:cNvPr id="5" name="Picture 4">
            <a:extLst>
              <a:ext uri="{FF2B5EF4-FFF2-40B4-BE49-F238E27FC236}">
                <a16:creationId xmlns:a16="http://schemas.microsoft.com/office/drawing/2014/main" id="{8FCDCAE5-3DEB-ED48-D7B3-8CE0712C884C}"/>
              </a:ext>
            </a:extLst>
          </p:cNvPr>
          <p:cNvPicPr>
            <a:picLocks noChangeAspect="1"/>
          </p:cNvPicPr>
          <p:nvPr/>
        </p:nvPicPr>
        <p:blipFill>
          <a:blip r:embed="rId3"/>
          <a:stretch>
            <a:fillRect/>
          </a:stretch>
        </p:blipFill>
        <p:spPr>
          <a:xfrm>
            <a:off x="1658816" y="2362153"/>
            <a:ext cx="8874368" cy="3845747"/>
          </a:xfrm>
          <a:prstGeom prst="rect">
            <a:avLst/>
          </a:prstGeom>
        </p:spPr>
      </p:pic>
    </p:spTree>
    <p:extLst>
      <p:ext uri="{BB962C8B-B14F-4D97-AF65-F5344CB8AC3E}">
        <p14:creationId xmlns:p14="http://schemas.microsoft.com/office/powerpoint/2010/main" val="34285703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090D2-573C-0940-F527-6DB092E4B6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91751E-871E-01D2-A7D2-8A735BFE59EC}"/>
              </a:ext>
            </a:extLst>
          </p:cNvPr>
          <p:cNvSpPr>
            <a:spLocks noGrp="1"/>
          </p:cNvSpPr>
          <p:nvPr>
            <p:ph type="title"/>
          </p:nvPr>
        </p:nvSpPr>
        <p:spPr>
          <a:xfrm>
            <a:off x="433633" y="365125"/>
            <a:ext cx="11324734" cy="418128"/>
          </a:xfrm>
        </p:spPr>
        <p:txBody>
          <a:bodyPr/>
          <a:lstStyle/>
          <a:p>
            <a:r>
              <a:rPr lang="en-US" b="1" dirty="0">
                <a:latin typeface="Corbel" panose="020B0503020204020204" pitchFamily="34" charset="0"/>
              </a:rPr>
              <a:t>Do we need to go deeper?</a:t>
            </a:r>
            <a:endParaRPr lang="en-BE" b="1" dirty="0">
              <a:latin typeface="Corbel" panose="020B0503020204020204" pitchFamily="34" charset="0"/>
            </a:endParaRPr>
          </a:p>
        </p:txBody>
      </p:sp>
      <p:sp>
        <p:nvSpPr>
          <p:cNvPr id="3" name="Content Placeholder 2">
            <a:extLst>
              <a:ext uri="{FF2B5EF4-FFF2-40B4-BE49-F238E27FC236}">
                <a16:creationId xmlns:a16="http://schemas.microsoft.com/office/drawing/2014/main" id="{EF21D9BE-2142-8365-8E22-C990FA6D1DCC}"/>
              </a:ext>
            </a:extLst>
          </p:cNvPr>
          <p:cNvSpPr>
            <a:spLocks noGrp="1"/>
          </p:cNvSpPr>
          <p:nvPr>
            <p:ph idx="1"/>
          </p:nvPr>
        </p:nvSpPr>
        <p:spPr>
          <a:xfrm>
            <a:off x="433389" y="1225550"/>
            <a:ext cx="5186236" cy="5108575"/>
          </a:xfrm>
        </p:spPr>
        <p:txBody>
          <a:bodyPr anchor="ctr"/>
          <a:lstStyle/>
          <a:p>
            <a:pPr marL="0" indent="0">
              <a:buNone/>
            </a:pPr>
            <a:r>
              <a:rPr lang="en-US" b="1" dirty="0">
                <a:latin typeface="Corbel" panose="020B0503020204020204" pitchFamily="34" charset="0"/>
              </a:rPr>
              <a:t>Deeper networks…</a:t>
            </a:r>
          </a:p>
          <a:p>
            <a:pPr marL="0" indent="0">
              <a:buNone/>
            </a:pPr>
            <a:r>
              <a:rPr lang="en-US" b="1" dirty="0">
                <a:latin typeface="Corbel" panose="020B0503020204020204" pitchFamily="34" charset="0"/>
              </a:rPr>
              <a:t>➡️  … can learn more complex patterns</a:t>
            </a:r>
          </a:p>
          <a:p>
            <a:pPr marL="0" indent="0">
              <a:buNone/>
            </a:pPr>
            <a:r>
              <a:rPr lang="en-US" b="1" dirty="0">
                <a:latin typeface="Corbel" panose="020B0503020204020204" pitchFamily="34" charset="0"/>
              </a:rPr>
              <a:t>➡️  … require more data to be trained</a:t>
            </a:r>
          </a:p>
          <a:p>
            <a:pPr marL="0" indent="0">
              <a:buNone/>
            </a:pPr>
            <a:endParaRPr lang="en-US" b="1" dirty="0">
              <a:latin typeface="Corbel" panose="020B0503020204020204" pitchFamily="34" charset="0"/>
            </a:endParaRPr>
          </a:p>
          <a:p>
            <a:pPr marL="0" indent="0">
              <a:buNone/>
            </a:pPr>
            <a:endParaRPr lang="nl-BE" b="1" dirty="0">
              <a:latin typeface="Corbel" panose="020B0503020204020204" pitchFamily="34" charset="0"/>
            </a:endParaRPr>
          </a:p>
          <a:p>
            <a:pPr marL="0" indent="0">
              <a:buNone/>
            </a:pPr>
            <a:endParaRPr lang="nl-BE" b="1" dirty="0">
              <a:latin typeface="Corbel" panose="020B0503020204020204" pitchFamily="34" charset="0"/>
            </a:endParaRPr>
          </a:p>
          <a:p>
            <a:pPr marL="0" indent="0">
              <a:buNone/>
            </a:pPr>
            <a:endParaRPr lang="nl-BE" b="1" dirty="0">
              <a:latin typeface="Corbel" panose="020B0503020204020204" pitchFamily="34" charset="0"/>
            </a:endParaRPr>
          </a:p>
          <a:p>
            <a:pPr marL="0" indent="0">
              <a:buNone/>
            </a:pPr>
            <a:endParaRPr lang="nl-BE" b="1" dirty="0">
              <a:latin typeface="Corbel" panose="020B0503020204020204" pitchFamily="34" charset="0"/>
            </a:endParaRPr>
          </a:p>
          <a:p>
            <a:pPr marL="0" indent="0">
              <a:buNone/>
            </a:pPr>
            <a:endParaRPr lang="en-BE" b="1" dirty="0">
              <a:latin typeface="Corbel" panose="020B0503020204020204" pitchFamily="34" charset="0"/>
            </a:endParaRPr>
          </a:p>
        </p:txBody>
      </p:sp>
      <p:sp>
        <p:nvSpPr>
          <p:cNvPr id="4" name="Slide Number Placeholder 3">
            <a:extLst>
              <a:ext uri="{FF2B5EF4-FFF2-40B4-BE49-F238E27FC236}">
                <a16:creationId xmlns:a16="http://schemas.microsoft.com/office/drawing/2014/main" id="{DCF8FF05-1B32-2FE3-14BE-A89E8C2C71AF}"/>
              </a:ext>
            </a:extLst>
          </p:cNvPr>
          <p:cNvSpPr>
            <a:spLocks noGrp="1"/>
          </p:cNvSpPr>
          <p:nvPr>
            <p:ph type="sldNum" sz="quarter" idx="12"/>
          </p:nvPr>
        </p:nvSpPr>
        <p:spPr>
          <a:xfrm>
            <a:off x="10684933" y="6459767"/>
            <a:ext cx="1073434" cy="261708"/>
          </a:xfrm>
        </p:spPr>
        <p:txBody>
          <a:bodyPr/>
          <a:lstStyle/>
          <a:p>
            <a:fld id="{94B3E216-A3C5-4E41-AE94-D003E76F1D3A}" type="slidenum">
              <a:rPr lang="en-US" smtClean="0"/>
              <a:pPr/>
              <a:t>10</a:t>
            </a:fld>
            <a:endParaRPr lang="en-US"/>
          </a:p>
        </p:txBody>
      </p:sp>
      <p:pic>
        <p:nvPicPr>
          <p:cNvPr id="6" name="Picture 4" descr="Related image">
            <a:extLst>
              <a:ext uri="{FF2B5EF4-FFF2-40B4-BE49-F238E27FC236}">
                <a16:creationId xmlns:a16="http://schemas.microsoft.com/office/drawing/2014/main" id="{3951A24A-A5F1-4A87-E85E-06A9C98A905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tretch>
            <a:fillRect/>
          </a:stretch>
        </p:blipFill>
        <p:spPr bwMode="auto">
          <a:xfrm>
            <a:off x="5830966" y="2046188"/>
            <a:ext cx="5927401" cy="36305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36174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4C766A1-B906-5458-804A-6FC35C7F494C}"/>
              </a:ext>
            </a:extLst>
          </p:cNvPr>
          <p:cNvSpPr>
            <a:spLocks noGrp="1"/>
          </p:cNvSpPr>
          <p:nvPr>
            <p:ph type="title"/>
          </p:nvPr>
        </p:nvSpPr>
        <p:spPr/>
        <p:txBody>
          <a:bodyPr/>
          <a:lstStyle/>
          <a:p>
            <a:r>
              <a:rPr lang="en-US" b="1" dirty="0">
                <a:latin typeface="Corbel" panose="020B0503020204020204" pitchFamily="34" charset="0"/>
              </a:rPr>
              <a:t>For complex tasks, deeper seems better…</a:t>
            </a:r>
            <a:endParaRPr lang="en-BE" b="1" dirty="0">
              <a:latin typeface="Corbel" panose="020B0503020204020204" pitchFamily="34" charset="0"/>
            </a:endParaRPr>
          </a:p>
        </p:txBody>
      </p:sp>
      <p:sp>
        <p:nvSpPr>
          <p:cNvPr id="4" name="Content Placeholder 3">
            <a:extLst>
              <a:ext uri="{FF2B5EF4-FFF2-40B4-BE49-F238E27FC236}">
                <a16:creationId xmlns:a16="http://schemas.microsoft.com/office/drawing/2014/main" id="{D66B9E8F-8ADC-15D4-EAB6-58EA09609E6C}"/>
              </a:ext>
            </a:extLst>
          </p:cNvPr>
          <p:cNvSpPr>
            <a:spLocks noGrp="1"/>
          </p:cNvSpPr>
          <p:nvPr>
            <p:ph idx="1"/>
          </p:nvPr>
        </p:nvSpPr>
        <p:spPr/>
        <p:txBody>
          <a:bodyPr/>
          <a:lstStyle/>
          <a:p>
            <a:pPr marL="0" indent="0">
              <a:buNone/>
            </a:pPr>
            <a:r>
              <a:rPr lang="en-US" b="1" dirty="0">
                <a:latin typeface="Corbel" panose="020B0503020204020204" pitchFamily="34" charset="0"/>
              </a:rPr>
              <a:t>However, more complicated architecture setups are required to make the models learn well.</a:t>
            </a:r>
            <a:endParaRPr lang="en-BE" b="1" dirty="0">
              <a:latin typeface="Corbel" panose="020B0503020204020204" pitchFamily="34" charset="0"/>
            </a:endParaRPr>
          </a:p>
        </p:txBody>
      </p:sp>
      <p:sp>
        <p:nvSpPr>
          <p:cNvPr id="2" name="Slide Number Placeholder 1">
            <a:extLst>
              <a:ext uri="{FF2B5EF4-FFF2-40B4-BE49-F238E27FC236}">
                <a16:creationId xmlns:a16="http://schemas.microsoft.com/office/drawing/2014/main" id="{715B50C2-9079-577E-9E36-DE4258EEF85D}"/>
              </a:ext>
            </a:extLst>
          </p:cNvPr>
          <p:cNvSpPr>
            <a:spLocks noGrp="1"/>
          </p:cNvSpPr>
          <p:nvPr>
            <p:ph type="sldNum" sz="quarter" idx="12"/>
          </p:nvPr>
        </p:nvSpPr>
        <p:spPr/>
        <p:txBody>
          <a:bodyPr/>
          <a:lstStyle/>
          <a:p>
            <a:fld id="{94B3E216-A3C5-4E41-AE94-D003E76F1D3A}" type="slidenum">
              <a:rPr lang="en-BE" smtClean="0"/>
              <a:t>11</a:t>
            </a:fld>
            <a:endParaRPr lang="en-BE"/>
          </a:p>
        </p:txBody>
      </p:sp>
      <p:pic>
        <p:nvPicPr>
          <p:cNvPr id="8" name="Picture 7">
            <a:extLst>
              <a:ext uri="{FF2B5EF4-FFF2-40B4-BE49-F238E27FC236}">
                <a16:creationId xmlns:a16="http://schemas.microsoft.com/office/drawing/2014/main" id="{04BE0931-5C60-0230-CE7A-787BAFD59324}"/>
              </a:ext>
            </a:extLst>
          </p:cNvPr>
          <p:cNvPicPr>
            <a:picLocks noChangeAspect="1"/>
          </p:cNvPicPr>
          <p:nvPr/>
        </p:nvPicPr>
        <p:blipFill>
          <a:blip r:embed="rId3"/>
          <a:stretch>
            <a:fillRect/>
          </a:stretch>
        </p:blipFill>
        <p:spPr>
          <a:xfrm>
            <a:off x="2145960" y="1771783"/>
            <a:ext cx="7900080" cy="4443795"/>
          </a:xfrm>
          <a:prstGeom prst="rect">
            <a:avLst/>
          </a:prstGeom>
        </p:spPr>
      </p:pic>
    </p:spTree>
    <p:extLst>
      <p:ext uri="{BB962C8B-B14F-4D97-AF65-F5344CB8AC3E}">
        <p14:creationId xmlns:p14="http://schemas.microsoft.com/office/powerpoint/2010/main" val="15839110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E248F-D24D-CE75-E061-8AF3EFB0B22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F0F29D5-8308-592E-A3C0-AE6EB1980984}"/>
              </a:ext>
            </a:extLst>
          </p:cNvPr>
          <p:cNvSpPr>
            <a:spLocks noGrp="1"/>
          </p:cNvSpPr>
          <p:nvPr>
            <p:ph type="title"/>
          </p:nvPr>
        </p:nvSpPr>
        <p:spPr/>
        <p:txBody>
          <a:bodyPr/>
          <a:lstStyle/>
          <a:p>
            <a:r>
              <a:rPr lang="en-US" b="1" dirty="0">
                <a:latin typeface="Corbel" panose="020B0503020204020204" pitchFamily="34" charset="0"/>
              </a:rPr>
              <a:t>For complex tasks, deeper seems better…</a:t>
            </a:r>
            <a:endParaRPr lang="en-BE" b="1" dirty="0">
              <a:latin typeface="Corbel" panose="020B0503020204020204" pitchFamily="34" charset="0"/>
            </a:endParaRPr>
          </a:p>
        </p:txBody>
      </p:sp>
      <p:sp>
        <p:nvSpPr>
          <p:cNvPr id="4" name="Content Placeholder 3">
            <a:extLst>
              <a:ext uri="{FF2B5EF4-FFF2-40B4-BE49-F238E27FC236}">
                <a16:creationId xmlns:a16="http://schemas.microsoft.com/office/drawing/2014/main" id="{2702D642-DE3F-DA4E-8798-25DA1686F7DE}"/>
              </a:ext>
            </a:extLst>
          </p:cNvPr>
          <p:cNvSpPr>
            <a:spLocks noGrp="1"/>
          </p:cNvSpPr>
          <p:nvPr>
            <p:ph idx="1"/>
          </p:nvPr>
        </p:nvSpPr>
        <p:spPr/>
        <p:txBody>
          <a:bodyPr/>
          <a:lstStyle/>
          <a:p>
            <a:pPr marL="0" indent="0">
              <a:buNone/>
            </a:pPr>
            <a:r>
              <a:rPr lang="en-US" b="1" dirty="0">
                <a:latin typeface="Corbel" panose="020B0503020204020204" pitchFamily="34" charset="0"/>
              </a:rPr>
              <a:t>However, more complicated architecture setups are required to make the models learn well.</a:t>
            </a:r>
            <a:endParaRPr lang="en-BE" b="1" dirty="0">
              <a:latin typeface="Corbel" panose="020B0503020204020204" pitchFamily="34" charset="0"/>
            </a:endParaRPr>
          </a:p>
        </p:txBody>
      </p:sp>
      <p:sp>
        <p:nvSpPr>
          <p:cNvPr id="2" name="Slide Number Placeholder 1">
            <a:extLst>
              <a:ext uri="{FF2B5EF4-FFF2-40B4-BE49-F238E27FC236}">
                <a16:creationId xmlns:a16="http://schemas.microsoft.com/office/drawing/2014/main" id="{BA5B210A-DC11-2209-C47A-CA3EDBED0CA3}"/>
              </a:ext>
            </a:extLst>
          </p:cNvPr>
          <p:cNvSpPr>
            <a:spLocks noGrp="1"/>
          </p:cNvSpPr>
          <p:nvPr>
            <p:ph type="sldNum" sz="quarter" idx="12"/>
          </p:nvPr>
        </p:nvSpPr>
        <p:spPr/>
        <p:txBody>
          <a:bodyPr/>
          <a:lstStyle/>
          <a:p>
            <a:fld id="{94B3E216-A3C5-4E41-AE94-D003E76F1D3A}" type="slidenum">
              <a:rPr lang="en-BE" smtClean="0"/>
              <a:t>12</a:t>
            </a:fld>
            <a:endParaRPr lang="en-BE"/>
          </a:p>
        </p:txBody>
      </p:sp>
      <p:sp>
        <p:nvSpPr>
          <p:cNvPr id="6" name="Footer Placeholder 5">
            <a:extLst>
              <a:ext uri="{FF2B5EF4-FFF2-40B4-BE49-F238E27FC236}">
                <a16:creationId xmlns:a16="http://schemas.microsoft.com/office/drawing/2014/main" id="{3C4977BB-AA4F-238A-2189-A785ECF6505C}"/>
              </a:ext>
            </a:extLst>
          </p:cNvPr>
          <p:cNvSpPr>
            <a:spLocks noGrp="1"/>
          </p:cNvSpPr>
          <p:nvPr>
            <p:ph type="ftr" sz="quarter" idx="11"/>
          </p:nvPr>
        </p:nvSpPr>
        <p:spPr/>
        <p:txBody>
          <a:bodyPr/>
          <a:lstStyle/>
          <a:p>
            <a:r>
              <a:rPr lang="en-US"/>
              <a:t>https://openai.com/product/gpt-4</a:t>
            </a:r>
          </a:p>
        </p:txBody>
      </p:sp>
      <p:pic>
        <p:nvPicPr>
          <p:cNvPr id="7" name="Picture 2" descr="GPT-4: Facts, Rumors and Expectations about next-gen AI model | by Nick  Babich | UX Planet">
            <a:extLst>
              <a:ext uri="{FF2B5EF4-FFF2-40B4-BE49-F238E27FC236}">
                <a16:creationId xmlns:a16="http://schemas.microsoft.com/office/drawing/2014/main" id="{8F20F040-61B5-0F07-0846-B43ADFC98F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03160" y="1935038"/>
            <a:ext cx="5585680" cy="4238596"/>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71684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DBFC5A-FFC9-B587-35A1-0397BF1B9B6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B1C5F92-10D0-9A4B-B741-3E72BB266EF3}"/>
              </a:ext>
            </a:extLst>
          </p:cNvPr>
          <p:cNvSpPr>
            <a:spLocks noGrp="1"/>
          </p:cNvSpPr>
          <p:nvPr>
            <p:ph type="title"/>
          </p:nvPr>
        </p:nvSpPr>
        <p:spPr/>
        <p:txBody>
          <a:bodyPr/>
          <a:lstStyle/>
          <a:p>
            <a:r>
              <a:rPr lang="en-US" dirty="0"/>
              <a:t>For complex tasks, deeper seems better…</a:t>
            </a:r>
            <a:endParaRPr lang="en-BE" dirty="0"/>
          </a:p>
        </p:txBody>
      </p:sp>
      <p:sp>
        <p:nvSpPr>
          <p:cNvPr id="4" name="Content Placeholder 3">
            <a:extLst>
              <a:ext uri="{FF2B5EF4-FFF2-40B4-BE49-F238E27FC236}">
                <a16:creationId xmlns:a16="http://schemas.microsoft.com/office/drawing/2014/main" id="{ACFFFA63-1CC7-AA0A-07F3-3F3D0BD143BD}"/>
              </a:ext>
            </a:extLst>
          </p:cNvPr>
          <p:cNvSpPr>
            <a:spLocks noGrp="1"/>
          </p:cNvSpPr>
          <p:nvPr>
            <p:ph idx="1"/>
          </p:nvPr>
        </p:nvSpPr>
        <p:spPr/>
        <p:txBody>
          <a:bodyPr/>
          <a:lstStyle/>
          <a:p>
            <a:pPr marL="0" indent="0">
              <a:buNone/>
            </a:pPr>
            <a:r>
              <a:rPr lang="en-US"/>
              <a:t>However, more complicated architecture setups are required to make the models learn well.</a:t>
            </a:r>
            <a:endParaRPr lang="en-BE"/>
          </a:p>
        </p:txBody>
      </p:sp>
      <p:sp>
        <p:nvSpPr>
          <p:cNvPr id="2" name="Slide Number Placeholder 1">
            <a:extLst>
              <a:ext uri="{FF2B5EF4-FFF2-40B4-BE49-F238E27FC236}">
                <a16:creationId xmlns:a16="http://schemas.microsoft.com/office/drawing/2014/main" id="{D41FD7B1-E758-A905-21A1-13812D4CABB5}"/>
              </a:ext>
            </a:extLst>
          </p:cNvPr>
          <p:cNvSpPr>
            <a:spLocks noGrp="1"/>
          </p:cNvSpPr>
          <p:nvPr>
            <p:ph type="sldNum" sz="quarter" idx="12"/>
          </p:nvPr>
        </p:nvSpPr>
        <p:spPr/>
        <p:txBody>
          <a:bodyPr/>
          <a:lstStyle/>
          <a:p>
            <a:fld id="{94B3E216-A3C5-4E41-AE94-D003E76F1D3A}" type="slidenum">
              <a:rPr lang="en-BE" smtClean="0"/>
              <a:t>13</a:t>
            </a:fld>
            <a:endParaRPr lang="en-BE"/>
          </a:p>
        </p:txBody>
      </p:sp>
      <p:sp>
        <p:nvSpPr>
          <p:cNvPr id="6" name="Footer Placeholder 5">
            <a:extLst>
              <a:ext uri="{FF2B5EF4-FFF2-40B4-BE49-F238E27FC236}">
                <a16:creationId xmlns:a16="http://schemas.microsoft.com/office/drawing/2014/main" id="{08674E6C-C3E3-FF91-3C4D-BB0D3F49224B}"/>
              </a:ext>
            </a:extLst>
          </p:cNvPr>
          <p:cNvSpPr>
            <a:spLocks noGrp="1"/>
          </p:cNvSpPr>
          <p:nvPr>
            <p:ph type="ftr" sz="quarter" idx="11"/>
          </p:nvPr>
        </p:nvSpPr>
        <p:spPr/>
        <p:txBody>
          <a:bodyPr/>
          <a:lstStyle/>
          <a:p>
            <a:r>
              <a:rPr lang="en-US"/>
              <a:t>https://openai.com/product/gpt-4</a:t>
            </a:r>
          </a:p>
        </p:txBody>
      </p:sp>
      <p:pic>
        <p:nvPicPr>
          <p:cNvPr id="5" name="Picture 2" descr="Mostfa on Twitter: &quot;@AndrewSteinwold Let's put that into perspective, of  course the number of parameters doesn't mean anything, since from human to  human there is a large gap in the model processing">
            <a:extLst>
              <a:ext uri="{FF2B5EF4-FFF2-40B4-BE49-F238E27FC236}">
                <a16:creationId xmlns:a16="http://schemas.microsoft.com/office/drawing/2014/main" id="{6C6D9AFA-8871-AFCE-F5B8-F565568E108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15307" y="1837243"/>
            <a:ext cx="7561385" cy="4251310"/>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19924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83832-9215-7377-3A91-72099ABEA52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7985420-0418-65D1-8263-2FB689373BCD}"/>
              </a:ext>
            </a:extLst>
          </p:cNvPr>
          <p:cNvSpPr>
            <a:spLocks noGrp="1"/>
          </p:cNvSpPr>
          <p:nvPr>
            <p:ph type="title"/>
          </p:nvPr>
        </p:nvSpPr>
        <p:spPr>
          <a:xfrm>
            <a:off x="433633" y="365125"/>
            <a:ext cx="11324734" cy="418128"/>
          </a:xfrm>
        </p:spPr>
        <p:txBody>
          <a:bodyPr/>
          <a:lstStyle/>
          <a:p>
            <a:r>
              <a:rPr lang="en-US" b="1" noProof="0" dirty="0">
                <a:latin typeface="Corbel" panose="020B0503020204020204" pitchFamily="34" charset="0"/>
              </a:rPr>
              <a:t>The </a:t>
            </a:r>
            <a:r>
              <a:rPr lang="en-US" b="1" i="1" noProof="0" dirty="0">
                <a:latin typeface="Corbel" panose="020B0503020204020204" pitchFamily="34" charset="0"/>
              </a:rPr>
              <a:t>loss function </a:t>
            </a:r>
            <a:r>
              <a:rPr lang="en-US" b="1" noProof="0" dirty="0">
                <a:latin typeface="Corbel" panose="020B0503020204020204" pitchFamily="34" charset="0"/>
              </a:rPr>
              <a:t>should be minimized to find the optimal model</a:t>
            </a:r>
          </a:p>
        </p:txBody>
      </p:sp>
      <p:sp>
        <p:nvSpPr>
          <p:cNvPr id="8" name="Content Placeholder 2">
            <a:extLst>
              <a:ext uri="{FF2B5EF4-FFF2-40B4-BE49-F238E27FC236}">
                <a16:creationId xmlns:a16="http://schemas.microsoft.com/office/drawing/2014/main" id="{E1086813-7E9A-FC80-B726-7E3067EF15F8}"/>
              </a:ext>
            </a:extLst>
          </p:cNvPr>
          <p:cNvSpPr>
            <a:spLocks noGrp="1"/>
          </p:cNvSpPr>
          <p:nvPr>
            <p:ph idx="1"/>
          </p:nvPr>
        </p:nvSpPr>
        <p:spPr>
          <a:xfrm>
            <a:off x="433388" y="1225551"/>
            <a:ext cx="5356298" cy="4424354"/>
          </a:xfrm>
        </p:spPr>
        <p:txBody>
          <a:bodyPr anchor="ctr">
            <a:normAutofit/>
          </a:bodyPr>
          <a:lstStyle/>
          <a:p>
            <a:pPr marL="0" indent="0" algn="r">
              <a:buNone/>
            </a:pPr>
            <a:r>
              <a:rPr lang="en-US" sz="2400" b="1" noProof="0" dirty="0">
                <a:latin typeface="Corbel" panose="020B0503020204020204" pitchFamily="34" charset="0"/>
              </a:rPr>
              <a:t>regression</a:t>
            </a:r>
          </a:p>
          <a:p>
            <a:pPr marL="0" indent="0" algn="r">
              <a:buNone/>
            </a:pPr>
            <a:r>
              <a:rPr lang="en-US" sz="2400" b="1" noProof="0" dirty="0">
                <a:latin typeface="Corbel" panose="020B0503020204020204" pitchFamily="34" charset="0"/>
              </a:rPr>
              <a:t>binary classification</a:t>
            </a:r>
          </a:p>
          <a:p>
            <a:pPr marL="0" indent="0" algn="r">
              <a:buNone/>
            </a:pPr>
            <a:r>
              <a:rPr lang="en-US" sz="2400" b="1" noProof="0" dirty="0">
                <a:latin typeface="Corbel" panose="020B0503020204020204" pitchFamily="34" charset="0"/>
              </a:rPr>
              <a:t>multi-class classification</a:t>
            </a:r>
          </a:p>
          <a:p>
            <a:pPr marL="0" indent="0" algn="r">
              <a:buNone/>
            </a:pPr>
            <a:r>
              <a:rPr lang="en-US" sz="2400" b="1" noProof="0" dirty="0">
                <a:latin typeface="Corbel" panose="020B0503020204020204" pitchFamily="34" charset="0"/>
              </a:rPr>
              <a:t>…</a:t>
            </a:r>
          </a:p>
        </p:txBody>
      </p:sp>
      <p:sp>
        <p:nvSpPr>
          <p:cNvPr id="6" name="Footer Placeholder 5">
            <a:extLst>
              <a:ext uri="{FF2B5EF4-FFF2-40B4-BE49-F238E27FC236}">
                <a16:creationId xmlns:a16="http://schemas.microsoft.com/office/drawing/2014/main" id="{AD807AB9-4A73-7D5D-1A39-8B8E872D156D}"/>
              </a:ext>
            </a:extLst>
          </p:cNvPr>
          <p:cNvSpPr>
            <a:spLocks noGrp="1"/>
          </p:cNvSpPr>
          <p:nvPr>
            <p:ph type="ftr" sz="quarter" idx="11"/>
          </p:nvPr>
        </p:nvSpPr>
        <p:spPr>
          <a:xfrm>
            <a:off x="433633" y="6459767"/>
            <a:ext cx="10138411" cy="261708"/>
          </a:xfrm>
        </p:spPr>
        <p:txBody>
          <a:bodyPr/>
          <a:lstStyle/>
          <a:p>
            <a:endParaRPr lang="en-US" noProof="0"/>
          </a:p>
        </p:txBody>
      </p:sp>
      <p:sp>
        <p:nvSpPr>
          <p:cNvPr id="2" name="Slide Number Placeholder 1">
            <a:extLst>
              <a:ext uri="{FF2B5EF4-FFF2-40B4-BE49-F238E27FC236}">
                <a16:creationId xmlns:a16="http://schemas.microsoft.com/office/drawing/2014/main" id="{5C7DC9D0-9186-8B55-2E02-316BDACB1D7B}"/>
              </a:ext>
            </a:extLst>
          </p:cNvPr>
          <p:cNvSpPr>
            <a:spLocks noGrp="1"/>
          </p:cNvSpPr>
          <p:nvPr>
            <p:ph type="sldNum" sz="quarter" idx="12"/>
          </p:nvPr>
        </p:nvSpPr>
        <p:spPr>
          <a:xfrm>
            <a:off x="10684933" y="6459767"/>
            <a:ext cx="1073434" cy="261708"/>
          </a:xfrm>
        </p:spPr>
        <p:txBody>
          <a:bodyPr/>
          <a:lstStyle/>
          <a:p>
            <a:fld id="{94B3E216-A3C5-4E41-AE94-D003E76F1D3A}" type="slidenum">
              <a:rPr lang="en-US" noProof="0" smtClean="0"/>
              <a:pPr/>
              <a:t>14</a:t>
            </a:fld>
            <a:endParaRPr lang="en-US" noProof="0"/>
          </a:p>
        </p:txBody>
      </p:sp>
      <p:sp>
        <p:nvSpPr>
          <p:cNvPr id="13" name="Content Placeholder 2">
            <a:extLst>
              <a:ext uri="{FF2B5EF4-FFF2-40B4-BE49-F238E27FC236}">
                <a16:creationId xmlns:a16="http://schemas.microsoft.com/office/drawing/2014/main" id="{D0578012-C0E8-5EFD-E745-38C7D2115419}"/>
              </a:ext>
            </a:extLst>
          </p:cNvPr>
          <p:cNvSpPr txBox="1">
            <a:spLocks/>
          </p:cNvSpPr>
          <p:nvPr/>
        </p:nvSpPr>
        <p:spPr>
          <a:xfrm>
            <a:off x="5789686" y="1225550"/>
            <a:ext cx="612628" cy="4424354"/>
          </a:xfrm>
          <a:prstGeom prst="rect">
            <a:avLst/>
          </a:prstGeom>
        </p:spPr>
        <p:txBody>
          <a:bodyPr vert="horz" lIns="0" tIns="0" rIns="0" bIns="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lang="en-GB" sz="2000" kern="1200">
                <a:solidFill>
                  <a:schemeClr val="tx1"/>
                </a:solidFill>
                <a:latin typeface="Aptos SemiBold" panose="020B00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en-GB" sz="1800" kern="1200">
                <a:solidFill>
                  <a:schemeClr val="tx1"/>
                </a:solidFill>
                <a:latin typeface="Aptos SemiBold" panose="020B0004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en-GB" sz="1600" kern="1200">
                <a:solidFill>
                  <a:schemeClr val="tx1"/>
                </a:solidFill>
                <a:latin typeface="Aptos SemiBold" panose="020B0004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en-GB" sz="1400" kern="1200">
                <a:solidFill>
                  <a:schemeClr val="tx1"/>
                </a:solidFill>
                <a:latin typeface="Aptos SemiBold" panose="020B0004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en-BE" sz="1400" kern="1200">
                <a:solidFill>
                  <a:schemeClr val="tx1"/>
                </a:solidFill>
                <a:latin typeface="Aptos SemiBold"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2400" noProof="0"/>
              <a:t>➡️</a:t>
            </a:r>
          </a:p>
          <a:p>
            <a:pPr marL="0" indent="0" algn="ctr">
              <a:buFont typeface="Arial" panose="020B0604020202020204" pitchFamily="34" charset="0"/>
              <a:buNone/>
            </a:pPr>
            <a:r>
              <a:rPr lang="en-US" sz="2400" noProof="0"/>
              <a:t>➡️</a:t>
            </a:r>
          </a:p>
          <a:p>
            <a:pPr marL="0" indent="0" algn="ctr">
              <a:buFont typeface="Arial" panose="020B0604020202020204" pitchFamily="34" charset="0"/>
              <a:buNone/>
            </a:pPr>
            <a:r>
              <a:rPr lang="en-US" sz="2400" noProof="0"/>
              <a:t>➡️</a:t>
            </a:r>
          </a:p>
          <a:p>
            <a:pPr marL="0" indent="0" algn="ctr">
              <a:buFont typeface="Arial" panose="020B0604020202020204" pitchFamily="34" charset="0"/>
              <a:buNone/>
            </a:pPr>
            <a:r>
              <a:rPr lang="en-US" sz="2400" noProof="0"/>
              <a:t>➡️</a:t>
            </a:r>
          </a:p>
        </p:txBody>
      </p:sp>
      <p:sp>
        <p:nvSpPr>
          <p:cNvPr id="14" name="Content Placeholder 2">
            <a:extLst>
              <a:ext uri="{FF2B5EF4-FFF2-40B4-BE49-F238E27FC236}">
                <a16:creationId xmlns:a16="http://schemas.microsoft.com/office/drawing/2014/main" id="{A66634EA-05A4-436F-3F3B-A68EB9F13931}"/>
              </a:ext>
            </a:extLst>
          </p:cNvPr>
          <p:cNvSpPr txBox="1">
            <a:spLocks/>
          </p:cNvSpPr>
          <p:nvPr/>
        </p:nvSpPr>
        <p:spPr>
          <a:xfrm>
            <a:off x="6402314" y="1225549"/>
            <a:ext cx="5356298" cy="4424354"/>
          </a:xfrm>
          <a:prstGeom prst="rect">
            <a:avLst/>
          </a:prstGeom>
        </p:spPr>
        <p:txBody>
          <a:bodyPr vert="horz" lIns="0" tIns="0" rIns="0" bIns="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lang="en-GB" sz="2000" kern="1200">
                <a:solidFill>
                  <a:schemeClr val="tx1"/>
                </a:solidFill>
                <a:latin typeface="Aptos SemiBold" panose="020B00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en-GB" sz="1800" kern="1200">
                <a:solidFill>
                  <a:schemeClr val="tx1"/>
                </a:solidFill>
                <a:latin typeface="Aptos SemiBold" panose="020B0004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en-GB" sz="1600" kern="1200">
                <a:solidFill>
                  <a:schemeClr val="tx1"/>
                </a:solidFill>
                <a:latin typeface="Aptos SemiBold" panose="020B0004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en-GB" sz="1400" kern="1200">
                <a:solidFill>
                  <a:schemeClr val="tx1"/>
                </a:solidFill>
                <a:latin typeface="Aptos SemiBold" panose="020B0004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en-BE" sz="1400" kern="1200">
                <a:solidFill>
                  <a:schemeClr val="tx1"/>
                </a:solidFill>
                <a:latin typeface="Aptos SemiBold"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noProof="0" dirty="0">
                <a:latin typeface="Corbel" panose="020B0503020204020204" pitchFamily="34" charset="0"/>
              </a:rPr>
              <a:t>MSE</a:t>
            </a:r>
          </a:p>
          <a:p>
            <a:pPr marL="0" indent="0">
              <a:buFont typeface="Arial" panose="020B0604020202020204" pitchFamily="34" charset="0"/>
              <a:buNone/>
            </a:pPr>
            <a:r>
              <a:rPr lang="en-US" sz="2400" b="1" dirty="0">
                <a:latin typeface="Corbel" panose="020B0503020204020204" pitchFamily="34" charset="0"/>
              </a:rPr>
              <a:t>b</a:t>
            </a:r>
            <a:r>
              <a:rPr lang="en-US" sz="2400" b="1" noProof="0" dirty="0" err="1">
                <a:latin typeface="Corbel" panose="020B0503020204020204" pitchFamily="34" charset="0"/>
              </a:rPr>
              <a:t>inary</a:t>
            </a:r>
            <a:r>
              <a:rPr lang="en-US" sz="2400" b="1" noProof="0" dirty="0">
                <a:latin typeface="Corbel" panose="020B0503020204020204" pitchFamily="34" charset="0"/>
              </a:rPr>
              <a:t> cross entropy</a:t>
            </a:r>
          </a:p>
          <a:p>
            <a:pPr marL="0" indent="0">
              <a:buFont typeface="Arial" panose="020B0604020202020204" pitchFamily="34" charset="0"/>
              <a:buNone/>
            </a:pPr>
            <a:r>
              <a:rPr lang="en-US" sz="2400" b="1" noProof="0" dirty="0">
                <a:latin typeface="Corbel" panose="020B0503020204020204" pitchFamily="34" charset="0"/>
              </a:rPr>
              <a:t>categorical cross entropy</a:t>
            </a:r>
          </a:p>
          <a:p>
            <a:pPr marL="0" indent="0">
              <a:buFont typeface="Arial" panose="020B0604020202020204" pitchFamily="34" charset="0"/>
              <a:buNone/>
            </a:pPr>
            <a:r>
              <a:rPr lang="en-US" sz="2400" b="1" noProof="0" dirty="0">
                <a:latin typeface="Corbel" panose="020B0503020204020204" pitchFamily="34" charset="0"/>
              </a:rPr>
              <a:t>…</a:t>
            </a:r>
          </a:p>
        </p:txBody>
      </p:sp>
    </p:spTree>
    <p:extLst>
      <p:ext uri="{BB962C8B-B14F-4D97-AF65-F5344CB8AC3E}">
        <p14:creationId xmlns:p14="http://schemas.microsoft.com/office/powerpoint/2010/main" val="21453043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8BEAE-4465-86A8-5428-DF928805C07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F8E36E8-8CBA-7573-0CD6-F2F7F3B2DC26}"/>
              </a:ext>
            </a:extLst>
          </p:cNvPr>
          <p:cNvSpPr>
            <a:spLocks noGrp="1"/>
          </p:cNvSpPr>
          <p:nvPr>
            <p:ph type="title"/>
          </p:nvPr>
        </p:nvSpPr>
        <p:spPr>
          <a:xfrm>
            <a:off x="433633" y="365125"/>
            <a:ext cx="11324734" cy="418128"/>
          </a:xfrm>
        </p:spPr>
        <p:txBody>
          <a:bodyPr/>
          <a:lstStyle/>
          <a:p>
            <a:r>
              <a:rPr lang="en-US" b="1" noProof="0" dirty="0">
                <a:latin typeface="Corbel" panose="020B0503020204020204" pitchFamily="34" charset="0"/>
              </a:rPr>
              <a:t>Neural nets also rely on </a:t>
            </a:r>
            <a:r>
              <a:rPr lang="en-US" b="1" i="1" noProof="0" dirty="0">
                <a:latin typeface="Corbel" panose="020B0503020204020204" pitchFamily="34" charset="0"/>
              </a:rPr>
              <a:t>gradient descent </a:t>
            </a:r>
            <a:r>
              <a:rPr lang="en-US" b="1" noProof="0" dirty="0">
                <a:latin typeface="Corbel" panose="020B0503020204020204" pitchFamily="34" charset="0"/>
              </a:rPr>
              <a:t>to minimize the loss</a:t>
            </a:r>
          </a:p>
        </p:txBody>
      </p:sp>
      <p:sp>
        <p:nvSpPr>
          <p:cNvPr id="17" name="Content Placeholder 16">
            <a:extLst>
              <a:ext uri="{FF2B5EF4-FFF2-40B4-BE49-F238E27FC236}">
                <a16:creationId xmlns:a16="http://schemas.microsoft.com/office/drawing/2014/main" id="{3E048599-77B5-7820-B8CA-61BAFD9264DB}"/>
              </a:ext>
            </a:extLst>
          </p:cNvPr>
          <p:cNvSpPr>
            <a:spLocks noGrp="1"/>
          </p:cNvSpPr>
          <p:nvPr>
            <p:ph idx="1"/>
          </p:nvPr>
        </p:nvSpPr>
        <p:spPr/>
        <p:txBody>
          <a:bodyPr>
            <a:normAutofit/>
          </a:bodyPr>
          <a:lstStyle/>
          <a:p>
            <a:pPr marL="0" indent="0">
              <a:buNone/>
            </a:pPr>
            <a:r>
              <a:rPr lang="en-GB" sz="2400" b="1" dirty="0">
                <a:latin typeface="Corbel" panose="020B0503020204020204" pitchFamily="34" charset="0"/>
              </a:rPr>
              <a:t>Iteratively adjusting the weights and biases in the direction that reduces the loss</a:t>
            </a:r>
            <a:endParaRPr lang="nl-BE" sz="2400" b="1" i="1" dirty="0">
              <a:latin typeface="Corbel" panose="020B0503020204020204" pitchFamily="34" charset="0"/>
            </a:endParaRPr>
          </a:p>
        </p:txBody>
      </p:sp>
      <p:sp>
        <p:nvSpPr>
          <p:cNvPr id="6" name="Footer Placeholder 5">
            <a:extLst>
              <a:ext uri="{FF2B5EF4-FFF2-40B4-BE49-F238E27FC236}">
                <a16:creationId xmlns:a16="http://schemas.microsoft.com/office/drawing/2014/main" id="{3E225BC3-D257-B86C-D55A-5E96238B9F27}"/>
              </a:ext>
            </a:extLst>
          </p:cNvPr>
          <p:cNvSpPr>
            <a:spLocks noGrp="1"/>
          </p:cNvSpPr>
          <p:nvPr>
            <p:ph type="ftr" sz="quarter" idx="11"/>
          </p:nvPr>
        </p:nvSpPr>
        <p:spPr>
          <a:xfrm>
            <a:off x="433633" y="6459767"/>
            <a:ext cx="10138411" cy="261708"/>
          </a:xfrm>
        </p:spPr>
        <p:txBody>
          <a:bodyPr/>
          <a:lstStyle/>
          <a:p>
            <a:endParaRPr lang="en-US" noProof="0"/>
          </a:p>
        </p:txBody>
      </p:sp>
      <p:sp>
        <p:nvSpPr>
          <p:cNvPr id="2" name="Slide Number Placeholder 1">
            <a:extLst>
              <a:ext uri="{FF2B5EF4-FFF2-40B4-BE49-F238E27FC236}">
                <a16:creationId xmlns:a16="http://schemas.microsoft.com/office/drawing/2014/main" id="{DD6C01D1-58EB-576F-79A7-C868B1847795}"/>
              </a:ext>
            </a:extLst>
          </p:cNvPr>
          <p:cNvSpPr>
            <a:spLocks noGrp="1"/>
          </p:cNvSpPr>
          <p:nvPr>
            <p:ph type="sldNum" sz="quarter" idx="12"/>
          </p:nvPr>
        </p:nvSpPr>
        <p:spPr>
          <a:xfrm>
            <a:off x="10684933" y="6459767"/>
            <a:ext cx="1073434" cy="261708"/>
          </a:xfrm>
        </p:spPr>
        <p:txBody>
          <a:bodyPr/>
          <a:lstStyle/>
          <a:p>
            <a:fld id="{94B3E216-A3C5-4E41-AE94-D003E76F1D3A}" type="slidenum">
              <a:rPr lang="en-US" noProof="0" smtClean="0"/>
              <a:pPr/>
              <a:t>15</a:t>
            </a:fld>
            <a:endParaRPr lang="en-US" noProof="0"/>
          </a:p>
        </p:txBody>
      </p:sp>
      <p:grpSp>
        <p:nvGrpSpPr>
          <p:cNvPr id="11" name="Group 10">
            <a:extLst>
              <a:ext uri="{FF2B5EF4-FFF2-40B4-BE49-F238E27FC236}">
                <a16:creationId xmlns:a16="http://schemas.microsoft.com/office/drawing/2014/main" id="{09145C85-8F59-7E43-D0E1-8DE6F9649779}"/>
              </a:ext>
            </a:extLst>
          </p:cNvPr>
          <p:cNvGrpSpPr/>
          <p:nvPr/>
        </p:nvGrpSpPr>
        <p:grpSpPr>
          <a:xfrm>
            <a:off x="2261955" y="2338743"/>
            <a:ext cx="7663702" cy="3480882"/>
            <a:chOff x="2261955" y="1708958"/>
            <a:chExt cx="7663702" cy="3480882"/>
          </a:xfrm>
        </p:grpSpPr>
        <p:pic>
          <p:nvPicPr>
            <p:cNvPr id="7" name="Picture 6">
              <a:extLst>
                <a:ext uri="{FF2B5EF4-FFF2-40B4-BE49-F238E27FC236}">
                  <a16:creationId xmlns:a16="http://schemas.microsoft.com/office/drawing/2014/main" id="{B31D2B4D-8797-BD86-7B59-CDB6FE165B71}"/>
                </a:ext>
              </a:extLst>
            </p:cNvPr>
            <p:cNvPicPr>
              <a:picLocks noChangeAspect="1"/>
            </p:cNvPicPr>
            <p:nvPr/>
          </p:nvPicPr>
          <p:blipFill>
            <a:blip r:embed="rId3"/>
            <a:stretch>
              <a:fillRect/>
            </a:stretch>
          </p:blipFill>
          <p:spPr>
            <a:xfrm>
              <a:off x="2261955" y="1708958"/>
              <a:ext cx="3478306" cy="3440083"/>
            </a:xfrm>
            <a:prstGeom prst="rect">
              <a:avLst/>
            </a:prstGeom>
          </p:spPr>
        </p:pic>
        <p:pic>
          <p:nvPicPr>
            <p:cNvPr id="9" name="Picture 8">
              <a:extLst>
                <a:ext uri="{FF2B5EF4-FFF2-40B4-BE49-F238E27FC236}">
                  <a16:creationId xmlns:a16="http://schemas.microsoft.com/office/drawing/2014/main" id="{89884CE0-BEDE-6F66-98A1-1EAB7A32421B}"/>
                </a:ext>
              </a:extLst>
            </p:cNvPr>
            <p:cNvPicPr>
              <a:picLocks noChangeAspect="1"/>
            </p:cNvPicPr>
            <p:nvPr/>
          </p:nvPicPr>
          <p:blipFill>
            <a:blip r:embed="rId4"/>
            <a:stretch>
              <a:fillRect/>
            </a:stretch>
          </p:blipFill>
          <p:spPr>
            <a:xfrm>
              <a:off x="6284119" y="1708958"/>
              <a:ext cx="3641538" cy="3480882"/>
            </a:xfrm>
            <a:prstGeom prst="rect">
              <a:avLst/>
            </a:prstGeom>
          </p:spPr>
        </p:pic>
      </p:grpSp>
    </p:spTree>
    <p:extLst>
      <p:ext uri="{BB962C8B-B14F-4D97-AF65-F5344CB8AC3E}">
        <p14:creationId xmlns:p14="http://schemas.microsoft.com/office/powerpoint/2010/main" val="27626515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312F59-FD74-0F2D-F879-E708E44305B9}"/>
              </a:ext>
            </a:extLst>
          </p:cNvPr>
          <p:cNvSpPr>
            <a:spLocks noGrp="1"/>
          </p:cNvSpPr>
          <p:nvPr>
            <p:ph type="title"/>
          </p:nvPr>
        </p:nvSpPr>
        <p:spPr/>
        <p:txBody>
          <a:bodyPr/>
          <a:lstStyle/>
          <a:p>
            <a:r>
              <a:rPr lang="nl-BE" b="1" dirty="0">
                <a:latin typeface="Corbel" panose="020B0503020204020204" pitchFamily="34" charset="0"/>
              </a:rPr>
              <a:t>The big trick is to use </a:t>
            </a:r>
            <a:r>
              <a:rPr lang="nl-BE" b="1" i="1" dirty="0">
                <a:latin typeface="Corbel" panose="020B0503020204020204" pitchFamily="34" charset="0"/>
              </a:rPr>
              <a:t>backpropagation</a:t>
            </a:r>
            <a:r>
              <a:rPr lang="nl-BE" b="1" dirty="0">
                <a:latin typeface="Corbel" panose="020B0503020204020204" pitchFamily="34" charset="0"/>
              </a:rPr>
              <a:t> to efficiently calculate gradients for each parameter across many layers</a:t>
            </a:r>
            <a:endParaRPr lang="en-BE" b="1" dirty="0">
              <a:latin typeface="Corbel" panose="020B0503020204020204" pitchFamily="34" charset="0"/>
            </a:endParaRPr>
          </a:p>
        </p:txBody>
      </p:sp>
      <p:sp>
        <p:nvSpPr>
          <p:cNvPr id="4" name="Slide Number Placeholder 3">
            <a:extLst>
              <a:ext uri="{FF2B5EF4-FFF2-40B4-BE49-F238E27FC236}">
                <a16:creationId xmlns:a16="http://schemas.microsoft.com/office/drawing/2014/main" id="{A3F3D195-9930-349D-0B2B-56EDDD937C47}"/>
              </a:ext>
            </a:extLst>
          </p:cNvPr>
          <p:cNvSpPr>
            <a:spLocks noGrp="1"/>
          </p:cNvSpPr>
          <p:nvPr>
            <p:ph type="sldNum" sz="quarter" idx="12"/>
          </p:nvPr>
        </p:nvSpPr>
        <p:spPr/>
        <p:txBody>
          <a:bodyPr/>
          <a:lstStyle/>
          <a:p>
            <a:fld id="{94B3E216-A3C5-4E41-AE94-D003E76F1D3A}" type="slidenum">
              <a:rPr lang="en-US" smtClean="0"/>
              <a:pPr/>
              <a:t>16</a:t>
            </a:fld>
            <a:endParaRPr lang="en-US"/>
          </a:p>
        </p:txBody>
      </p:sp>
      <p:pic>
        <p:nvPicPr>
          <p:cNvPr id="5" name="Picture 4">
            <a:hlinkClick r:id="rId3"/>
            <a:extLst>
              <a:ext uri="{FF2B5EF4-FFF2-40B4-BE49-F238E27FC236}">
                <a16:creationId xmlns:a16="http://schemas.microsoft.com/office/drawing/2014/main" id="{13D674EB-CF01-2EF7-0D11-177F65CBB11E}"/>
              </a:ext>
            </a:extLst>
          </p:cNvPr>
          <p:cNvPicPr>
            <a:picLocks noChangeAspect="1"/>
          </p:cNvPicPr>
          <p:nvPr/>
        </p:nvPicPr>
        <p:blipFill>
          <a:blip r:embed="rId4"/>
          <a:stretch>
            <a:fillRect/>
          </a:stretch>
        </p:blipFill>
        <p:spPr>
          <a:xfrm>
            <a:off x="3098268" y="1513906"/>
            <a:ext cx="5995463" cy="4649766"/>
          </a:xfrm>
          <a:prstGeom prst="rect">
            <a:avLst/>
          </a:prstGeom>
        </p:spPr>
      </p:pic>
      <p:sp>
        <p:nvSpPr>
          <p:cNvPr id="6" name="Footer Placeholder 5">
            <a:extLst>
              <a:ext uri="{FF2B5EF4-FFF2-40B4-BE49-F238E27FC236}">
                <a16:creationId xmlns:a16="http://schemas.microsoft.com/office/drawing/2014/main" id="{BEF2B148-1D7A-2611-BFBD-68086C453768}"/>
              </a:ext>
            </a:extLst>
          </p:cNvPr>
          <p:cNvSpPr>
            <a:spLocks noGrp="1"/>
          </p:cNvSpPr>
          <p:nvPr>
            <p:ph type="ftr" sz="quarter" idx="11"/>
          </p:nvPr>
        </p:nvSpPr>
        <p:spPr/>
        <p:txBody>
          <a:bodyPr/>
          <a:lstStyle/>
          <a:p>
            <a:r>
              <a:rPr lang="en-US"/>
              <a:t>https://www.youtube.com/watch?v=Ilg3gGewQ5U&amp;t=548s</a:t>
            </a:r>
          </a:p>
        </p:txBody>
      </p:sp>
    </p:spTree>
    <p:extLst>
      <p:ext uri="{BB962C8B-B14F-4D97-AF65-F5344CB8AC3E}">
        <p14:creationId xmlns:p14="http://schemas.microsoft.com/office/powerpoint/2010/main" val="32259170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computer screen shot of a network&#10;&#10;Description automatically generated">
            <a:extLst>
              <a:ext uri="{FF2B5EF4-FFF2-40B4-BE49-F238E27FC236}">
                <a16:creationId xmlns:a16="http://schemas.microsoft.com/office/drawing/2014/main" id="{0B8DDEB1-C9A0-468A-A46E-846CA03FC9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906C0F04-D0FE-F70D-2FE6-53B8A914A5E3}"/>
              </a:ext>
            </a:extLst>
          </p:cNvPr>
          <p:cNvSpPr txBox="1"/>
          <p:nvPr/>
        </p:nvSpPr>
        <p:spPr>
          <a:xfrm>
            <a:off x="241301" y="129804"/>
            <a:ext cx="11747500" cy="523220"/>
          </a:xfrm>
          <a:prstGeom prst="rect">
            <a:avLst/>
          </a:prstGeom>
          <a:noFill/>
        </p:spPr>
        <p:txBody>
          <a:bodyPr wrap="square" rtlCol="0">
            <a:spAutoFit/>
          </a:bodyPr>
          <a:lstStyle/>
          <a:p>
            <a:r>
              <a:rPr lang="en-BE" sz="2800" b="1" dirty="0">
                <a:solidFill>
                  <a:schemeClr val="bg1"/>
                </a:solidFill>
                <a:latin typeface="Corbel" panose="020B0503020204020204" pitchFamily="34" charset="0"/>
                <a:ea typeface="Lato" panose="020B0604020202020204" pitchFamily="34" charset="0"/>
                <a:cs typeface="Helvetica" panose="020B0604020202020204" pitchFamily="34" charset="0"/>
              </a:rPr>
              <a:t>backpropagation</a:t>
            </a:r>
            <a:endParaRPr lang="en-GB" sz="2800" b="1" dirty="0">
              <a:solidFill>
                <a:schemeClr val="bg1"/>
              </a:solidFill>
              <a:latin typeface="Corbel" panose="020B0503020204020204" pitchFamily="34" charset="0"/>
              <a:ea typeface="Lato" panose="020B0604020202020204" pitchFamily="34" charset="0"/>
              <a:cs typeface="Helvetica" panose="020B0604020202020204" pitchFamily="34" charset="0"/>
            </a:endParaRPr>
          </a:p>
        </p:txBody>
      </p:sp>
      <p:sp>
        <p:nvSpPr>
          <p:cNvPr id="7" name="TextBox 6">
            <a:extLst>
              <a:ext uri="{FF2B5EF4-FFF2-40B4-BE49-F238E27FC236}">
                <a16:creationId xmlns:a16="http://schemas.microsoft.com/office/drawing/2014/main" id="{24BD7D5B-E682-FED8-4A4C-94535BA624DD}"/>
              </a:ext>
            </a:extLst>
          </p:cNvPr>
          <p:cNvSpPr txBox="1"/>
          <p:nvPr/>
        </p:nvSpPr>
        <p:spPr>
          <a:xfrm>
            <a:off x="914401" y="6581001"/>
            <a:ext cx="11277599" cy="276999"/>
          </a:xfrm>
          <a:prstGeom prst="rect">
            <a:avLst/>
          </a:prstGeom>
          <a:noFill/>
        </p:spPr>
        <p:txBody>
          <a:bodyPr wrap="square">
            <a:spAutoFit/>
          </a:bodyPr>
          <a:lstStyle/>
          <a:p>
            <a:pPr algn="r"/>
            <a:r>
              <a:rPr lang="en-GB" sz="1200">
                <a:solidFill>
                  <a:schemeClr val="tx1">
                    <a:lumMod val="50000"/>
                    <a:lumOff val="50000"/>
                  </a:schemeClr>
                </a:solidFill>
              </a:rPr>
              <a:t>https://youtu.be/Ilg3gGewQ5U?si=hvb1oqZ-GgHn3kl9&amp;t=409</a:t>
            </a:r>
          </a:p>
        </p:txBody>
      </p:sp>
    </p:spTree>
    <p:extLst>
      <p:ext uri="{BB962C8B-B14F-4D97-AF65-F5344CB8AC3E}">
        <p14:creationId xmlns:p14="http://schemas.microsoft.com/office/powerpoint/2010/main" val="21644213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A screenshot of a computer&#10;&#10;Description automatically generated">
            <a:extLst>
              <a:ext uri="{FF2B5EF4-FFF2-40B4-BE49-F238E27FC236}">
                <a16:creationId xmlns:a16="http://schemas.microsoft.com/office/drawing/2014/main" id="{A22F21F7-375D-6FB5-7FF9-E70FBB93B8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TextBox 10">
            <a:extLst>
              <a:ext uri="{FF2B5EF4-FFF2-40B4-BE49-F238E27FC236}">
                <a16:creationId xmlns:a16="http://schemas.microsoft.com/office/drawing/2014/main" id="{E112411A-9D3D-C189-65DC-AFBA17DA801D}"/>
              </a:ext>
            </a:extLst>
          </p:cNvPr>
          <p:cNvSpPr txBox="1"/>
          <p:nvPr/>
        </p:nvSpPr>
        <p:spPr>
          <a:xfrm>
            <a:off x="914401" y="6581001"/>
            <a:ext cx="11277599" cy="276999"/>
          </a:xfrm>
          <a:prstGeom prst="rect">
            <a:avLst/>
          </a:prstGeom>
          <a:noFill/>
        </p:spPr>
        <p:txBody>
          <a:bodyPr wrap="square">
            <a:spAutoFit/>
          </a:bodyPr>
          <a:lstStyle/>
          <a:p>
            <a:pPr algn="r"/>
            <a:r>
              <a:rPr lang="en-GB" sz="1200">
                <a:solidFill>
                  <a:schemeClr val="tx1">
                    <a:lumMod val="50000"/>
                    <a:lumOff val="50000"/>
                  </a:schemeClr>
                </a:solidFill>
              </a:rPr>
              <a:t>https://youtu.be/Ilg3gGewQ5U?si=hvb1oqZ-GgHn3kl9&amp;t=409</a:t>
            </a:r>
          </a:p>
        </p:txBody>
      </p:sp>
    </p:spTree>
    <p:extLst>
      <p:ext uri="{BB962C8B-B14F-4D97-AF65-F5344CB8AC3E}">
        <p14:creationId xmlns:p14="http://schemas.microsoft.com/office/powerpoint/2010/main" val="35424824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52B8BAE-B6E1-B3E1-895C-3B169A017C7D}"/>
              </a:ext>
            </a:extLst>
          </p:cNvPr>
          <p:cNvSpPr>
            <a:spLocks noGrp="1"/>
          </p:cNvSpPr>
          <p:nvPr>
            <p:ph type="title"/>
          </p:nvPr>
        </p:nvSpPr>
        <p:spPr/>
        <p:txBody>
          <a:bodyPr/>
          <a:lstStyle/>
          <a:p>
            <a:r>
              <a:rPr lang="nl-BE" b="1" dirty="0">
                <a:latin typeface="Corbel" panose="020B0503020204020204" pitchFamily="34" charset="0"/>
              </a:rPr>
              <a:t>The loss surface can be highly complex, with many local minima </a:t>
            </a:r>
            <a:endParaRPr lang="en-BE" b="1" dirty="0">
              <a:latin typeface="Corbel" panose="020B0503020204020204" pitchFamily="34" charset="0"/>
            </a:endParaRPr>
          </a:p>
        </p:txBody>
      </p:sp>
      <p:sp>
        <p:nvSpPr>
          <p:cNvPr id="2" name="Slide Number Placeholder 1">
            <a:extLst>
              <a:ext uri="{FF2B5EF4-FFF2-40B4-BE49-F238E27FC236}">
                <a16:creationId xmlns:a16="http://schemas.microsoft.com/office/drawing/2014/main" id="{C0E2BAA3-334A-8196-9F93-A0BF411F6FA8}"/>
              </a:ext>
            </a:extLst>
          </p:cNvPr>
          <p:cNvSpPr>
            <a:spLocks noGrp="1"/>
          </p:cNvSpPr>
          <p:nvPr>
            <p:ph type="sldNum" sz="quarter" idx="12"/>
          </p:nvPr>
        </p:nvSpPr>
        <p:spPr/>
        <p:txBody>
          <a:bodyPr/>
          <a:lstStyle/>
          <a:p>
            <a:fld id="{94B3E216-A3C5-4E41-AE94-D003E76F1D3A}" type="slidenum">
              <a:rPr lang="en-BE" smtClean="0"/>
              <a:t>19</a:t>
            </a:fld>
            <a:endParaRPr lang="en-BE"/>
          </a:p>
        </p:txBody>
      </p:sp>
      <p:pic>
        <p:nvPicPr>
          <p:cNvPr id="3" name="Picture 4" descr="Intro to optimization in deep learning: Gradient Descent">
            <a:extLst>
              <a:ext uri="{FF2B5EF4-FFF2-40B4-BE49-F238E27FC236}">
                <a16:creationId xmlns:a16="http://schemas.microsoft.com/office/drawing/2014/main" id="{440FE112-B9FD-4C94-C3C9-C8DA429DB6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4410" y="1205715"/>
            <a:ext cx="9460523" cy="517618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9BDE1CB-49B7-9993-0DB4-0B36533D546D}"/>
              </a:ext>
            </a:extLst>
          </p:cNvPr>
          <p:cNvSpPr txBox="1"/>
          <p:nvPr/>
        </p:nvSpPr>
        <p:spPr>
          <a:xfrm>
            <a:off x="2761600" y="6159488"/>
            <a:ext cx="8258908" cy="369332"/>
          </a:xfrm>
          <a:prstGeom prst="rect">
            <a:avLst/>
          </a:prstGeom>
          <a:noFill/>
        </p:spPr>
        <p:txBody>
          <a:bodyPr wrap="square" rtlCol="0">
            <a:spAutoFit/>
          </a:bodyPr>
          <a:lstStyle/>
          <a:p>
            <a:r>
              <a:rPr lang="en-GB"/>
              <a:t>logistic regression                                                       (small) neural network</a:t>
            </a:r>
            <a:endParaRPr lang="LID4096"/>
          </a:p>
        </p:txBody>
      </p:sp>
    </p:spTree>
    <p:extLst>
      <p:ext uri="{BB962C8B-B14F-4D97-AF65-F5344CB8AC3E}">
        <p14:creationId xmlns:p14="http://schemas.microsoft.com/office/powerpoint/2010/main" val="17902544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0B9FC0-8330-BE1D-1E9F-AB7AF6EA1320}"/>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4EE2A4C6-59C3-7C5F-58A9-70BE854EFD20}"/>
              </a:ext>
            </a:extLst>
          </p:cNvPr>
          <p:cNvSpPr>
            <a:spLocks noGrp="1"/>
          </p:cNvSpPr>
          <p:nvPr>
            <p:ph type="title"/>
          </p:nvPr>
        </p:nvSpPr>
        <p:spPr/>
        <p:txBody>
          <a:bodyPr/>
          <a:lstStyle/>
          <a:p>
            <a:r>
              <a:rPr lang="nl-BE" b="1" dirty="0">
                <a:latin typeface="Corbel" panose="020B0503020204020204" pitchFamily="34" charset="0"/>
              </a:rPr>
              <a:t>The loss surface can be highly complex, with many local minima </a:t>
            </a:r>
            <a:endParaRPr lang="en-BE" b="1" dirty="0">
              <a:latin typeface="Corbel" panose="020B0503020204020204" pitchFamily="34" charset="0"/>
            </a:endParaRPr>
          </a:p>
        </p:txBody>
      </p:sp>
      <p:sp>
        <p:nvSpPr>
          <p:cNvPr id="2" name="Slide Number Placeholder 1">
            <a:extLst>
              <a:ext uri="{FF2B5EF4-FFF2-40B4-BE49-F238E27FC236}">
                <a16:creationId xmlns:a16="http://schemas.microsoft.com/office/drawing/2014/main" id="{E4292116-5327-DDBC-AF34-FB69C01F80A9}"/>
              </a:ext>
            </a:extLst>
          </p:cNvPr>
          <p:cNvSpPr>
            <a:spLocks noGrp="1"/>
          </p:cNvSpPr>
          <p:nvPr>
            <p:ph type="sldNum" sz="quarter" idx="12"/>
          </p:nvPr>
        </p:nvSpPr>
        <p:spPr/>
        <p:txBody>
          <a:bodyPr/>
          <a:lstStyle/>
          <a:p>
            <a:fld id="{94B3E216-A3C5-4E41-AE94-D003E76F1D3A}" type="slidenum">
              <a:rPr lang="en-BE" smtClean="0"/>
              <a:t>20</a:t>
            </a:fld>
            <a:endParaRPr lang="en-BE"/>
          </a:p>
        </p:txBody>
      </p:sp>
      <p:pic>
        <p:nvPicPr>
          <p:cNvPr id="6" name="Picture 2">
            <a:extLst>
              <a:ext uri="{FF2B5EF4-FFF2-40B4-BE49-F238E27FC236}">
                <a16:creationId xmlns:a16="http://schemas.microsoft.com/office/drawing/2014/main" id="{0BD2917F-5E76-1F7D-FF2D-047D2B3F64D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60155" y="1126347"/>
            <a:ext cx="8871690" cy="4990326"/>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5E484BA-9A51-E363-9185-3FDB122D77E9}"/>
              </a:ext>
            </a:extLst>
          </p:cNvPr>
          <p:cNvSpPr txBox="1"/>
          <p:nvPr/>
        </p:nvSpPr>
        <p:spPr>
          <a:xfrm>
            <a:off x="4769094" y="6221289"/>
            <a:ext cx="2653811" cy="369332"/>
          </a:xfrm>
          <a:prstGeom prst="rect">
            <a:avLst/>
          </a:prstGeom>
          <a:noFill/>
        </p:spPr>
        <p:txBody>
          <a:bodyPr wrap="square" rtlCol="0">
            <a:spAutoFit/>
          </a:bodyPr>
          <a:lstStyle/>
          <a:p>
            <a:r>
              <a:rPr lang="en-GB"/>
              <a:t> deep neural network</a:t>
            </a:r>
            <a:endParaRPr lang="LID4096"/>
          </a:p>
        </p:txBody>
      </p:sp>
    </p:spTree>
    <p:extLst>
      <p:ext uri="{BB962C8B-B14F-4D97-AF65-F5344CB8AC3E}">
        <p14:creationId xmlns:p14="http://schemas.microsoft.com/office/powerpoint/2010/main" val="6488580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FD5C6-58BC-7AF2-0436-936F35AF95D8}"/>
              </a:ext>
            </a:extLst>
          </p:cNvPr>
          <p:cNvSpPr>
            <a:spLocks noGrp="1"/>
          </p:cNvSpPr>
          <p:nvPr>
            <p:ph type="title"/>
          </p:nvPr>
        </p:nvSpPr>
        <p:spPr/>
        <p:txBody>
          <a:bodyPr/>
          <a:lstStyle/>
          <a:p>
            <a:r>
              <a:rPr lang="en-US" b="1" dirty="0">
                <a:latin typeface="Corbel" panose="020B0503020204020204" pitchFamily="34" charset="0"/>
              </a:rPr>
              <a:t>Neural networks are trained over multiple </a:t>
            </a:r>
            <a:r>
              <a:rPr lang="en-US" b="1" i="1" dirty="0">
                <a:latin typeface="Corbel" panose="020B0503020204020204" pitchFamily="34" charset="0"/>
              </a:rPr>
              <a:t>epochs</a:t>
            </a:r>
            <a:endParaRPr lang="en-US" b="1" dirty="0">
              <a:latin typeface="Corbel" panose="020B0503020204020204" pitchFamily="34" charset="0"/>
            </a:endParaRPr>
          </a:p>
        </p:txBody>
      </p:sp>
      <p:sp>
        <p:nvSpPr>
          <p:cNvPr id="3" name="Content Placeholder 2">
            <a:extLst>
              <a:ext uri="{FF2B5EF4-FFF2-40B4-BE49-F238E27FC236}">
                <a16:creationId xmlns:a16="http://schemas.microsoft.com/office/drawing/2014/main" id="{3AF11DFC-6661-E3AF-1282-AE43421AF5C1}"/>
              </a:ext>
            </a:extLst>
          </p:cNvPr>
          <p:cNvSpPr>
            <a:spLocks noGrp="1"/>
          </p:cNvSpPr>
          <p:nvPr>
            <p:ph idx="1"/>
          </p:nvPr>
        </p:nvSpPr>
        <p:spPr/>
        <p:txBody>
          <a:bodyPr>
            <a:normAutofit/>
          </a:bodyPr>
          <a:lstStyle/>
          <a:p>
            <a:pPr marL="0" indent="0">
              <a:buNone/>
            </a:pPr>
            <a:r>
              <a:rPr lang="en-US" b="1" dirty="0">
                <a:latin typeface="Corbel" panose="020B0503020204020204" pitchFamily="34" charset="0"/>
              </a:rPr>
              <a:t>General training loop</a:t>
            </a:r>
          </a:p>
          <a:p>
            <a:pPr>
              <a:buFontTx/>
              <a:buChar char="-"/>
            </a:pPr>
            <a:r>
              <a:rPr lang="en-US" b="1" dirty="0">
                <a:latin typeface="Corbel" panose="020B0503020204020204" pitchFamily="34" charset="0"/>
              </a:rPr>
              <a:t>For each epoch</a:t>
            </a:r>
          </a:p>
          <a:p>
            <a:pPr lvl="1">
              <a:buFontTx/>
              <a:buChar char="-"/>
            </a:pPr>
            <a:r>
              <a:rPr lang="en-US" b="1" dirty="0">
                <a:latin typeface="Corbel" panose="020B0503020204020204" pitchFamily="34" charset="0"/>
              </a:rPr>
              <a:t>For each mini-batch (one step)</a:t>
            </a:r>
          </a:p>
          <a:p>
            <a:pPr lvl="2">
              <a:buFontTx/>
              <a:buChar char="-"/>
            </a:pPr>
            <a:r>
              <a:rPr lang="en-US" b="1" dirty="0">
                <a:latin typeface="Corbel" panose="020B0503020204020204" pitchFamily="34" charset="0"/>
              </a:rPr>
              <a:t>Forward pass</a:t>
            </a:r>
            <a:br>
              <a:rPr lang="en-US" b="1" dirty="0">
                <a:latin typeface="Corbel" panose="020B0503020204020204" pitchFamily="34" charset="0"/>
              </a:rPr>
            </a:br>
            <a:r>
              <a:rPr lang="en-US" b="1" i="1" dirty="0">
                <a:latin typeface="Corbel" panose="020B0503020204020204" pitchFamily="34" charset="0"/>
              </a:rPr>
              <a:t>make predictions</a:t>
            </a:r>
          </a:p>
          <a:p>
            <a:pPr lvl="2">
              <a:buFontTx/>
              <a:buChar char="-"/>
            </a:pPr>
            <a:r>
              <a:rPr lang="en-US" b="1" dirty="0">
                <a:latin typeface="Corbel" panose="020B0503020204020204" pitchFamily="34" charset="0"/>
              </a:rPr>
              <a:t>Calculate loss</a:t>
            </a:r>
            <a:br>
              <a:rPr lang="en-US" b="1" dirty="0">
                <a:latin typeface="Corbel" panose="020B0503020204020204" pitchFamily="34" charset="0"/>
              </a:rPr>
            </a:br>
            <a:r>
              <a:rPr lang="en-US" b="1" i="1" dirty="0">
                <a:latin typeface="Corbel" panose="020B0503020204020204" pitchFamily="34" charset="0"/>
              </a:rPr>
              <a:t>compare with targets</a:t>
            </a:r>
          </a:p>
          <a:p>
            <a:pPr lvl="2">
              <a:buFontTx/>
              <a:buChar char="-"/>
            </a:pPr>
            <a:r>
              <a:rPr lang="en-US" b="1" dirty="0">
                <a:latin typeface="Corbel" panose="020B0503020204020204" pitchFamily="34" charset="0"/>
              </a:rPr>
              <a:t>Calculate gradients (aka backward pass)</a:t>
            </a:r>
            <a:br>
              <a:rPr lang="en-US" b="1" dirty="0">
                <a:latin typeface="Corbel" panose="020B0503020204020204" pitchFamily="34" charset="0"/>
              </a:rPr>
            </a:br>
            <a:r>
              <a:rPr lang="en-US" b="1" i="1" dirty="0">
                <a:latin typeface="Corbel" panose="020B0503020204020204" pitchFamily="34" charset="0"/>
              </a:rPr>
              <a:t>how should parameters be updated?</a:t>
            </a:r>
          </a:p>
          <a:p>
            <a:pPr lvl="2">
              <a:buFontTx/>
              <a:buChar char="-"/>
            </a:pPr>
            <a:r>
              <a:rPr lang="en-US" b="1" dirty="0">
                <a:latin typeface="Corbel" panose="020B0503020204020204" pitchFamily="34" charset="0"/>
              </a:rPr>
              <a:t>Update model parameters</a:t>
            </a:r>
          </a:p>
          <a:p>
            <a:pPr lvl="1">
              <a:buFontTx/>
              <a:buChar char="-"/>
            </a:pPr>
            <a:r>
              <a:rPr lang="en-US" b="1" dirty="0">
                <a:latin typeface="Corbel" panose="020B0503020204020204" pitchFamily="34" charset="0"/>
              </a:rPr>
              <a:t>Forward pass on validation data</a:t>
            </a:r>
          </a:p>
          <a:p>
            <a:pPr lvl="2">
              <a:buFontTx/>
              <a:buChar char="-"/>
            </a:pPr>
            <a:r>
              <a:rPr lang="en-US" b="1" dirty="0">
                <a:latin typeface="Corbel" panose="020B0503020204020204" pitchFamily="34" charset="0"/>
              </a:rPr>
              <a:t>Did model improve? Continue.</a:t>
            </a:r>
          </a:p>
          <a:p>
            <a:pPr lvl="2">
              <a:buFontTx/>
              <a:buChar char="-"/>
            </a:pPr>
            <a:r>
              <a:rPr lang="en-US" b="1" dirty="0">
                <a:latin typeface="Corbel" panose="020B0503020204020204" pitchFamily="34" charset="0"/>
              </a:rPr>
              <a:t>Did it stop improving? Stop training.</a:t>
            </a:r>
          </a:p>
        </p:txBody>
      </p:sp>
      <p:sp>
        <p:nvSpPr>
          <p:cNvPr id="4" name="Slide Number Placeholder 3">
            <a:extLst>
              <a:ext uri="{FF2B5EF4-FFF2-40B4-BE49-F238E27FC236}">
                <a16:creationId xmlns:a16="http://schemas.microsoft.com/office/drawing/2014/main" id="{D4852851-B750-7B9C-F255-6C720A291EA8}"/>
              </a:ext>
            </a:extLst>
          </p:cNvPr>
          <p:cNvSpPr>
            <a:spLocks noGrp="1"/>
          </p:cNvSpPr>
          <p:nvPr>
            <p:ph type="sldNum" sz="quarter" idx="12"/>
          </p:nvPr>
        </p:nvSpPr>
        <p:spPr/>
        <p:txBody>
          <a:bodyPr/>
          <a:lstStyle/>
          <a:p>
            <a:fld id="{94B3E216-A3C5-4E41-AE94-D003E76F1D3A}" type="slidenum">
              <a:rPr lang="en-US" smtClean="0"/>
              <a:pPr/>
              <a:t>21</a:t>
            </a:fld>
            <a:endParaRPr lang="en-US"/>
          </a:p>
        </p:txBody>
      </p:sp>
      <p:grpSp>
        <p:nvGrpSpPr>
          <p:cNvPr id="8" name="Group 7">
            <a:extLst>
              <a:ext uri="{FF2B5EF4-FFF2-40B4-BE49-F238E27FC236}">
                <a16:creationId xmlns:a16="http://schemas.microsoft.com/office/drawing/2014/main" id="{79A9747A-3302-295A-4E19-2E2D1E5578E2}"/>
              </a:ext>
            </a:extLst>
          </p:cNvPr>
          <p:cNvGrpSpPr/>
          <p:nvPr/>
        </p:nvGrpSpPr>
        <p:grpSpPr>
          <a:xfrm>
            <a:off x="6666014" y="1425037"/>
            <a:ext cx="4864924" cy="3652011"/>
            <a:chOff x="6666014" y="1425037"/>
            <a:chExt cx="4864924" cy="3652011"/>
          </a:xfrm>
        </p:grpSpPr>
        <p:pic>
          <p:nvPicPr>
            <p:cNvPr id="1026" name="Picture 2" descr="How to use Learning Curves to Diagnose Machine Learning Model ...">
              <a:extLst>
                <a:ext uri="{FF2B5EF4-FFF2-40B4-BE49-F238E27FC236}">
                  <a16:creationId xmlns:a16="http://schemas.microsoft.com/office/drawing/2014/main" id="{2461FB87-2543-7AD9-F47A-6B5D1FCF72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66014" y="1425037"/>
              <a:ext cx="4864924" cy="364869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27332C3-44B2-7848-26D4-35E83350987C}"/>
                </a:ext>
              </a:extLst>
            </p:cNvPr>
            <p:cNvSpPr txBox="1"/>
            <p:nvPr/>
          </p:nvSpPr>
          <p:spPr>
            <a:xfrm>
              <a:off x="7285512" y="4815438"/>
              <a:ext cx="3782291" cy="261610"/>
            </a:xfrm>
            <a:prstGeom prst="rect">
              <a:avLst/>
            </a:prstGeom>
            <a:noFill/>
          </p:spPr>
          <p:txBody>
            <a:bodyPr wrap="square" rtlCol="0">
              <a:spAutoFit/>
            </a:bodyPr>
            <a:lstStyle/>
            <a:p>
              <a:pPr algn="ctr"/>
              <a:r>
                <a:rPr lang="en-US" sz="1100"/>
                <a:t>training steps</a:t>
              </a:r>
            </a:p>
          </p:txBody>
        </p:sp>
        <p:sp>
          <p:nvSpPr>
            <p:cNvPr id="7" name="TextBox 6">
              <a:extLst>
                <a:ext uri="{FF2B5EF4-FFF2-40B4-BE49-F238E27FC236}">
                  <a16:creationId xmlns:a16="http://schemas.microsoft.com/office/drawing/2014/main" id="{27C74653-7F3B-9A8E-F1FC-89ED7DF12073}"/>
                </a:ext>
              </a:extLst>
            </p:cNvPr>
            <p:cNvSpPr txBox="1"/>
            <p:nvPr/>
          </p:nvSpPr>
          <p:spPr>
            <a:xfrm rot="16200000">
              <a:off x="5434764" y="3131940"/>
              <a:ext cx="2820390" cy="261610"/>
            </a:xfrm>
            <a:prstGeom prst="rect">
              <a:avLst/>
            </a:prstGeom>
            <a:noFill/>
          </p:spPr>
          <p:txBody>
            <a:bodyPr wrap="square" rtlCol="0">
              <a:spAutoFit/>
            </a:bodyPr>
            <a:lstStyle/>
            <a:p>
              <a:pPr algn="ctr"/>
              <a:r>
                <a:rPr lang="en-US" sz="1100"/>
                <a:t>loss metric (lower is better)</a:t>
              </a:r>
            </a:p>
          </p:txBody>
        </p:sp>
      </p:grpSp>
      <p:sp>
        <p:nvSpPr>
          <p:cNvPr id="9" name="TextBox 8">
            <a:extLst>
              <a:ext uri="{FF2B5EF4-FFF2-40B4-BE49-F238E27FC236}">
                <a16:creationId xmlns:a16="http://schemas.microsoft.com/office/drawing/2014/main" id="{C8C119EC-6C72-B7A3-E411-41897519BB9E}"/>
              </a:ext>
            </a:extLst>
          </p:cNvPr>
          <p:cNvSpPr txBox="1"/>
          <p:nvPr/>
        </p:nvSpPr>
        <p:spPr>
          <a:xfrm>
            <a:off x="7038107" y="5198685"/>
            <a:ext cx="4120738" cy="307777"/>
          </a:xfrm>
          <a:prstGeom prst="rect">
            <a:avLst/>
          </a:prstGeom>
          <a:noFill/>
        </p:spPr>
        <p:txBody>
          <a:bodyPr wrap="square" rtlCol="0">
            <a:spAutoFit/>
          </a:bodyPr>
          <a:lstStyle/>
          <a:p>
            <a:pPr algn="ctr"/>
            <a:r>
              <a:rPr lang="en-US" sz="1400" b="1"/>
              <a:t>When should you stop fitting this model?</a:t>
            </a:r>
          </a:p>
        </p:txBody>
      </p:sp>
      <p:sp>
        <p:nvSpPr>
          <p:cNvPr id="10" name="Footer Placeholder 9">
            <a:extLst>
              <a:ext uri="{FF2B5EF4-FFF2-40B4-BE49-F238E27FC236}">
                <a16:creationId xmlns:a16="http://schemas.microsoft.com/office/drawing/2014/main" id="{DBE02165-1F81-3735-C478-126B24286C7E}"/>
              </a:ext>
            </a:extLst>
          </p:cNvPr>
          <p:cNvSpPr>
            <a:spLocks noGrp="1"/>
          </p:cNvSpPr>
          <p:nvPr>
            <p:ph type="ftr" sz="quarter" idx="11"/>
          </p:nvPr>
        </p:nvSpPr>
        <p:spPr/>
        <p:txBody>
          <a:bodyPr/>
          <a:lstStyle/>
          <a:p>
            <a:r>
              <a:rPr lang="en-US"/>
              <a:t>Figure from https://machinelearningmastery.com/learning-curves-for-diagnosing-machine-learning-model-performance/</a:t>
            </a:r>
          </a:p>
        </p:txBody>
      </p:sp>
    </p:spTree>
    <p:extLst>
      <p:ext uri="{BB962C8B-B14F-4D97-AF65-F5344CB8AC3E}">
        <p14:creationId xmlns:p14="http://schemas.microsoft.com/office/powerpoint/2010/main" val="4381260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D9A34-B5C3-B6C6-5ACB-C143F47A47C1}"/>
              </a:ext>
            </a:extLst>
          </p:cNvPr>
          <p:cNvSpPr>
            <a:spLocks noGrp="1"/>
          </p:cNvSpPr>
          <p:nvPr>
            <p:ph type="title"/>
          </p:nvPr>
        </p:nvSpPr>
        <p:spPr/>
        <p:txBody>
          <a:bodyPr/>
          <a:lstStyle/>
          <a:p>
            <a:r>
              <a:rPr lang="nl-BE" b="1" dirty="0">
                <a:latin typeface="Corbel" panose="020B0503020204020204" pitchFamily="34" charset="0"/>
              </a:rPr>
              <a:t>Neural networks are highly flexible</a:t>
            </a:r>
            <a:endParaRPr lang="en-BE" b="1" dirty="0">
              <a:latin typeface="Corbel" panose="020B0503020204020204" pitchFamily="34" charset="0"/>
            </a:endParaRPr>
          </a:p>
        </p:txBody>
      </p:sp>
      <p:sp>
        <p:nvSpPr>
          <p:cNvPr id="3" name="Content Placeholder 2">
            <a:extLst>
              <a:ext uri="{FF2B5EF4-FFF2-40B4-BE49-F238E27FC236}">
                <a16:creationId xmlns:a16="http://schemas.microsoft.com/office/drawing/2014/main" id="{A7984050-83DC-66BD-224A-5412A22A3DDA}"/>
              </a:ext>
            </a:extLst>
          </p:cNvPr>
          <p:cNvSpPr>
            <a:spLocks noGrp="1"/>
          </p:cNvSpPr>
          <p:nvPr>
            <p:ph idx="1"/>
          </p:nvPr>
        </p:nvSpPr>
        <p:spPr/>
        <p:txBody>
          <a:bodyPr/>
          <a:lstStyle/>
          <a:p>
            <a:pPr marL="0" indent="0">
              <a:buNone/>
            </a:pPr>
            <a:r>
              <a:rPr lang="en-GB" sz="2000" b="1" dirty="0">
                <a:latin typeface="Corbel" panose="020B0503020204020204" pitchFamily="34" charset="0"/>
              </a:rPr>
              <a:t>modules == building block == transformation == function</a:t>
            </a:r>
          </a:p>
          <a:p>
            <a:pPr marL="0" indent="0">
              <a:buNone/>
            </a:pPr>
            <a:endParaRPr lang="en-GB" sz="2000" b="1" dirty="0">
              <a:latin typeface="Corbel" panose="020B0503020204020204" pitchFamily="34" charset="0"/>
            </a:endParaRPr>
          </a:p>
          <a:p>
            <a:pPr marL="0" indent="0">
              <a:buNone/>
            </a:pPr>
            <a:r>
              <a:rPr lang="en-GB" sz="2000" b="1" dirty="0">
                <a:latin typeface="Corbel" panose="020B0503020204020204" pitchFamily="34" charset="0"/>
              </a:rPr>
              <a:t>a module receives as input either data 𝑥</a:t>
            </a:r>
            <a:r>
              <a:rPr lang="en-BE" sz="2000" b="1" dirty="0">
                <a:latin typeface="Corbel" panose="020B0503020204020204" pitchFamily="34" charset="0"/>
              </a:rPr>
              <a:t> </a:t>
            </a:r>
            <a:r>
              <a:rPr lang="en-GB" sz="2000" b="1" dirty="0">
                <a:latin typeface="Corbel" panose="020B0503020204020204" pitchFamily="34" charset="0"/>
              </a:rPr>
              <a:t>or another</a:t>
            </a:r>
            <a:br>
              <a:rPr lang="en-GB" sz="2000" b="1" dirty="0">
                <a:latin typeface="Corbel" panose="020B0503020204020204" pitchFamily="34" charset="0"/>
              </a:rPr>
            </a:br>
            <a:r>
              <a:rPr lang="en-GB" sz="2000" b="1" dirty="0">
                <a:latin typeface="Corbel" panose="020B0503020204020204" pitchFamily="34" charset="0"/>
              </a:rPr>
              <a:t>module’s output.</a:t>
            </a:r>
          </a:p>
          <a:p>
            <a:pPr marL="0" indent="0">
              <a:buNone/>
            </a:pPr>
            <a:r>
              <a:rPr lang="en-GB" b="1" dirty="0">
                <a:latin typeface="Corbel" panose="020B0503020204020204" pitchFamily="34" charset="0"/>
              </a:rPr>
              <a:t>a</a:t>
            </a:r>
            <a:r>
              <a:rPr lang="en-GB" sz="2000" b="1" dirty="0">
                <a:latin typeface="Corbel" panose="020B0503020204020204" pitchFamily="34" charset="0"/>
              </a:rPr>
              <a:t> module returns an output based on its activation function</a:t>
            </a:r>
          </a:p>
          <a:p>
            <a:pPr marL="0" indent="0">
              <a:buNone/>
            </a:pPr>
            <a:r>
              <a:rPr lang="en-GB" b="1" dirty="0">
                <a:latin typeface="Corbel" panose="020B0503020204020204" pitchFamily="34" charset="0"/>
              </a:rPr>
              <a:t>a</a:t>
            </a:r>
            <a:r>
              <a:rPr lang="en-GB" sz="2000" b="1" dirty="0">
                <a:latin typeface="Corbel" panose="020B0503020204020204" pitchFamily="34" charset="0"/>
              </a:rPr>
              <a:t> module may or may not have trainable model</a:t>
            </a:r>
            <a:r>
              <a:rPr lang="en-BE" sz="2000" b="1" dirty="0">
                <a:latin typeface="Corbel" panose="020B0503020204020204" pitchFamily="34" charset="0"/>
              </a:rPr>
              <a:t> </a:t>
            </a:r>
            <a:r>
              <a:rPr lang="en-GB" sz="2000" b="1" dirty="0">
                <a:latin typeface="Corbel" panose="020B0503020204020204" pitchFamily="34" charset="0"/>
              </a:rPr>
              <a:t>parameters.</a:t>
            </a:r>
          </a:p>
        </p:txBody>
      </p:sp>
      <p:pic>
        <p:nvPicPr>
          <p:cNvPr id="4" name="Picture 2" descr="The mostly complete chart of Neural Networks, explained | by Andrew Tch |  Towards Data Science">
            <a:extLst>
              <a:ext uri="{FF2B5EF4-FFF2-40B4-BE49-F238E27FC236}">
                <a16:creationId xmlns:a16="http://schemas.microsoft.com/office/drawing/2014/main" id="{5691FC6F-49C5-246A-843B-A22C297E81B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24595" y="365125"/>
            <a:ext cx="4133772" cy="6200658"/>
          </a:xfrm>
          <a:prstGeom prst="rect">
            <a:avLst/>
          </a:prstGeom>
          <a:noFill/>
          <a:extLst>
            <a:ext uri="{909E8E84-426E-40DD-AFC4-6F175D3DCCD1}">
              <a14:hiddenFill xmlns:a14="http://schemas.microsoft.com/office/drawing/2010/main">
                <a:solidFill>
                  <a:srgbClr val="FFFFFF"/>
                </a:solidFill>
              </a14:hiddenFill>
            </a:ext>
          </a:extLst>
        </p:spPr>
      </p:pic>
      <p:sp>
        <p:nvSpPr>
          <p:cNvPr id="5" name="Footer Placeholder 4">
            <a:extLst>
              <a:ext uri="{FF2B5EF4-FFF2-40B4-BE49-F238E27FC236}">
                <a16:creationId xmlns:a16="http://schemas.microsoft.com/office/drawing/2014/main" id="{8547F1A9-E5BA-9FE9-FE4B-4479709D6DBC}"/>
              </a:ext>
            </a:extLst>
          </p:cNvPr>
          <p:cNvSpPr>
            <a:spLocks noGrp="1"/>
          </p:cNvSpPr>
          <p:nvPr>
            <p:ph type="ftr" sz="quarter" idx="11"/>
          </p:nvPr>
        </p:nvSpPr>
        <p:spPr/>
        <p:txBody>
          <a:bodyPr/>
          <a:lstStyle/>
          <a:p>
            <a:r>
              <a:rPr lang="en-US"/>
              <a:t>https://kim.hfg-karlsruhe.de/neural-network-chart/</a:t>
            </a:r>
          </a:p>
        </p:txBody>
      </p:sp>
      <p:sp>
        <p:nvSpPr>
          <p:cNvPr id="6" name="Slide Number Placeholder 5">
            <a:extLst>
              <a:ext uri="{FF2B5EF4-FFF2-40B4-BE49-F238E27FC236}">
                <a16:creationId xmlns:a16="http://schemas.microsoft.com/office/drawing/2014/main" id="{34AB0675-504E-53BC-9547-86AF153C01F6}"/>
              </a:ext>
            </a:extLst>
          </p:cNvPr>
          <p:cNvSpPr>
            <a:spLocks noGrp="1"/>
          </p:cNvSpPr>
          <p:nvPr>
            <p:ph type="sldNum" sz="quarter" idx="12"/>
          </p:nvPr>
        </p:nvSpPr>
        <p:spPr/>
        <p:txBody>
          <a:bodyPr/>
          <a:lstStyle/>
          <a:p>
            <a:fld id="{94B3E216-A3C5-4E41-AE94-D003E76F1D3A}" type="slidenum">
              <a:rPr lang="en-US" smtClean="0"/>
              <a:pPr/>
              <a:t>22</a:t>
            </a:fld>
            <a:endParaRPr lang="en-US"/>
          </a:p>
        </p:txBody>
      </p:sp>
    </p:spTree>
    <p:extLst>
      <p:ext uri="{BB962C8B-B14F-4D97-AF65-F5344CB8AC3E}">
        <p14:creationId xmlns:p14="http://schemas.microsoft.com/office/powerpoint/2010/main" val="3027587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597F4B-9608-AF61-7A8C-3C37EE709CE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6708BD2-83C0-7D2A-9B51-F17D1BE44550}"/>
              </a:ext>
            </a:extLst>
          </p:cNvPr>
          <p:cNvSpPr txBox="1"/>
          <p:nvPr/>
        </p:nvSpPr>
        <p:spPr>
          <a:xfrm>
            <a:off x="241301" y="129804"/>
            <a:ext cx="11747500" cy="523220"/>
          </a:xfrm>
          <a:prstGeom prst="rect">
            <a:avLst/>
          </a:prstGeom>
          <a:noFill/>
        </p:spPr>
        <p:txBody>
          <a:bodyPr wrap="square" rtlCol="0">
            <a:spAutoFit/>
          </a:bodyPr>
          <a:lstStyle/>
          <a:p>
            <a:r>
              <a:rPr lang="en-BE" sz="2800">
                <a:solidFill>
                  <a:schemeClr val="bg1"/>
                </a:solidFill>
                <a:ea typeface="Lato" panose="020B0604020202020204" pitchFamily="34" charset="0"/>
                <a:cs typeface="Helvetica" panose="020B0604020202020204" pitchFamily="34" charset="0"/>
              </a:rPr>
              <a:t>matrix representation of weights, biases, and activations</a:t>
            </a:r>
            <a:endParaRPr lang="en-GB" sz="2800">
              <a:solidFill>
                <a:schemeClr val="bg1"/>
              </a:solidFill>
              <a:ea typeface="Lato" panose="020B0604020202020204" pitchFamily="34" charset="0"/>
              <a:cs typeface="Helvetica" panose="020B0604020202020204" pitchFamily="34" charset="0"/>
            </a:endParaRPr>
          </a:p>
        </p:txBody>
      </p:sp>
      <p:sp>
        <p:nvSpPr>
          <p:cNvPr id="57" name="Oval 56">
            <a:extLst>
              <a:ext uri="{FF2B5EF4-FFF2-40B4-BE49-F238E27FC236}">
                <a16:creationId xmlns:a16="http://schemas.microsoft.com/office/drawing/2014/main" id="{7BBFFE63-659D-630B-E91C-F965B926C8B8}"/>
              </a:ext>
            </a:extLst>
          </p:cNvPr>
          <p:cNvSpPr/>
          <p:nvPr/>
        </p:nvSpPr>
        <p:spPr>
          <a:xfrm>
            <a:off x="443131" y="975261"/>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58" name="Oval 57">
            <a:extLst>
              <a:ext uri="{FF2B5EF4-FFF2-40B4-BE49-F238E27FC236}">
                <a16:creationId xmlns:a16="http://schemas.microsoft.com/office/drawing/2014/main" id="{BD8DBA17-1767-DF0B-91B5-A22B7A839082}"/>
              </a:ext>
            </a:extLst>
          </p:cNvPr>
          <p:cNvSpPr/>
          <p:nvPr/>
        </p:nvSpPr>
        <p:spPr>
          <a:xfrm>
            <a:off x="454584" y="1833351"/>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59" name="Oval 58">
            <a:extLst>
              <a:ext uri="{FF2B5EF4-FFF2-40B4-BE49-F238E27FC236}">
                <a16:creationId xmlns:a16="http://schemas.microsoft.com/office/drawing/2014/main" id="{CF6E3504-B47C-B6E7-CB52-58CA228FCBC8}"/>
              </a:ext>
            </a:extLst>
          </p:cNvPr>
          <p:cNvSpPr/>
          <p:nvPr/>
        </p:nvSpPr>
        <p:spPr>
          <a:xfrm>
            <a:off x="454584" y="2686475"/>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60" name="Oval 59">
            <a:extLst>
              <a:ext uri="{FF2B5EF4-FFF2-40B4-BE49-F238E27FC236}">
                <a16:creationId xmlns:a16="http://schemas.microsoft.com/office/drawing/2014/main" id="{0519D429-1648-E591-7854-E20DC94D4FDC}"/>
              </a:ext>
            </a:extLst>
          </p:cNvPr>
          <p:cNvSpPr/>
          <p:nvPr/>
        </p:nvSpPr>
        <p:spPr>
          <a:xfrm>
            <a:off x="443131" y="3539599"/>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D4A40207-A257-EFEA-89D2-A9CBED2F5423}"/>
                  </a:ext>
                </a:extLst>
              </p:cNvPr>
              <p:cNvSpPr txBox="1"/>
              <p:nvPr/>
            </p:nvSpPr>
            <p:spPr>
              <a:xfrm>
                <a:off x="509509" y="1066000"/>
                <a:ext cx="599125" cy="668645"/>
              </a:xfrm>
              <a:prstGeom prst="rect">
                <a:avLst/>
              </a:prstGeom>
              <a:noFill/>
            </p:spPr>
            <p:txBody>
              <a:bodyPr wrap="square" lIns="0" tIns="0" rIns="0" bIns="0" rtlCol="0">
                <a:spAutoFit/>
              </a:bodyPr>
              <a:lstStyle/>
              <a:p>
                <a:pPr/>
                <a14:m>
                  <m:oMathPara xmlns:m="http://schemas.openxmlformats.org/officeDocument/2006/math">
                    <m:oMath>
                      <m:sSubSup>
                        <m:sSubSupPr>
                          <m:ctrlPr>
                            <a:rPr lang="en-BE" sz="2400" b="0" i="1" smtClean="0">
                              <a:latin typeface="Cambria Math" panose="02040503050406030204" pitchFamily="18" charset="0"/>
                            </a:rPr>
                          </m:ctrlPr>
                        </m:sSubSupPr>
                        <m:e>
                          <m:r>
                            <a:rPr lang="en-BE" sz="2400" b="0" i="1" smtClean="0">
                              <a:latin typeface="Cambria Math" panose="02040503050406030204" pitchFamily="18" charset="0"/>
                            </a:rPr>
                            <m:t>𝑎</m:t>
                          </m:r>
                        </m:e>
                        <m:sub>
                          <m:r>
                            <a:rPr lang="en-GB" sz="2400" b="0" i="1" smtClean="0">
                              <a:latin typeface="Cambria Math" panose="02040503050406030204" pitchFamily="18" charset="0"/>
                            </a:rPr>
                            <m:t>0</m:t>
                          </m:r>
                        </m:sub>
                        <m:sup>
                          <m:r>
                            <a:rPr lang="en-BE" sz="2400" b="0" i="1" smtClean="0">
                              <a:latin typeface="Cambria Math" panose="02040503050406030204" pitchFamily="18" charset="0"/>
                            </a:rPr>
                            <m:t>0</m:t>
                          </m:r>
                        </m:sup>
                      </m:sSubSup>
                    </m:oMath>
                  </m:oMathPara>
                </a14:m>
                <a:endParaRPr lang="en-GB" sz="2400" b="0"/>
              </a:p>
              <a:p>
                <a:endParaRPr lang="en-GB" b="0"/>
              </a:p>
            </p:txBody>
          </p:sp>
        </mc:Choice>
        <mc:Fallback xmlns="">
          <p:sp>
            <p:nvSpPr>
              <p:cNvPr id="73" name="TextBox 72">
                <a:extLst>
                  <a:ext uri="{FF2B5EF4-FFF2-40B4-BE49-F238E27FC236}">
                    <a16:creationId xmlns:a16="http://schemas.microsoft.com/office/drawing/2014/main" id="{D4A40207-A257-EFEA-89D2-A9CBED2F5423}"/>
                  </a:ext>
                </a:extLst>
              </p:cNvPr>
              <p:cNvSpPr txBox="1">
                <a:spLocks noRot="1" noChangeAspect="1" noMove="1" noResize="1" noEditPoints="1" noAdjustHandles="1" noChangeArrowheads="1" noChangeShapeType="1" noTextEdit="1"/>
              </p:cNvSpPr>
              <p:nvPr/>
            </p:nvSpPr>
            <p:spPr>
              <a:xfrm>
                <a:off x="509509" y="1066000"/>
                <a:ext cx="599125" cy="668645"/>
              </a:xfrm>
              <a:prstGeom prst="rect">
                <a:avLst/>
              </a:prstGeom>
              <a:blipFill>
                <a:blip r:embed="rId3"/>
                <a:stretch>
                  <a:fillRect l="-24490" t="-12727" r="-20408"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7400F53-D821-96DD-0B9F-FBC34987A726}"/>
                  </a:ext>
                </a:extLst>
              </p:cNvPr>
              <p:cNvSpPr txBox="1"/>
              <p:nvPr/>
            </p:nvSpPr>
            <p:spPr>
              <a:xfrm>
                <a:off x="509509" y="1933963"/>
                <a:ext cx="599125" cy="652871"/>
              </a:xfrm>
              <a:prstGeom prst="rect">
                <a:avLst/>
              </a:prstGeom>
              <a:noFill/>
            </p:spPr>
            <p:txBody>
              <a:bodyPr wrap="square" lIns="0" tIns="0" rIns="0" bIns="0" rtlCol="0">
                <a:spAutoFit/>
              </a:bodyPr>
              <a:lstStyle/>
              <a:p>
                <a:pPr/>
                <a14:m>
                  <m:oMathPara xmlns:m="http://schemas.openxmlformats.org/officeDocument/2006/math">
                    <m:oMath>
                      <m:sSubSup>
                        <m:sSubSupPr>
                          <m:ctrlPr>
                            <a:rPr lang="en-BE" sz="2400" b="0" i="1" smtClean="0">
                              <a:latin typeface="Cambria Math" panose="02040503050406030204" pitchFamily="18" charset="0"/>
                            </a:rPr>
                          </m:ctrlPr>
                        </m:sSubSupPr>
                        <m:e>
                          <m:r>
                            <a:rPr lang="en-BE" sz="2400" b="0" i="1" smtClean="0">
                              <a:latin typeface="Cambria Math" panose="02040503050406030204" pitchFamily="18" charset="0"/>
                            </a:rPr>
                            <m:t>𝑎</m:t>
                          </m:r>
                        </m:e>
                        <m:sub>
                          <m:r>
                            <a:rPr lang="en-GB" sz="2400" b="0" i="1" smtClean="0">
                              <a:latin typeface="Cambria Math" panose="02040503050406030204" pitchFamily="18" charset="0"/>
                            </a:rPr>
                            <m:t>1</m:t>
                          </m:r>
                        </m:sub>
                        <m:sup>
                          <m:r>
                            <a:rPr lang="en-BE" sz="2400" b="0" i="1" smtClean="0">
                              <a:latin typeface="Cambria Math" panose="02040503050406030204" pitchFamily="18" charset="0"/>
                            </a:rPr>
                            <m:t>0</m:t>
                          </m:r>
                        </m:sup>
                      </m:sSubSup>
                    </m:oMath>
                  </m:oMathPara>
                </a14:m>
                <a:endParaRPr lang="en-GB" sz="2400" b="0"/>
              </a:p>
              <a:p>
                <a:endParaRPr lang="en-GB" b="0"/>
              </a:p>
            </p:txBody>
          </p:sp>
        </mc:Choice>
        <mc:Fallback xmlns="">
          <p:sp>
            <p:nvSpPr>
              <p:cNvPr id="74" name="TextBox 73">
                <a:extLst>
                  <a:ext uri="{FF2B5EF4-FFF2-40B4-BE49-F238E27FC236}">
                    <a16:creationId xmlns:a16="http://schemas.microsoft.com/office/drawing/2014/main" id="{B7400F53-D821-96DD-0B9F-FBC34987A726}"/>
                  </a:ext>
                </a:extLst>
              </p:cNvPr>
              <p:cNvSpPr txBox="1">
                <a:spLocks noRot="1" noChangeAspect="1" noMove="1" noResize="1" noEditPoints="1" noAdjustHandles="1" noChangeArrowheads="1" noChangeShapeType="1" noTextEdit="1"/>
              </p:cNvSpPr>
              <p:nvPr/>
            </p:nvSpPr>
            <p:spPr>
              <a:xfrm>
                <a:off x="509509" y="1933963"/>
                <a:ext cx="599125" cy="652871"/>
              </a:xfrm>
              <a:prstGeom prst="rect">
                <a:avLst/>
              </a:prstGeom>
              <a:blipFill>
                <a:blip r:embed="rId4"/>
                <a:stretch>
                  <a:fillRect l="-24490" t="-13084" r="-20408" b="-214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A4B38517-57BB-5503-AFD4-E85D33D9D6D6}"/>
                  </a:ext>
                </a:extLst>
              </p:cNvPr>
              <p:cNvSpPr txBox="1"/>
              <p:nvPr/>
            </p:nvSpPr>
            <p:spPr>
              <a:xfrm>
                <a:off x="443131" y="2823426"/>
                <a:ext cx="665503" cy="369332"/>
              </a:xfrm>
              <a:prstGeom prst="rect">
                <a:avLst/>
              </a:prstGeom>
              <a:noFill/>
            </p:spPr>
            <p:txBody>
              <a:bodyPr wrap="square" lIns="0" tIns="0" rIns="0" bIns="0" rtlCol="0">
                <a:spAutoFit/>
              </a:bodyPr>
              <a:lstStyle/>
              <a:p>
                <a:pPr/>
                <a14:m>
                  <m:oMathPara xmlns:m="http://schemas.openxmlformats.org/officeDocument/2006/math">
                    <m:oMathParaPr>
                      <m:jc m:val="center"/>
                    </m:oMathParaPr>
                    <m:oMath>
                      <m:r>
                        <a:rPr lang="en-GB" sz="2400" i="1">
                          <a:latin typeface="Cambria Math" panose="02040503050406030204" pitchFamily="18" charset="0"/>
                        </a:rPr>
                        <m:t>⋯</m:t>
                      </m:r>
                    </m:oMath>
                  </m:oMathPara>
                </a14:m>
                <a:endParaRPr lang="en-GB" sz="2400"/>
              </a:p>
            </p:txBody>
          </p:sp>
        </mc:Choice>
        <mc:Fallback xmlns="">
          <p:sp>
            <p:nvSpPr>
              <p:cNvPr id="75" name="TextBox 74">
                <a:extLst>
                  <a:ext uri="{FF2B5EF4-FFF2-40B4-BE49-F238E27FC236}">
                    <a16:creationId xmlns:a16="http://schemas.microsoft.com/office/drawing/2014/main" id="{A4B38517-57BB-5503-AFD4-E85D33D9D6D6}"/>
                  </a:ext>
                </a:extLst>
              </p:cNvPr>
              <p:cNvSpPr txBox="1">
                <a:spLocks noRot="1" noChangeAspect="1" noMove="1" noResize="1" noEditPoints="1" noAdjustHandles="1" noChangeArrowheads="1" noChangeShapeType="1" noTextEdit="1"/>
              </p:cNvSpPr>
              <p:nvPr/>
            </p:nvSpPr>
            <p:spPr>
              <a:xfrm>
                <a:off x="443131" y="2823426"/>
                <a:ext cx="665503" cy="369332"/>
              </a:xfrm>
              <a:prstGeom prst="rect">
                <a:avLst/>
              </a:prstGeom>
              <a:blipFill>
                <a:blip r:embed="rId5"/>
                <a:stretch>
                  <a:fillRect t="-24590" r="-9174" b="-49180"/>
                </a:stretch>
              </a:blipFill>
            </p:spPr>
            <p:txBody>
              <a:bodyPr/>
              <a:lstStyle/>
              <a:p>
                <a:r>
                  <a:rPr lang="en-US">
                    <a:noFill/>
                  </a:rPr>
                  <a:t> </a:t>
                </a:r>
              </a:p>
            </p:txBody>
          </p:sp>
        </mc:Fallback>
      </mc:AlternateContent>
      <p:sp>
        <p:nvSpPr>
          <p:cNvPr id="80" name="Oval 79">
            <a:extLst>
              <a:ext uri="{FF2B5EF4-FFF2-40B4-BE49-F238E27FC236}">
                <a16:creationId xmlns:a16="http://schemas.microsoft.com/office/drawing/2014/main" id="{1EDF3E73-8FC2-D514-455D-C7214AADD267}"/>
              </a:ext>
            </a:extLst>
          </p:cNvPr>
          <p:cNvSpPr/>
          <p:nvPr/>
        </p:nvSpPr>
        <p:spPr>
          <a:xfrm>
            <a:off x="3115379" y="980227"/>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cxnSp>
        <p:nvCxnSpPr>
          <p:cNvPr id="81" name="Straight Arrow Connector 80">
            <a:extLst>
              <a:ext uri="{FF2B5EF4-FFF2-40B4-BE49-F238E27FC236}">
                <a16:creationId xmlns:a16="http://schemas.microsoft.com/office/drawing/2014/main" id="{B4F4D034-7BA5-071F-B2C4-3EC2B8514BF8}"/>
              </a:ext>
            </a:extLst>
          </p:cNvPr>
          <p:cNvCxnSpPr>
            <a:cxnSpLocks/>
            <a:endCxn id="80" idx="2"/>
          </p:cNvCxnSpPr>
          <p:nvPr/>
        </p:nvCxnSpPr>
        <p:spPr>
          <a:xfrm>
            <a:off x="1093097" y="1300244"/>
            <a:ext cx="2022282" cy="4966"/>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2D8ED9CB-69AC-7D3F-332B-430E3728C551}"/>
              </a:ext>
            </a:extLst>
          </p:cNvPr>
          <p:cNvCxnSpPr>
            <a:cxnSpLocks/>
            <a:endCxn id="80" idx="2"/>
          </p:cNvCxnSpPr>
          <p:nvPr/>
        </p:nvCxnSpPr>
        <p:spPr>
          <a:xfrm flipV="1">
            <a:off x="1104550" y="1305210"/>
            <a:ext cx="2010829"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41F3B59D-3750-063A-CDB1-A8C0985D93E9}"/>
                  </a:ext>
                </a:extLst>
              </p:cNvPr>
              <p:cNvSpPr txBox="1"/>
              <p:nvPr/>
            </p:nvSpPr>
            <p:spPr>
              <a:xfrm>
                <a:off x="3164290" y="1114334"/>
                <a:ext cx="526264" cy="372859"/>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solidFill>
                                <a:schemeClr val="accent2"/>
                              </a:solidFill>
                              <a:latin typeface="Cambria Math" panose="02040503050406030204" pitchFamily="18" charset="0"/>
                            </a:rPr>
                          </m:ctrlPr>
                        </m:sSubSupPr>
                        <m:e>
                          <m:r>
                            <a:rPr lang="en-GB" sz="2400" b="0" i="1" smtClean="0">
                              <a:solidFill>
                                <a:schemeClr val="accent2"/>
                              </a:solidFill>
                              <a:latin typeface="Cambria Math" panose="02040503050406030204" pitchFamily="18" charset="0"/>
                            </a:rPr>
                            <m:t>𝑎</m:t>
                          </m:r>
                        </m:e>
                        <m:sub>
                          <m:r>
                            <a:rPr lang="en-BE" sz="2400" b="0" i="1" smtClean="0">
                              <a:solidFill>
                                <a:schemeClr val="accent2"/>
                              </a:solidFill>
                              <a:latin typeface="Cambria Math" panose="02040503050406030204" pitchFamily="18" charset="0"/>
                            </a:rPr>
                            <m:t>0</m:t>
                          </m:r>
                        </m:sub>
                        <m:sup>
                          <m:r>
                            <a:rPr lang="en-GB" sz="2400" b="0" i="1" smtClean="0">
                              <a:solidFill>
                                <a:schemeClr val="accent2"/>
                              </a:solidFill>
                              <a:latin typeface="Cambria Math" panose="02040503050406030204" pitchFamily="18" charset="0"/>
                            </a:rPr>
                            <m:t>1</m:t>
                          </m:r>
                        </m:sup>
                      </m:sSubSup>
                    </m:oMath>
                  </m:oMathPara>
                </a14:m>
                <a:endParaRPr lang="en-GB" sz="2400" b="0">
                  <a:solidFill>
                    <a:schemeClr val="accent2"/>
                  </a:solidFill>
                </a:endParaRPr>
              </a:p>
            </p:txBody>
          </p:sp>
        </mc:Choice>
        <mc:Fallback xmlns="">
          <p:sp>
            <p:nvSpPr>
              <p:cNvPr id="6" name="TextBox 5">
                <a:extLst>
                  <a:ext uri="{FF2B5EF4-FFF2-40B4-BE49-F238E27FC236}">
                    <a16:creationId xmlns:a16="http://schemas.microsoft.com/office/drawing/2014/main" id="{41F3B59D-3750-063A-CDB1-A8C0985D93E9}"/>
                  </a:ext>
                </a:extLst>
              </p:cNvPr>
              <p:cNvSpPr txBox="1">
                <a:spLocks noRot="1" noChangeAspect="1" noMove="1" noResize="1" noEditPoints="1" noAdjustHandles="1" noChangeArrowheads="1" noChangeShapeType="1" noTextEdit="1"/>
              </p:cNvSpPr>
              <p:nvPr/>
            </p:nvSpPr>
            <p:spPr>
              <a:xfrm>
                <a:off x="3164290" y="1114334"/>
                <a:ext cx="526264" cy="372859"/>
              </a:xfrm>
              <a:prstGeom prst="rect">
                <a:avLst/>
              </a:prstGeom>
              <a:blipFill>
                <a:blip r:embed="rId6"/>
                <a:stretch>
                  <a:fillRect t="-24590" r="-31395"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194EB51-AF92-6747-5EB6-EFB1980A53AD}"/>
                  </a:ext>
                </a:extLst>
              </p:cNvPr>
              <p:cNvSpPr txBox="1"/>
              <p:nvPr/>
            </p:nvSpPr>
            <p:spPr>
              <a:xfrm>
                <a:off x="4491418" y="1105251"/>
                <a:ext cx="7255064" cy="399918"/>
              </a:xfrm>
              <a:prstGeom prst="rect">
                <a:avLst/>
              </a:prstGeom>
              <a:noFill/>
            </p:spPr>
            <p:txBody>
              <a:bodyPr wrap="square" lIns="0" tIns="0" rIns="0" bIns="0" rtlCol="0">
                <a:spAutoFit/>
              </a:bodyPr>
              <a:lstStyle/>
              <a:p>
                <a:pPr algn="ctr"/>
                <a14:m>
                  <m:oMath xmlns:m="http://schemas.openxmlformats.org/officeDocument/2006/math">
                    <m:sSubSup>
                      <m:sSubSupPr>
                        <m:ctrlPr>
                          <a:rPr lang="en-BE" sz="2400" i="1">
                            <a:solidFill>
                              <a:schemeClr val="accent2"/>
                            </a:solidFill>
                            <a:latin typeface="Cambria Math" panose="02040503050406030204" pitchFamily="18" charset="0"/>
                          </a:rPr>
                        </m:ctrlPr>
                      </m:sSubSupPr>
                      <m:e>
                        <m:r>
                          <a:rPr lang="en-BE" sz="2400" i="1">
                            <a:solidFill>
                              <a:schemeClr val="accent2"/>
                            </a:solidFill>
                            <a:latin typeface="Cambria Math" panose="02040503050406030204" pitchFamily="18" charset="0"/>
                          </a:rPr>
                          <m:t>𝑎</m:t>
                        </m:r>
                      </m:e>
                      <m:sub>
                        <m:r>
                          <a:rPr lang="en-BE" sz="2400" i="1">
                            <a:solidFill>
                              <a:schemeClr val="accent2"/>
                            </a:solidFill>
                            <a:latin typeface="Cambria Math" panose="02040503050406030204" pitchFamily="18" charset="0"/>
                          </a:rPr>
                          <m:t>0</m:t>
                        </m:r>
                      </m:sub>
                      <m:sup>
                        <m:r>
                          <a:rPr lang="en-BE" sz="2400" b="0" i="1" smtClean="0">
                            <a:solidFill>
                              <a:schemeClr val="accent2"/>
                            </a:solidFill>
                            <a:latin typeface="Cambria Math" panose="02040503050406030204" pitchFamily="18" charset="0"/>
                          </a:rPr>
                          <m:t>1</m:t>
                        </m:r>
                      </m:sup>
                    </m:sSubSup>
                    <m:r>
                      <a:rPr lang="en-BE" sz="2400" b="0" i="1" smtClean="0">
                        <a:latin typeface="Cambria Math" panose="02040503050406030204" pitchFamily="18" charset="0"/>
                      </a:rPr>
                      <m:t>=</m:t>
                    </m:r>
                    <m:r>
                      <a:rPr lang="en-BE" sz="2400" b="0" i="1" smtClean="0">
                        <a:latin typeface="Cambria Math" panose="02040503050406030204" pitchFamily="18" charset="0"/>
                        <a:ea typeface="Cambria Math" panose="02040503050406030204" pitchFamily="18" charset="0"/>
                      </a:rPr>
                      <m:t>𝜎</m:t>
                    </m:r>
                    <m:r>
                      <a:rPr lang="en-BE" sz="2400" b="0" i="1" smtClean="0">
                        <a:latin typeface="Cambria Math" panose="02040503050406030204" pitchFamily="18" charset="0"/>
                        <a:ea typeface="Cambria Math" panose="02040503050406030204" pitchFamily="18" charset="0"/>
                      </a:rPr>
                      <m:t>(</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i="1">
                            <a:solidFill>
                              <a:schemeClr val="accent1"/>
                            </a:solidFill>
                            <a:latin typeface="Cambria Math" panose="02040503050406030204" pitchFamily="18" charset="0"/>
                          </a:rPr>
                          <m:t>0,0</m:t>
                        </m:r>
                      </m:sub>
                    </m:sSub>
                    <m:r>
                      <a:rPr lang="en-BE" sz="2400" i="1" smtClean="0">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i="1">
                            <a:latin typeface="Cambria Math" panose="02040503050406030204" pitchFamily="18" charset="0"/>
                          </a:rPr>
                          <m:t>0</m:t>
                        </m:r>
                      </m:sub>
                      <m:sup>
                        <m:r>
                          <a:rPr lang="en-BE" sz="2400" i="1" smtClean="0">
                            <a:latin typeface="Cambria Math" panose="02040503050406030204" pitchFamily="18" charset="0"/>
                          </a:rPr>
                          <m:t>0</m:t>
                        </m:r>
                      </m:sup>
                    </m:sSubSup>
                    <m:r>
                      <a:rPr lang="en-BE" sz="2400" b="0" i="1" smtClean="0">
                        <a:latin typeface="Cambria Math" panose="02040503050406030204" pitchFamily="18" charset="0"/>
                      </a:rPr>
                      <m:t>+</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i="1">
                            <a:solidFill>
                              <a:schemeClr val="accent1"/>
                            </a:solidFill>
                            <a:latin typeface="Cambria Math" panose="02040503050406030204" pitchFamily="18" charset="0"/>
                          </a:rPr>
                          <m:t>0,1</m:t>
                        </m:r>
                      </m:sub>
                    </m:sSub>
                    <m:r>
                      <a:rPr lang="en-BE" sz="2400" i="1">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i="1">
                            <a:latin typeface="Cambria Math" panose="02040503050406030204" pitchFamily="18" charset="0"/>
                          </a:rPr>
                          <m:t>1</m:t>
                        </m:r>
                      </m:sub>
                      <m:sup>
                        <m:r>
                          <a:rPr lang="en-BE" sz="2400" i="1" smtClean="0">
                            <a:latin typeface="Cambria Math" panose="02040503050406030204" pitchFamily="18" charset="0"/>
                          </a:rPr>
                          <m:t>0</m:t>
                        </m:r>
                      </m:sup>
                    </m:sSubSup>
                    <m:r>
                      <a:rPr lang="en-BE" sz="2400" b="0" i="1" smtClean="0">
                        <a:latin typeface="Cambria Math" panose="02040503050406030204" pitchFamily="18" charset="0"/>
                      </a:rPr>
                      <m:t>+ …+</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i="1">
                            <a:solidFill>
                              <a:schemeClr val="accent1"/>
                            </a:solidFill>
                            <a:latin typeface="Cambria Math" panose="02040503050406030204" pitchFamily="18" charset="0"/>
                          </a:rPr>
                          <m:t>0,</m:t>
                        </m:r>
                        <m:r>
                          <a:rPr lang="en-BE" sz="2400" b="0" i="1" smtClean="0">
                            <a:solidFill>
                              <a:schemeClr val="accent1"/>
                            </a:solidFill>
                            <a:latin typeface="Cambria Math" panose="02040503050406030204" pitchFamily="18" charset="0"/>
                          </a:rPr>
                          <m:t>𝑛</m:t>
                        </m:r>
                      </m:sub>
                    </m:sSub>
                    <m:r>
                      <a:rPr lang="en-BE" sz="2400" i="1">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b="0" i="1" smtClean="0">
                            <a:latin typeface="Cambria Math" panose="02040503050406030204" pitchFamily="18" charset="0"/>
                          </a:rPr>
                          <m:t>𝑛</m:t>
                        </m:r>
                      </m:sub>
                      <m:sup>
                        <m:r>
                          <a:rPr lang="en-BE" sz="2400" i="1" smtClean="0">
                            <a:latin typeface="Cambria Math" panose="02040503050406030204" pitchFamily="18" charset="0"/>
                          </a:rPr>
                          <m:t>0</m:t>
                        </m:r>
                      </m:sup>
                    </m:sSubSup>
                    <m:r>
                      <a:rPr lang="en-BE" sz="2400" b="0" i="1" smtClean="0">
                        <a:latin typeface="Cambria Math" panose="02040503050406030204" pitchFamily="18" charset="0"/>
                      </a:rPr>
                      <m:t>+</m:t>
                    </m:r>
                    <m:sSub>
                      <m:sSubPr>
                        <m:ctrlPr>
                          <a:rPr lang="en-BE" sz="2400" i="1">
                            <a:solidFill>
                              <a:schemeClr val="accent6"/>
                            </a:solidFill>
                            <a:latin typeface="Cambria Math" panose="02040503050406030204" pitchFamily="18" charset="0"/>
                          </a:rPr>
                        </m:ctrlPr>
                      </m:sSubPr>
                      <m:e>
                        <m:r>
                          <a:rPr lang="en-BE" sz="2400" i="1">
                            <a:solidFill>
                              <a:schemeClr val="accent6"/>
                            </a:solidFill>
                            <a:latin typeface="Cambria Math" panose="02040503050406030204" pitchFamily="18" charset="0"/>
                          </a:rPr>
                          <m:t>𝑏</m:t>
                        </m:r>
                      </m:e>
                      <m:sub>
                        <m:r>
                          <a:rPr lang="en-BE" sz="2400" i="1">
                            <a:solidFill>
                              <a:schemeClr val="accent6"/>
                            </a:solidFill>
                            <a:latin typeface="Cambria Math" panose="02040503050406030204" pitchFamily="18" charset="0"/>
                          </a:rPr>
                          <m:t>0</m:t>
                        </m:r>
                      </m:sub>
                    </m:sSub>
                    <m:r>
                      <a:rPr lang="en-BE" sz="2400" b="0" i="1" smtClean="0">
                        <a:latin typeface="Cambria Math" panose="02040503050406030204" pitchFamily="18" charset="0"/>
                        <a:ea typeface="Cambria Math" panose="02040503050406030204" pitchFamily="18" charset="0"/>
                      </a:rPr>
                      <m:t>)</m:t>
                    </m:r>
                  </m:oMath>
                </a14:m>
                <a:r>
                  <a:rPr lang="en-BE" sz="2400"/>
                  <a:t> </a:t>
                </a:r>
              </a:p>
            </p:txBody>
          </p:sp>
        </mc:Choice>
        <mc:Fallback xmlns="">
          <p:sp>
            <p:nvSpPr>
              <p:cNvPr id="7" name="TextBox 6">
                <a:extLst>
                  <a:ext uri="{FF2B5EF4-FFF2-40B4-BE49-F238E27FC236}">
                    <a16:creationId xmlns:a16="http://schemas.microsoft.com/office/drawing/2014/main" id="{C194EB51-AF92-6747-5EB6-EFB1980A53AD}"/>
                  </a:ext>
                </a:extLst>
              </p:cNvPr>
              <p:cNvSpPr txBox="1">
                <a:spLocks noRot="1" noChangeAspect="1" noMove="1" noResize="1" noEditPoints="1" noAdjustHandles="1" noChangeArrowheads="1" noChangeShapeType="1" noTextEdit="1"/>
              </p:cNvSpPr>
              <p:nvPr/>
            </p:nvSpPr>
            <p:spPr>
              <a:xfrm>
                <a:off x="4491418" y="1105251"/>
                <a:ext cx="7255064" cy="399918"/>
              </a:xfrm>
              <a:prstGeom prst="rect">
                <a:avLst/>
              </a:prstGeom>
              <a:blipFill>
                <a:blip r:embed="rId7"/>
                <a:stretch>
                  <a:fillRect t="-18182" b="-42424"/>
                </a:stretch>
              </a:blipFill>
            </p:spPr>
            <p:txBody>
              <a:bodyPr/>
              <a:lstStyle/>
              <a:p>
                <a:r>
                  <a:rPr lang="en-US">
                    <a:noFill/>
                  </a:rPr>
                  <a:t> </a:t>
                </a:r>
              </a:p>
            </p:txBody>
          </p:sp>
        </mc:Fallback>
      </mc:AlternateContent>
      <p:sp>
        <p:nvSpPr>
          <p:cNvPr id="14" name="Title 1">
            <a:extLst>
              <a:ext uri="{FF2B5EF4-FFF2-40B4-BE49-F238E27FC236}">
                <a16:creationId xmlns:a16="http://schemas.microsoft.com/office/drawing/2014/main" id="{327F2C68-82C9-A386-0D3D-4B91B0D4EEC7}"/>
              </a:ext>
            </a:extLst>
          </p:cNvPr>
          <p:cNvSpPr>
            <a:spLocks noGrp="1"/>
          </p:cNvSpPr>
          <p:nvPr>
            <p:ph type="title"/>
          </p:nvPr>
        </p:nvSpPr>
        <p:spPr>
          <a:xfrm>
            <a:off x="433388" y="365125"/>
            <a:ext cx="11325225" cy="446084"/>
          </a:xfrm>
        </p:spPr>
        <p:txBody>
          <a:bodyPr/>
          <a:lstStyle/>
          <a:p>
            <a:r>
              <a:rPr lang="en-US" sz="3200" b="1" dirty="0">
                <a:latin typeface="Corbel" panose="020B0503020204020204" pitchFamily="34" charset="0"/>
                <a:ea typeface="Lato" panose="020B0604020202020204" pitchFamily="34" charset="0"/>
                <a:cs typeface="Helvetica" panose="020B0604020202020204" pitchFamily="34" charset="0"/>
              </a:rPr>
              <a:t>A neural network layer can be represented as a matrix</a:t>
            </a:r>
            <a:endParaRPr lang="en-BE" b="1" dirty="0">
              <a:latin typeface="Corbel" panose="020B0503020204020204" pitchFamily="34" charset="0"/>
            </a:endParaRPr>
          </a:p>
        </p:txBody>
      </p:sp>
      <p:sp>
        <p:nvSpPr>
          <p:cNvPr id="15" name="Slide Number Placeholder 14">
            <a:extLst>
              <a:ext uri="{FF2B5EF4-FFF2-40B4-BE49-F238E27FC236}">
                <a16:creationId xmlns:a16="http://schemas.microsoft.com/office/drawing/2014/main" id="{47E6452D-FF58-B7A7-7DCE-B68E202BA3BB}"/>
              </a:ext>
            </a:extLst>
          </p:cNvPr>
          <p:cNvSpPr>
            <a:spLocks noGrp="1"/>
          </p:cNvSpPr>
          <p:nvPr>
            <p:ph type="sldNum" sz="quarter" idx="12"/>
          </p:nvPr>
        </p:nvSpPr>
        <p:spPr/>
        <p:txBody>
          <a:bodyPr/>
          <a:lstStyle/>
          <a:p>
            <a:fld id="{94B3E216-A3C5-4E41-AE94-D003E76F1D3A}" type="slidenum">
              <a:rPr lang="en-BE" smtClean="0"/>
              <a:t>23</a:t>
            </a:fld>
            <a:endParaRPr lang="en-BE"/>
          </a:p>
        </p:txBody>
      </p:sp>
      <p:cxnSp>
        <p:nvCxnSpPr>
          <p:cNvPr id="11" name="Straight Arrow Connector 10">
            <a:extLst>
              <a:ext uri="{FF2B5EF4-FFF2-40B4-BE49-F238E27FC236}">
                <a16:creationId xmlns:a16="http://schemas.microsoft.com/office/drawing/2014/main" id="{E138F490-71CB-323C-D672-BA5F4C70FB14}"/>
              </a:ext>
            </a:extLst>
          </p:cNvPr>
          <p:cNvCxnSpPr>
            <a:cxnSpLocks/>
            <a:endCxn id="80" idx="2"/>
          </p:cNvCxnSpPr>
          <p:nvPr/>
        </p:nvCxnSpPr>
        <p:spPr>
          <a:xfrm flipV="1">
            <a:off x="1093097" y="1305210"/>
            <a:ext cx="2022282" cy="2559372"/>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A7485CB1-D16C-9F45-2578-367ACFCC387B}"/>
              </a:ext>
            </a:extLst>
          </p:cNvPr>
          <p:cNvCxnSpPr>
            <a:cxnSpLocks/>
            <a:stCxn id="75" idx="3"/>
            <a:endCxn id="80" idx="2"/>
          </p:cNvCxnSpPr>
          <p:nvPr/>
        </p:nvCxnSpPr>
        <p:spPr>
          <a:xfrm flipV="1">
            <a:off x="1108634" y="1305210"/>
            <a:ext cx="2006745" cy="1702882"/>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92096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3459F5-8308-49BD-FDB4-CE31C0FFA69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EEA5FCA-AA43-AF3B-422A-14440C3034FB}"/>
              </a:ext>
            </a:extLst>
          </p:cNvPr>
          <p:cNvSpPr txBox="1"/>
          <p:nvPr/>
        </p:nvSpPr>
        <p:spPr>
          <a:xfrm>
            <a:off x="241301" y="129804"/>
            <a:ext cx="11747500" cy="523220"/>
          </a:xfrm>
          <a:prstGeom prst="rect">
            <a:avLst/>
          </a:prstGeom>
          <a:noFill/>
        </p:spPr>
        <p:txBody>
          <a:bodyPr wrap="square" rtlCol="0">
            <a:spAutoFit/>
          </a:bodyPr>
          <a:lstStyle/>
          <a:p>
            <a:r>
              <a:rPr lang="en-BE" sz="2800">
                <a:solidFill>
                  <a:schemeClr val="bg1"/>
                </a:solidFill>
                <a:ea typeface="Lato" panose="020B0604020202020204" pitchFamily="34" charset="0"/>
                <a:cs typeface="Helvetica" panose="020B0604020202020204" pitchFamily="34" charset="0"/>
              </a:rPr>
              <a:t>matrix representation of weights, biases, and activations</a:t>
            </a:r>
            <a:endParaRPr lang="en-GB" sz="2800">
              <a:solidFill>
                <a:schemeClr val="bg1"/>
              </a:solidFill>
              <a:ea typeface="Lato" panose="020B0604020202020204" pitchFamily="34" charset="0"/>
              <a:cs typeface="Helvetica" panose="020B0604020202020204" pitchFamily="34" charset="0"/>
            </a:endParaRPr>
          </a:p>
        </p:txBody>
      </p:sp>
      <p:sp>
        <p:nvSpPr>
          <p:cNvPr id="54" name="Oval 53">
            <a:extLst>
              <a:ext uri="{FF2B5EF4-FFF2-40B4-BE49-F238E27FC236}">
                <a16:creationId xmlns:a16="http://schemas.microsoft.com/office/drawing/2014/main" id="{C37F3F67-A1D0-0D54-5936-A8616FE35F2B}"/>
              </a:ext>
            </a:extLst>
          </p:cNvPr>
          <p:cNvSpPr/>
          <p:nvPr/>
        </p:nvSpPr>
        <p:spPr>
          <a:xfrm>
            <a:off x="3110605" y="1833351"/>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55" name="Oval 54">
            <a:extLst>
              <a:ext uri="{FF2B5EF4-FFF2-40B4-BE49-F238E27FC236}">
                <a16:creationId xmlns:a16="http://schemas.microsoft.com/office/drawing/2014/main" id="{9C9666D0-8DF0-313C-2720-23B71AB1D16D}"/>
              </a:ext>
            </a:extLst>
          </p:cNvPr>
          <p:cNvSpPr/>
          <p:nvPr/>
        </p:nvSpPr>
        <p:spPr>
          <a:xfrm>
            <a:off x="3110605" y="2686475"/>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56" name="Oval 55">
            <a:extLst>
              <a:ext uri="{FF2B5EF4-FFF2-40B4-BE49-F238E27FC236}">
                <a16:creationId xmlns:a16="http://schemas.microsoft.com/office/drawing/2014/main" id="{8B141816-4650-9E2D-8C4B-E73F69D6B929}"/>
              </a:ext>
            </a:extLst>
          </p:cNvPr>
          <p:cNvSpPr/>
          <p:nvPr/>
        </p:nvSpPr>
        <p:spPr>
          <a:xfrm>
            <a:off x="3099152" y="3539599"/>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57" name="Oval 56">
            <a:extLst>
              <a:ext uri="{FF2B5EF4-FFF2-40B4-BE49-F238E27FC236}">
                <a16:creationId xmlns:a16="http://schemas.microsoft.com/office/drawing/2014/main" id="{837A7F82-33AD-D4BD-24FB-D22A5C9E9551}"/>
              </a:ext>
            </a:extLst>
          </p:cNvPr>
          <p:cNvSpPr/>
          <p:nvPr/>
        </p:nvSpPr>
        <p:spPr>
          <a:xfrm>
            <a:off x="443131" y="975261"/>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58" name="Oval 57">
            <a:extLst>
              <a:ext uri="{FF2B5EF4-FFF2-40B4-BE49-F238E27FC236}">
                <a16:creationId xmlns:a16="http://schemas.microsoft.com/office/drawing/2014/main" id="{B68ADA5A-15D3-82C4-C562-1CA5C3713D0F}"/>
              </a:ext>
            </a:extLst>
          </p:cNvPr>
          <p:cNvSpPr/>
          <p:nvPr/>
        </p:nvSpPr>
        <p:spPr>
          <a:xfrm>
            <a:off x="454584" y="1833351"/>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59" name="Oval 58">
            <a:extLst>
              <a:ext uri="{FF2B5EF4-FFF2-40B4-BE49-F238E27FC236}">
                <a16:creationId xmlns:a16="http://schemas.microsoft.com/office/drawing/2014/main" id="{79379600-1AC7-42EA-639F-F9A0467E578F}"/>
              </a:ext>
            </a:extLst>
          </p:cNvPr>
          <p:cNvSpPr/>
          <p:nvPr/>
        </p:nvSpPr>
        <p:spPr>
          <a:xfrm>
            <a:off x="454584" y="2686475"/>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60" name="Oval 59">
            <a:extLst>
              <a:ext uri="{FF2B5EF4-FFF2-40B4-BE49-F238E27FC236}">
                <a16:creationId xmlns:a16="http://schemas.microsoft.com/office/drawing/2014/main" id="{2255D520-BEAE-8F6A-9CB5-E259C108646D}"/>
              </a:ext>
            </a:extLst>
          </p:cNvPr>
          <p:cNvSpPr/>
          <p:nvPr/>
        </p:nvSpPr>
        <p:spPr>
          <a:xfrm>
            <a:off x="443131" y="3539599"/>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cxnSp>
        <p:nvCxnSpPr>
          <p:cNvPr id="61" name="Straight Arrow Connector 60">
            <a:extLst>
              <a:ext uri="{FF2B5EF4-FFF2-40B4-BE49-F238E27FC236}">
                <a16:creationId xmlns:a16="http://schemas.microsoft.com/office/drawing/2014/main" id="{A38ABDF4-7E1B-A554-763B-35D881489DD5}"/>
              </a:ext>
            </a:extLst>
          </p:cNvPr>
          <p:cNvCxnSpPr>
            <a:stCxn id="57" idx="6"/>
            <a:endCxn id="54" idx="2"/>
          </p:cNvCxnSpPr>
          <p:nvPr/>
        </p:nvCxnSpPr>
        <p:spPr>
          <a:xfrm>
            <a:off x="1093097" y="1300244"/>
            <a:ext cx="2017508" cy="85809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7ABFD2A4-EF05-7B11-496C-DF332AB4D627}"/>
              </a:ext>
            </a:extLst>
          </p:cNvPr>
          <p:cNvCxnSpPr>
            <a:stCxn id="57" idx="6"/>
            <a:endCxn id="55" idx="2"/>
          </p:cNvCxnSpPr>
          <p:nvPr/>
        </p:nvCxnSpPr>
        <p:spPr>
          <a:xfrm>
            <a:off x="1093097" y="1300244"/>
            <a:ext cx="2017508" cy="171121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F85B8DE8-EA08-102E-020F-4A025748AB5B}"/>
              </a:ext>
            </a:extLst>
          </p:cNvPr>
          <p:cNvCxnSpPr>
            <a:stCxn id="57" idx="6"/>
            <a:endCxn id="56" idx="2"/>
          </p:cNvCxnSpPr>
          <p:nvPr/>
        </p:nvCxnSpPr>
        <p:spPr>
          <a:xfrm>
            <a:off x="1093097" y="1300244"/>
            <a:ext cx="2006055" cy="2564338"/>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50F0AC11-9807-9D31-0116-E6E6E42D20AE}"/>
              </a:ext>
            </a:extLst>
          </p:cNvPr>
          <p:cNvCxnSpPr>
            <a:stCxn id="58" idx="6"/>
            <a:endCxn id="54" idx="2"/>
          </p:cNvCxnSpPr>
          <p:nvPr/>
        </p:nvCxnSpPr>
        <p:spPr>
          <a:xfrm>
            <a:off x="1104550" y="2158334"/>
            <a:ext cx="2006055"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4C36C4D1-481F-CD47-C13C-4DD31D600CC9}"/>
              </a:ext>
            </a:extLst>
          </p:cNvPr>
          <p:cNvCxnSpPr>
            <a:stCxn id="58" idx="6"/>
            <a:endCxn id="55" idx="2"/>
          </p:cNvCxnSpPr>
          <p:nvPr/>
        </p:nvCxnSpPr>
        <p:spPr>
          <a:xfrm>
            <a:off x="1104550" y="2158334"/>
            <a:ext cx="2006055"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6C9034C4-A073-1D9A-0A1A-36FA31B224BC}"/>
              </a:ext>
            </a:extLst>
          </p:cNvPr>
          <p:cNvCxnSpPr>
            <a:stCxn id="58" idx="6"/>
            <a:endCxn id="56" idx="2"/>
          </p:cNvCxnSpPr>
          <p:nvPr/>
        </p:nvCxnSpPr>
        <p:spPr>
          <a:xfrm>
            <a:off x="1104550" y="2158334"/>
            <a:ext cx="1994602" cy="1706248"/>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BE438302-0BFB-3F16-BA43-73286FB84014}"/>
              </a:ext>
            </a:extLst>
          </p:cNvPr>
          <p:cNvCxnSpPr>
            <a:stCxn id="59" idx="6"/>
            <a:endCxn id="54" idx="2"/>
          </p:cNvCxnSpPr>
          <p:nvPr/>
        </p:nvCxnSpPr>
        <p:spPr>
          <a:xfrm flipV="1">
            <a:off x="1104550" y="2158334"/>
            <a:ext cx="2006055"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1D75172A-270C-ABBD-5724-6B3C5350615B}"/>
              </a:ext>
            </a:extLst>
          </p:cNvPr>
          <p:cNvCxnSpPr>
            <a:stCxn id="59" idx="6"/>
            <a:endCxn id="55" idx="2"/>
          </p:cNvCxnSpPr>
          <p:nvPr/>
        </p:nvCxnSpPr>
        <p:spPr>
          <a:xfrm>
            <a:off x="1104550" y="3011458"/>
            <a:ext cx="2006055"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B9EAC6EA-65D3-D503-2270-D221B7AAEBFD}"/>
              </a:ext>
            </a:extLst>
          </p:cNvPr>
          <p:cNvCxnSpPr>
            <a:stCxn id="59" idx="6"/>
            <a:endCxn id="56" idx="2"/>
          </p:cNvCxnSpPr>
          <p:nvPr/>
        </p:nvCxnSpPr>
        <p:spPr>
          <a:xfrm>
            <a:off x="1104550" y="3011458"/>
            <a:ext cx="1994602"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C2183F6D-16D0-A49D-1D3B-3CECA3F14A7A}"/>
              </a:ext>
            </a:extLst>
          </p:cNvPr>
          <p:cNvCxnSpPr>
            <a:stCxn id="60" idx="6"/>
            <a:endCxn id="54" idx="2"/>
          </p:cNvCxnSpPr>
          <p:nvPr/>
        </p:nvCxnSpPr>
        <p:spPr>
          <a:xfrm flipV="1">
            <a:off x="1093097" y="2158334"/>
            <a:ext cx="2017508" cy="1706248"/>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10AFB4BF-988A-4B8C-C337-561A1DA1FF43}"/>
              </a:ext>
            </a:extLst>
          </p:cNvPr>
          <p:cNvCxnSpPr>
            <a:stCxn id="60" idx="6"/>
            <a:endCxn id="55" idx="2"/>
          </p:cNvCxnSpPr>
          <p:nvPr/>
        </p:nvCxnSpPr>
        <p:spPr>
          <a:xfrm flipV="1">
            <a:off x="1093097" y="3011458"/>
            <a:ext cx="2017508"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F1E76BD5-B4A6-242C-4F4F-513116A5B4F9}"/>
              </a:ext>
            </a:extLst>
          </p:cNvPr>
          <p:cNvCxnSpPr>
            <a:stCxn id="60" idx="6"/>
            <a:endCxn id="56" idx="2"/>
          </p:cNvCxnSpPr>
          <p:nvPr/>
        </p:nvCxnSpPr>
        <p:spPr>
          <a:xfrm>
            <a:off x="1093097" y="3864582"/>
            <a:ext cx="2006055"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4761928F-1949-2A16-9014-040C90C5ABFD}"/>
                  </a:ext>
                </a:extLst>
              </p:cNvPr>
              <p:cNvSpPr txBox="1"/>
              <p:nvPr/>
            </p:nvSpPr>
            <p:spPr>
              <a:xfrm>
                <a:off x="509509" y="1066000"/>
                <a:ext cx="599125" cy="668645"/>
              </a:xfrm>
              <a:prstGeom prst="rect">
                <a:avLst/>
              </a:prstGeom>
              <a:noFill/>
            </p:spPr>
            <p:txBody>
              <a:bodyPr wrap="square" lIns="0" tIns="0" rIns="0" bIns="0" rtlCol="0">
                <a:spAutoFit/>
              </a:bodyPr>
              <a:lstStyle/>
              <a:p>
                <a:pPr/>
                <a14:m>
                  <m:oMathPara xmlns:m="http://schemas.openxmlformats.org/officeDocument/2006/math">
                    <m:oMath>
                      <m:sSubSup>
                        <m:sSubSupPr>
                          <m:ctrlPr>
                            <a:rPr lang="en-BE" sz="2400" b="0" i="1" smtClean="0">
                              <a:latin typeface="Cambria Math" panose="02040503050406030204" pitchFamily="18" charset="0"/>
                            </a:rPr>
                          </m:ctrlPr>
                        </m:sSubSupPr>
                        <m:e>
                          <m:r>
                            <a:rPr lang="en-BE" sz="2400" b="0" i="1" smtClean="0">
                              <a:latin typeface="Cambria Math" panose="02040503050406030204" pitchFamily="18" charset="0"/>
                            </a:rPr>
                            <m:t>𝑎</m:t>
                          </m:r>
                        </m:e>
                        <m:sub>
                          <m:r>
                            <a:rPr lang="en-GB" sz="2400" b="0" i="1" smtClean="0">
                              <a:latin typeface="Cambria Math" panose="02040503050406030204" pitchFamily="18" charset="0"/>
                            </a:rPr>
                            <m:t>0</m:t>
                          </m:r>
                        </m:sub>
                        <m:sup>
                          <m:r>
                            <a:rPr lang="en-BE" sz="2400" b="0" i="1" smtClean="0">
                              <a:latin typeface="Cambria Math" panose="02040503050406030204" pitchFamily="18" charset="0"/>
                            </a:rPr>
                            <m:t>0</m:t>
                          </m:r>
                        </m:sup>
                      </m:sSubSup>
                    </m:oMath>
                  </m:oMathPara>
                </a14:m>
                <a:endParaRPr lang="en-GB" sz="2400" b="0"/>
              </a:p>
              <a:p>
                <a:endParaRPr lang="en-GB" b="0"/>
              </a:p>
            </p:txBody>
          </p:sp>
        </mc:Choice>
        <mc:Fallback xmlns="">
          <p:sp>
            <p:nvSpPr>
              <p:cNvPr id="73" name="TextBox 72">
                <a:extLst>
                  <a:ext uri="{FF2B5EF4-FFF2-40B4-BE49-F238E27FC236}">
                    <a16:creationId xmlns:a16="http://schemas.microsoft.com/office/drawing/2014/main" id="{4761928F-1949-2A16-9014-040C90C5ABFD}"/>
                  </a:ext>
                </a:extLst>
              </p:cNvPr>
              <p:cNvSpPr txBox="1">
                <a:spLocks noRot="1" noChangeAspect="1" noMove="1" noResize="1" noEditPoints="1" noAdjustHandles="1" noChangeArrowheads="1" noChangeShapeType="1" noTextEdit="1"/>
              </p:cNvSpPr>
              <p:nvPr/>
            </p:nvSpPr>
            <p:spPr>
              <a:xfrm>
                <a:off x="509509" y="1066000"/>
                <a:ext cx="599125" cy="668645"/>
              </a:xfrm>
              <a:prstGeom prst="rect">
                <a:avLst/>
              </a:prstGeom>
              <a:blipFill>
                <a:blip r:embed="rId3"/>
                <a:stretch>
                  <a:fillRect l="-24490" t="-12727" r="-20408"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9A35B46-D236-0B7A-9045-368D2E7D5CB9}"/>
                  </a:ext>
                </a:extLst>
              </p:cNvPr>
              <p:cNvSpPr txBox="1"/>
              <p:nvPr/>
            </p:nvSpPr>
            <p:spPr>
              <a:xfrm>
                <a:off x="509509" y="1933963"/>
                <a:ext cx="599125" cy="652871"/>
              </a:xfrm>
              <a:prstGeom prst="rect">
                <a:avLst/>
              </a:prstGeom>
              <a:noFill/>
            </p:spPr>
            <p:txBody>
              <a:bodyPr wrap="square" lIns="0" tIns="0" rIns="0" bIns="0" rtlCol="0">
                <a:spAutoFit/>
              </a:bodyPr>
              <a:lstStyle/>
              <a:p>
                <a:pPr/>
                <a14:m>
                  <m:oMathPara xmlns:m="http://schemas.openxmlformats.org/officeDocument/2006/math">
                    <m:oMath>
                      <m:sSubSup>
                        <m:sSubSupPr>
                          <m:ctrlPr>
                            <a:rPr lang="en-BE" sz="2400" b="0" i="1" smtClean="0">
                              <a:latin typeface="Cambria Math" panose="02040503050406030204" pitchFamily="18" charset="0"/>
                            </a:rPr>
                          </m:ctrlPr>
                        </m:sSubSupPr>
                        <m:e>
                          <m:r>
                            <a:rPr lang="en-BE" sz="2400" b="0" i="1" smtClean="0">
                              <a:latin typeface="Cambria Math" panose="02040503050406030204" pitchFamily="18" charset="0"/>
                            </a:rPr>
                            <m:t>𝑎</m:t>
                          </m:r>
                        </m:e>
                        <m:sub>
                          <m:r>
                            <a:rPr lang="en-GB" sz="2400" b="0" i="1" smtClean="0">
                              <a:latin typeface="Cambria Math" panose="02040503050406030204" pitchFamily="18" charset="0"/>
                            </a:rPr>
                            <m:t>1</m:t>
                          </m:r>
                        </m:sub>
                        <m:sup>
                          <m:r>
                            <a:rPr lang="en-BE" sz="2400" b="0" i="1" smtClean="0">
                              <a:latin typeface="Cambria Math" panose="02040503050406030204" pitchFamily="18" charset="0"/>
                            </a:rPr>
                            <m:t>0</m:t>
                          </m:r>
                        </m:sup>
                      </m:sSubSup>
                    </m:oMath>
                  </m:oMathPara>
                </a14:m>
                <a:endParaRPr lang="en-GB" sz="2400" b="0"/>
              </a:p>
              <a:p>
                <a:endParaRPr lang="en-GB" b="0"/>
              </a:p>
            </p:txBody>
          </p:sp>
        </mc:Choice>
        <mc:Fallback xmlns="">
          <p:sp>
            <p:nvSpPr>
              <p:cNvPr id="74" name="TextBox 73">
                <a:extLst>
                  <a:ext uri="{FF2B5EF4-FFF2-40B4-BE49-F238E27FC236}">
                    <a16:creationId xmlns:a16="http://schemas.microsoft.com/office/drawing/2014/main" id="{49A35B46-D236-0B7A-9045-368D2E7D5CB9}"/>
                  </a:ext>
                </a:extLst>
              </p:cNvPr>
              <p:cNvSpPr txBox="1">
                <a:spLocks noRot="1" noChangeAspect="1" noMove="1" noResize="1" noEditPoints="1" noAdjustHandles="1" noChangeArrowheads="1" noChangeShapeType="1" noTextEdit="1"/>
              </p:cNvSpPr>
              <p:nvPr/>
            </p:nvSpPr>
            <p:spPr>
              <a:xfrm>
                <a:off x="509509" y="1933963"/>
                <a:ext cx="599125" cy="652871"/>
              </a:xfrm>
              <a:prstGeom prst="rect">
                <a:avLst/>
              </a:prstGeom>
              <a:blipFill>
                <a:blip r:embed="rId4"/>
                <a:stretch>
                  <a:fillRect l="-24490" t="-13084" r="-20408" b="-214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6FD30C96-B4A1-E590-DC3B-1B7A5D356570}"/>
                  </a:ext>
                </a:extLst>
              </p:cNvPr>
              <p:cNvSpPr txBox="1"/>
              <p:nvPr/>
            </p:nvSpPr>
            <p:spPr>
              <a:xfrm>
                <a:off x="443131" y="2823426"/>
                <a:ext cx="665503" cy="369332"/>
              </a:xfrm>
              <a:prstGeom prst="rect">
                <a:avLst/>
              </a:prstGeom>
              <a:noFill/>
            </p:spPr>
            <p:txBody>
              <a:bodyPr wrap="square" lIns="0" tIns="0" rIns="0" bIns="0" rtlCol="0">
                <a:spAutoFit/>
              </a:bodyPr>
              <a:lstStyle/>
              <a:p>
                <a:pPr/>
                <a14:m>
                  <m:oMathPara xmlns:m="http://schemas.openxmlformats.org/officeDocument/2006/math">
                    <m:oMathParaPr>
                      <m:jc m:val="center"/>
                    </m:oMathParaPr>
                    <m:oMath>
                      <m:r>
                        <a:rPr lang="en-GB" sz="2400" i="1">
                          <a:latin typeface="Cambria Math" panose="02040503050406030204" pitchFamily="18" charset="0"/>
                        </a:rPr>
                        <m:t>⋯</m:t>
                      </m:r>
                    </m:oMath>
                  </m:oMathPara>
                </a14:m>
                <a:endParaRPr lang="en-GB" sz="2400"/>
              </a:p>
            </p:txBody>
          </p:sp>
        </mc:Choice>
        <mc:Fallback xmlns="">
          <p:sp>
            <p:nvSpPr>
              <p:cNvPr id="75" name="TextBox 74">
                <a:extLst>
                  <a:ext uri="{FF2B5EF4-FFF2-40B4-BE49-F238E27FC236}">
                    <a16:creationId xmlns:a16="http://schemas.microsoft.com/office/drawing/2014/main" id="{6FD30C96-B4A1-E590-DC3B-1B7A5D356570}"/>
                  </a:ext>
                </a:extLst>
              </p:cNvPr>
              <p:cNvSpPr txBox="1">
                <a:spLocks noRot="1" noChangeAspect="1" noMove="1" noResize="1" noEditPoints="1" noAdjustHandles="1" noChangeArrowheads="1" noChangeShapeType="1" noTextEdit="1"/>
              </p:cNvSpPr>
              <p:nvPr/>
            </p:nvSpPr>
            <p:spPr>
              <a:xfrm>
                <a:off x="443131" y="2823426"/>
                <a:ext cx="665503" cy="369332"/>
              </a:xfrm>
              <a:prstGeom prst="rect">
                <a:avLst/>
              </a:prstGeom>
              <a:blipFill>
                <a:blip r:embed="rId5"/>
                <a:stretch>
                  <a:fillRect t="-24590" r="-9174"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D909FA28-0A70-F9B2-CA79-30A9B3B7EE70}"/>
                  </a:ext>
                </a:extLst>
              </p:cNvPr>
              <p:cNvSpPr txBox="1"/>
              <p:nvPr/>
            </p:nvSpPr>
            <p:spPr>
              <a:xfrm>
                <a:off x="513666" y="3635707"/>
                <a:ext cx="599125" cy="663258"/>
              </a:xfrm>
              <a:prstGeom prst="rect">
                <a:avLst/>
              </a:prstGeom>
              <a:noFill/>
            </p:spPr>
            <p:txBody>
              <a:bodyPr wrap="square" lIns="0" tIns="0" rIns="0" bIns="0" rtlCol="0">
                <a:spAutoFit/>
              </a:bodyPr>
              <a:lstStyle/>
              <a:p>
                <a:pPr/>
                <a14:m>
                  <m:oMathPara xmlns:m="http://schemas.openxmlformats.org/officeDocument/2006/math">
                    <m:oMath>
                      <m:sSubSup>
                        <m:sSubSupPr>
                          <m:ctrlPr>
                            <a:rPr lang="en-BE" sz="2400" b="0" i="1" smtClean="0">
                              <a:latin typeface="Cambria Math" panose="02040503050406030204" pitchFamily="18" charset="0"/>
                            </a:rPr>
                          </m:ctrlPr>
                        </m:sSubSupPr>
                        <m:e>
                          <m:r>
                            <a:rPr lang="en-BE" sz="2400" b="0" i="1" smtClean="0">
                              <a:latin typeface="Cambria Math" panose="02040503050406030204" pitchFamily="18" charset="0"/>
                            </a:rPr>
                            <m:t>𝑎</m:t>
                          </m:r>
                        </m:e>
                        <m:sub>
                          <m:r>
                            <a:rPr lang="en-BE" sz="2400" b="0" i="1" smtClean="0">
                              <a:latin typeface="Cambria Math" panose="02040503050406030204" pitchFamily="18" charset="0"/>
                            </a:rPr>
                            <m:t>𝑘</m:t>
                          </m:r>
                        </m:sub>
                        <m:sup>
                          <m:r>
                            <a:rPr lang="en-BE" sz="2400" b="0" i="1" smtClean="0">
                              <a:latin typeface="Cambria Math" panose="02040503050406030204" pitchFamily="18" charset="0"/>
                            </a:rPr>
                            <m:t>0</m:t>
                          </m:r>
                        </m:sup>
                      </m:sSubSup>
                    </m:oMath>
                  </m:oMathPara>
                </a14:m>
                <a:endParaRPr lang="en-GB" sz="2400" b="0"/>
              </a:p>
              <a:p>
                <a:endParaRPr lang="en-GB" b="0"/>
              </a:p>
            </p:txBody>
          </p:sp>
        </mc:Choice>
        <mc:Fallback xmlns="">
          <p:sp>
            <p:nvSpPr>
              <p:cNvPr id="76" name="TextBox 75">
                <a:extLst>
                  <a:ext uri="{FF2B5EF4-FFF2-40B4-BE49-F238E27FC236}">
                    <a16:creationId xmlns:a16="http://schemas.microsoft.com/office/drawing/2014/main" id="{D909FA28-0A70-F9B2-CA79-30A9B3B7EE70}"/>
                  </a:ext>
                </a:extLst>
              </p:cNvPr>
              <p:cNvSpPr txBox="1">
                <a:spLocks noRot="1" noChangeAspect="1" noMove="1" noResize="1" noEditPoints="1" noAdjustHandles="1" noChangeArrowheads="1" noChangeShapeType="1" noTextEdit="1"/>
              </p:cNvSpPr>
              <p:nvPr/>
            </p:nvSpPr>
            <p:spPr>
              <a:xfrm>
                <a:off x="513666" y="3635707"/>
                <a:ext cx="599125" cy="663258"/>
              </a:xfrm>
              <a:prstGeom prst="rect">
                <a:avLst/>
              </a:prstGeom>
              <a:blipFill>
                <a:blip r:embed="rId6"/>
                <a:stretch>
                  <a:fillRect l="-23232" t="-11009" r="-21212" b="-21101"/>
                </a:stretch>
              </a:blipFill>
            </p:spPr>
            <p:txBody>
              <a:bodyPr/>
              <a:lstStyle/>
              <a:p>
                <a:r>
                  <a:rPr lang="en-US">
                    <a:noFill/>
                  </a:rPr>
                  <a:t> </a:t>
                </a:r>
              </a:p>
            </p:txBody>
          </p:sp>
        </mc:Fallback>
      </mc:AlternateContent>
      <p:sp>
        <p:nvSpPr>
          <p:cNvPr id="80" name="Oval 79">
            <a:extLst>
              <a:ext uri="{FF2B5EF4-FFF2-40B4-BE49-F238E27FC236}">
                <a16:creationId xmlns:a16="http://schemas.microsoft.com/office/drawing/2014/main" id="{B8833C5D-739B-A9A4-EFBF-693B4B60903B}"/>
              </a:ext>
            </a:extLst>
          </p:cNvPr>
          <p:cNvSpPr/>
          <p:nvPr/>
        </p:nvSpPr>
        <p:spPr>
          <a:xfrm>
            <a:off x="3115379" y="980227"/>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cxnSp>
        <p:nvCxnSpPr>
          <p:cNvPr id="81" name="Straight Arrow Connector 80">
            <a:extLst>
              <a:ext uri="{FF2B5EF4-FFF2-40B4-BE49-F238E27FC236}">
                <a16:creationId xmlns:a16="http://schemas.microsoft.com/office/drawing/2014/main" id="{8A83F93D-837C-F868-A66B-39F2D4F8E5C2}"/>
              </a:ext>
            </a:extLst>
          </p:cNvPr>
          <p:cNvCxnSpPr>
            <a:cxnSpLocks/>
            <a:endCxn id="80" idx="2"/>
          </p:cNvCxnSpPr>
          <p:nvPr/>
        </p:nvCxnSpPr>
        <p:spPr>
          <a:xfrm>
            <a:off x="1093097" y="1300244"/>
            <a:ext cx="2022282" cy="4966"/>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72851402-4241-163A-66D8-8725A29EBBE2}"/>
              </a:ext>
            </a:extLst>
          </p:cNvPr>
          <p:cNvCxnSpPr>
            <a:cxnSpLocks/>
            <a:endCxn id="80" idx="2"/>
          </p:cNvCxnSpPr>
          <p:nvPr/>
        </p:nvCxnSpPr>
        <p:spPr>
          <a:xfrm flipV="1">
            <a:off x="1104550" y="1305210"/>
            <a:ext cx="2010829"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2FFE63B8-3B84-0E99-17C6-020446E819D7}"/>
                  </a:ext>
                </a:extLst>
              </p:cNvPr>
              <p:cNvSpPr txBox="1"/>
              <p:nvPr/>
            </p:nvSpPr>
            <p:spPr>
              <a:xfrm>
                <a:off x="3097110" y="2827417"/>
                <a:ext cx="665503" cy="369332"/>
              </a:xfrm>
              <a:prstGeom prst="rect">
                <a:avLst/>
              </a:prstGeom>
              <a:noFill/>
            </p:spPr>
            <p:txBody>
              <a:bodyPr wrap="square" lIns="0" tIns="0" rIns="0" bIns="0" rtlCol="0" anchor="ctr">
                <a:spAutoFit/>
              </a:bodyPr>
              <a:lstStyle/>
              <a:p>
                <a:pPr/>
                <a14:m>
                  <m:oMathPara xmlns:m="http://schemas.openxmlformats.org/officeDocument/2006/math">
                    <m:oMathParaPr>
                      <m:jc m:val="center"/>
                    </m:oMathParaPr>
                    <m:oMath>
                      <m:r>
                        <a:rPr lang="en-GB" sz="2400" i="1" smtClean="0">
                          <a:latin typeface="Cambria Math" panose="02040503050406030204" pitchFamily="18" charset="0"/>
                        </a:rPr>
                        <m:t>⋯</m:t>
                      </m:r>
                    </m:oMath>
                  </m:oMathPara>
                </a14:m>
                <a:endParaRPr lang="en-GB" sz="2400" b="0"/>
              </a:p>
            </p:txBody>
          </p:sp>
        </mc:Choice>
        <mc:Fallback xmlns="">
          <p:sp>
            <p:nvSpPr>
              <p:cNvPr id="89" name="TextBox 88">
                <a:extLst>
                  <a:ext uri="{FF2B5EF4-FFF2-40B4-BE49-F238E27FC236}">
                    <a16:creationId xmlns:a16="http://schemas.microsoft.com/office/drawing/2014/main" id="{2FFE63B8-3B84-0E99-17C6-020446E819D7}"/>
                  </a:ext>
                </a:extLst>
              </p:cNvPr>
              <p:cNvSpPr txBox="1">
                <a:spLocks noRot="1" noChangeAspect="1" noMove="1" noResize="1" noEditPoints="1" noAdjustHandles="1" noChangeArrowheads="1" noChangeShapeType="1" noTextEdit="1"/>
              </p:cNvSpPr>
              <p:nvPr/>
            </p:nvSpPr>
            <p:spPr>
              <a:xfrm>
                <a:off x="3097110" y="2827417"/>
                <a:ext cx="665503" cy="369332"/>
              </a:xfrm>
              <a:prstGeom prst="rect">
                <a:avLst/>
              </a:prstGeom>
              <a:blipFill>
                <a:blip r:embed="rId7"/>
                <a:stretch>
                  <a:fillRect t="-25000" r="-10092" b="-51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5DA7D49-0DAE-B65E-C652-53619F7E0237}"/>
                  </a:ext>
                </a:extLst>
              </p:cNvPr>
              <p:cNvSpPr txBox="1"/>
              <p:nvPr/>
            </p:nvSpPr>
            <p:spPr>
              <a:xfrm>
                <a:off x="3159516" y="1967458"/>
                <a:ext cx="526264" cy="372859"/>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solidFill>
                                <a:schemeClr val="accent2"/>
                              </a:solidFill>
                              <a:latin typeface="Cambria Math" panose="02040503050406030204" pitchFamily="18" charset="0"/>
                            </a:rPr>
                          </m:ctrlPr>
                        </m:sSubSupPr>
                        <m:e>
                          <m:r>
                            <a:rPr lang="en-GB" sz="2400" b="0" i="1" smtClean="0">
                              <a:solidFill>
                                <a:schemeClr val="accent2"/>
                              </a:solidFill>
                              <a:latin typeface="Cambria Math" panose="02040503050406030204" pitchFamily="18" charset="0"/>
                            </a:rPr>
                            <m:t>𝑎</m:t>
                          </m:r>
                        </m:e>
                        <m:sub>
                          <m:r>
                            <a:rPr lang="en-GB" sz="2400" b="0" i="1" smtClean="0">
                              <a:solidFill>
                                <a:schemeClr val="accent2"/>
                              </a:solidFill>
                              <a:latin typeface="Cambria Math" panose="02040503050406030204" pitchFamily="18" charset="0"/>
                            </a:rPr>
                            <m:t>1</m:t>
                          </m:r>
                        </m:sub>
                        <m:sup>
                          <m:r>
                            <a:rPr lang="en-GB" sz="2400" b="0" i="1" smtClean="0">
                              <a:solidFill>
                                <a:schemeClr val="accent2"/>
                              </a:solidFill>
                              <a:latin typeface="Cambria Math" panose="02040503050406030204" pitchFamily="18" charset="0"/>
                            </a:rPr>
                            <m:t>1</m:t>
                          </m:r>
                        </m:sup>
                      </m:sSubSup>
                    </m:oMath>
                  </m:oMathPara>
                </a14:m>
                <a:endParaRPr lang="en-GB" sz="2400" b="0">
                  <a:solidFill>
                    <a:schemeClr val="accent2"/>
                  </a:solidFill>
                </a:endParaRPr>
              </a:p>
            </p:txBody>
          </p:sp>
        </mc:Choice>
        <mc:Fallback xmlns="">
          <p:sp>
            <p:nvSpPr>
              <p:cNvPr id="2" name="TextBox 1">
                <a:extLst>
                  <a:ext uri="{FF2B5EF4-FFF2-40B4-BE49-F238E27FC236}">
                    <a16:creationId xmlns:a16="http://schemas.microsoft.com/office/drawing/2014/main" id="{65DA7D49-0DAE-B65E-C652-53619F7E0237}"/>
                  </a:ext>
                </a:extLst>
              </p:cNvPr>
              <p:cNvSpPr txBox="1">
                <a:spLocks noRot="1" noChangeAspect="1" noMove="1" noResize="1" noEditPoints="1" noAdjustHandles="1" noChangeArrowheads="1" noChangeShapeType="1" noTextEdit="1"/>
              </p:cNvSpPr>
              <p:nvPr/>
            </p:nvSpPr>
            <p:spPr>
              <a:xfrm>
                <a:off x="3159516" y="1967458"/>
                <a:ext cx="526264" cy="372859"/>
              </a:xfrm>
              <a:prstGeom prst="rect">
                <a:avLst/>
              </a:prstGeom>
              <a:blipFill>
                <a:blip r:embed="rId8"/>
                <a:stretch>
                  <a:fillRect t="-24590" r="-29885"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F47909B-D459-629A-B75E-96CB0DBB2B4B}"/>
                  </a:ext>
                </a:extLst>
              </p:cNvPr>
              <p:cNvSpPr txBox="1"/>
              <p:nvPr/>
            </p:nvSpPr>
            <p:spPr>
              <a:xfrm>
                <a:off x="3140866" y="3662973"/>
                <a:ext cx="526264" cy="375424"/>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solidFill>
                                <a:schemeClr val="accent2"/>
                              </a:solidFill>
                              <a:latin typeface="Cambria Math" panose="02040503050406030204" pitchFamily="18" charset="0"/>
                            </a:rPr>
                          </m:ctrlPr>
                        </m:sSubSupPr>
                        <m:e>
                          <m:r>
                            <a:rPr lang="en-GB" sz="2400" b="0" i="1" smtClean="0">
                              <a:solidFill>
                                <a:schemeClr val="accent2"/>
                              </a:solidFill>
                              <a:latin typeface="Cambria Math" panose="02040503050406030204" pitchFamily="18" charset="0"/>
                            </a:rPr>
                            <m:t>𝑎</m:t>
                          </m:r>
                        </m:e>
                        <m:sub>
                          <m:r>
                            <a:rPr lang="en-BE" sz="2400" b="0" i="1" smtClean="0">
                              <a:solidFill>
                                <a:schemeClr val="accent2"/>
                              </a:solidFill>
                              <a:latin typeface="Cambria Math" panose="02040503050406030204" pitchFamily="18" charset="0"/>
                            </a:rPr>
                            <m:t>𝑛</m:t>
                          </m:r>
                        </m:sub>
                        <m:sup>
                          <m:r>
                            <a:rPr lang="en-GB" sz="2400" b="0" i="1" smtClean="0">
                              <a:solidFill>
                                <a:schemeClr val="accent2"/>
                              </a:solidFill>
                              <a:latin typeface="Cambria Math" panose="02040503050406030204" pitchFamily="18" charset="0"/>
                            </a:rPr>
                            <m:t>1</m:t>
                          </m:r>
                        </m:sup>
                      </m:sSubSup>
                    </m:oMath>
                  </m:oMathPara>
                </a14:m>
                <a:endParaRPr lang="en-GB" sz="2400" b="0">
                  <a:solidFill>
                    <a:schemeClr val="accent2"/>
                  </a:solidFill>
                </a:endParaRPr>
              </a:p>
            </p:txBody>
          </p:sp>
        </mc:Choice>
        <mc:Fallback xmlns="">
          <p:sp>
            <p:nvSpPr>
              <p:cNvPr id="3" name="TextBox 2">
                <a:extLst>
                  <a:ext uri="{FF2B5EF4-FFF2-40B4-BE49-F238E27FC236}">
                    <a16:creationId xmlns:a16="http://schemas.microsoft.com/office/drawing/2014/main" id="{7F47909B-D459-629A-B75E-96CB0DBB2B4B}"/>
                  </a:ext>
                </a:extLst>
              </p:cNvPr>
              <p:cNvSpPr txBox="1">
                <a:spLocks noRot="1" noChangeAspect="1" noMove="1" noResize="1" noEditPoints="1" noAdjustHandles="1" noChangeArrowheads="1" noChangeShapeType="1" noTextEdit="1"/>
              </p:cNvSpPr>
              <p:nvPr/>
            </p:nvSpPr>
            <p:spPr>
              <a:xfrm>
                <a:off x="3140866" y="3662973"/>
                <a:ext cx="526264" cy="375424"/>
              </a:xfrm>
              <a:prstGeom prst="rect">
                <a:avLst/>
              </a:prstGeom>
              <a:blipFill>
                <a:blip r:embed="rId9"/>
                <a:stretch>
                  <a:fillRect t="-26230" r="-31034" b="-475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8F1AA74-C6F5-B9FC-EB59-469A8FE7D30C}"/>
                  </a:ext>
                </a:extLst>
              </p:cNvPr>
              <p:cNvSpPr txBox="1"/>
              <p:nvPr/>
            </p:nvSpPr>
            <p:spPr>
              <a:xfrm>
                <a:off x="3164290" y="1114334"/>
                <a:ext cx="526264" cy="372859"/>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solidFill>
                                <a:schemeClr val="accent2"/>
                              </a:solidFill>
                              <a:latin typeface="Cambria Math" panose="02040503050406030204" pitchFamily="18" charset="0"/>
                            </a:rPr>
                          </m:ctrlPr>
                        </m:sSubSupPr>
                        <m:e>
                          <m:r>
                            <a:rPr lang="en-GB" sz="2400" b="0" i="1" smtClean="0">
                              <a:solidFill>
                                <a:schemeClr val="accent2"/>
                              </a:solidFill>
                              <a:latin typeface="Cambria Math" panose="02040503050406030204" pitchFamily="18" charset="0"/>
                            </a:rPr>
                            <m:t>𝑎</m:t>
                          </m:r>
                        </m:e>
                        <m:sub>
                          <m:r>
                            <a:rPr lang="en-BE" sz="2400" b="0" i="1" smtClean="0">
                              <a:solidFill>
                                <a:schemeClr val="accent2"/>
                              </a:solidFill>
                              <a:latin typeface="Cambria Math" panose="02040503050406030204" pitchFamily="18" charset="0"/>
                            </a:rPr>
                            <m:t>0</m:t>
                          </m:r>
                        </m:sub>
                        <m:sup>
                          <m:r>
                            <a:rPr lang="en-GB" sz="2400" b="0" i="1" smtClean="0">
                              <a:solidFill>
                                <a:schemeClr val="accent2"/>
                              </a:solidFill>
                              <a:latin typeface="Cambria Math" panose="02040503050406030204" pitchFamily="18" charset="0"/>
                            </a:rPr>
                            <m:t>1</m:t>
                          </m:r>
                        </m:sup>
                      </m:sSubSup>
                    </m:oMath>
                  </m:oMathPara>
                </a14:m>
                <a:endParaRPr lang="en-GB" sz="2400" b="0">
                  <a:solidFill>
                    <a:schemeClr val="accent2"/>
                  </a:solidFill>
                </a:endParaRPr>
              </a:p>
            </p:txBody>
          </p:sp>
        </mc:Choice>
        <mc:Fallback xmlns="">
          <p:sp>
            <p:nvSpPr>
              <p:cNvPr id="6" name="TextBox 5">
                <a:extLst>
                  <a:ext uri="{FF2B5EF4-FFF2-40B4-BE49-F238E27FC236}">
                    <a16:creationId xmlns:a16="http://schemas.microsoft.com/office/drawing/2014/main" id="{98F1AA74-C6F5-B9FC-EB59-469A8FE7D30C}"/>
                  </a:ext>
                </a:extLst>
              </p:cNvPr>
              <p:cNvSpPr txBox="1">
                <a:spLocks noRot="1" noChangeAspect="1" noMove="1" noResize="1" noEditPoints="1" noAdjustHandles="1" noChangeArrowheads="1" noChangeShapeType="1" noTextEdit="1"/>
              </p:cNvSpPr>
              <p:nvPr/>
            </p:nvSpPr>
            <p:spPr>
              <a:xfrm>
                <a:off x="3164290" y="1114334"/>
                <a:ext cx="526264" cy="372859"/>
              </a:xfrm>
              <a:prstGeom prst="rect">
                <a:avLst/>
              </a:prstGeom>
              <a:blipFill>
                <a:blip r:embed="rId10"/>
                <a:stretch>
                  <a:fillRect t="-24590" r="-31395"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76DEFB4-3273-C618-6B26-43B957D03CA2}"/>
                  </a:ext>
                </a:extLst>
              </p:cNvPr>
              <p:cNvSpPr txBox="1"/>
              <p:nvPr/>
            </p:nvSpPr>
            <p:spPr>
              <a:xfrm>
                <a:off x="4491418" y="1105251"/>
                <a:ext cx="7255064" cy="399918"/>
              </a:xfrm>
              <a:prstGeom prst="rect">
                <a:avLst/>
              </a:prstGeom>
              <a:noFill/>
            </p:spPr>
            <p:txBody>
              <a:bodyPr wrap="square" lIns="0" tIns="0" rIns="0" bIns="0" rtlCol="0">
                <a:spAutoFit/>
              </a:bodyPr>
              <a:lstStyle/>
              <a:p>
                <a:pPr algn="ctr"/>
                <a14:m>
                  <m:oMath xmlns:m="http://schemas.openxmlformats.org/officeDocument/2006/math">
                    <m:sSubSup>
                      <m:sSubSupPr>
                        <m:ctrlPr>
                          <a:rPr lang="en-BE" sz="2400" i="1">
                            <a:solidFill>
                              <a:schemeClr val="accent2"/>
                            </a:solidFill>
                            <a:latin typeface="Cambria Math" panose="02040503050406030204" pitchFamily="18" charset="0"/>
                          </a:rPr>
                        </m:ctrlPr>
                      </m:sSubSupPr>
                      <m:e>
                        <m:r>
                          <a:rPr lang="en-BE" sz="2400" i="1">
                            <a:solidFill>
                              <a:schemeClr val="accent2"/>
                            </a:solidFill>
                            <a:latin typeface="Cambria Math" panose="02040503050406030204" pitchFamily="18" charset="0"/>
                          </a:rPr>
                          <m:t>𝑎</m:t>
                        </m:r>
                      </m:e>
                      <m:sub>
                        <m:r>
                          <a:rPr lang="en-BE" sz="2400" i="1">
                            <a:solidFill>
                              <a:schemeClr val="accent2"/>
                            </a:solidFill>
                            <a:latin typeface="Cambria Math" panose="02040503050406030204" pitchFamily="18" charset="0"/>
                          </a:rPr>
                          <m:t>0</m:t>
                        </m:r>
                      </m:sub>
                      <m:sup>
                        <m:r>
                          <a:rPr lang="en-BE" sz="2400" b="0" i="1" smtClean="0">
                            <a:solidFill>
                              <a:schemeClr val="accent2"/>
                            </a:solidFill>
                            <a:latin typeface="Cambria Math" panose="02040503050406030204" pitchFamily="18" charset="0"/>
                          </a:rPr>
                          <m:t>1</m:t>
                        </m:r>
                      </m:sup>
                    </m:sSubSup>
                    <m:r>
                      <a:rPr lang="en-BE" sz="2400" b="0" i="1" smtClean="0">
                        <a:latin typeface="Cambria Math" panose="02040503050406030204" pitchFamily="18" charset="0"/>
                      </a:rPr>
                      <m:t>=</m:t>
                    </m:r>
                    <m:r>
                      <a:rPr lang="en-BE" sz="2400" b="0" i="1" smtClean="0">
                        <a:latin typeface="Cambria Math" panose="02040503050406030204" pitchFamily="18" charset="0"/>
                        <a:ea typeface="Cambria Math" panose="02040503050406030204" pitchFamily="18" charset="0"/>
                      </a:rPr>
                      <m:t>𝜎</m:t>
                    </m:r>
                    <m:r>
                      <a:rPr lang="en-BE" sz="2400" b="0" i="1" smtClean="0">
                        <a:latin typeface="Cambria Math" panose="02040503050406030204" pitchFamily="18" charset="0"/>
                        <a:ea typeface="Cambria Math" panose="02040503050406030204" pitchFamily="18" charset="0"/>
                      </a:rPr>
                      <m:t>(</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i="1">
                            <a:solidFill>
                              <a:schemeClr val="accent1"/>
                            </a:solidFill>
                            <a:latin typeface="Cambria Math" panose="02040503050406030204" pitchFamily="18" charset="0"/>
                          </a:rPr>
                          <m:t>0,0</m:t>
                        </m:r>
                      </m:sub>
                    </m:sSub>
                    <m:r>
                      <a:rPr lang="en-BE" sz="2400" i="1" smtClean="0">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i="1">
                            <a:latin typeface="Cambria Math" panose="02040503050406030204" pitchFamily="18" charset="0"/>
                          </a:rPr>
                          <m:t>0</m:t>
                        </m:r>
                      </m:sub>
                      <m:sup>
                        <m:r>
                          <a:rPr lang="en-BE" sz="2400" i="1" smtClean="0">
                            <a:latin typeface="Cambria Math" panose="02040503050406030204" pitchFamily="18" charset="0"/>
                          </a:rPr>
                          <m:t>0</m:t>
                        </m:r>
                      </m:sup>
                    </m:sSubSup>
                    <m:r>
                      <a:rPr lang="en-BE" sz="2400" b="0" i="1" smtClean="0">
                        <a:latin typeface="Cambria Math" panose="02040503050406030204" pitchFamily="18" charset="0"/>
                      </a:rPr>
                      <m:t>+</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i="1">
                            <a:solidFill>
                              <a:schemeClr val="accent1"/>
                            </a:solidFill>
                            <a:latin typeface="Cambria Math" panose="02040503050406030204" pitchFamily="18" charset="0"/>
                          </a:rPr>
                          <m:t>0,1</m:t>
                        </m:r>
                      </m:sub>
                    </m:sSub>
                    <m:r>
                      <a:rPr lang="en-BE" sz="2400" i="1">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i="1">
                            <a:latin typeface="Cambria Math" panose="02040503050406030204" pitchFamily="18" charset="0"/>
                          </a:rPr>
                          <m:t>1</m:t>
                        </m:r>
                      </m:sub>
                      <m:sup>
                        <m:r>
                          <a:rPr lang="en-BE" sz="2400" i="1" smtClean="0">
                            <a:latin typeface="Cambria Math" panose="02040503050406030204" pitchFamily="18" charset="0"/>
                          </a:rPr>
                          <m:t>0</m:t>
                        </m:r>
                      </m:sup>
                    </m:sSubSup>
                    <m:r>
                      <a:rPr lang="en-BE" sz="2400" b="0" i="1" smtClean="0">
                        <a:latin typeface="Cambria Math" panose="02040503050406030204" pitchFamily="18" charset="0"/>
                      </a:rPr>
                      <m:t>+ …+</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i="1">
                            <a:solidFill>
                              <a:schemeClr val="accent1"/>
                            </a:solidFill>
                            <a:latin typeface="Cambria Math" panose="02040503050406030204" pitchFamily="18" charset="0"/>
                          </a:rPr>
                          <m:t>0,</m:t>
                        </m:r>
                        <m:r>
                          <a:rPr lang="en-BE" sz="2400" b="0" i="1" smtClean="0">
                            <a:solidFill>
                              <a:schemeClr val="accent1"/>
                            </a:solidFill>
                            <a:latin typeface="Cambria Math" panose="02040503050406030204" pitchFamily="18" charset="0"/>
                          </a:rPr>
                          <m:t>𝑛</m:t>
                        </m:r>
                      </m:sub>
                    </m:sSub>
                    <m:r>
                      <a:rPr lang="en-BE" sz="2400" i="1">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b="0" i="1" smtClean="0">
                            <a:latin typeface="Cambria Math" panose="02040503050406030204" pitchFamily="18" charset="0"/>
                          </a:rPr>
                          <m:t>𝑛</m:t>
                        </m:r>
                      </m:sub>
                      <m:sup>
                        <m:r>
                          <a:rPr lang="en-BE" sz="2400" i="1" smtClean="0">
                            <a:latin typeface="Cambria Math" panose="02040503050406030204" pitchFamily="18" charset="0"/>
                          </a:rPr>
                          <m:t>0</m:t>
                        </m:r>
                      </m:sup>
                    </m:sSubSup>
                    <m:r>
                      <a:rPr lang="en-BE" sz="2400" b="0" i="1" smtClean="0">
                        <a:latin typeface="Cambria Math" panose="02040503050406030204" pitchFamily="18" charset="0"/>
                      </a:rPr>
                      <m:t>+</m:t>
                    </m:r>
                    <m:sSub>
                      <m:sSubPr>
                        <m:ctrlPr>
                          <a:rPr lang="en-BE" sz="2400" i="1">
                            <a:solidFill>
                              <a:schemeClr val="accent6"/>
                            </a:solidFill>
                            <a:latin typeface="Cambria Math" panose="02040503050406030204" pitchFamily="18" charset="0"/>
                          </a:rPr>
                        </m:ctrlPr>
                      </m:sSubPr>
                      <m:e>
                        <m:r>
                          <a:rPr lang="en-BE" sz="2400" i="1">
                            <a:solidFill>
                              <a:schemeClr val="accent6"/>
                            </a:solidFill>
                            <a:latin typeface="Cambria Math" panose="02040503050406030204" pitchFamily="18" charset="0"/>
                          </a:rPr>
                          <m:t>𝑏</m:t>
                        </m:r>
                      </m:e>
                      <m:sub>
                        <m:r>
                          <a:rPr lang="en-BE" sz="2400" i="1">
                            <a:solidFill>
                              <a:schemeClr val="accent6"/>
                            </a:solidFill>
                            <a:latin typeface="Cambria Math" panose="02040503050406030204" pitchFamily="18" charset="0"/>
                          </a:rPr>
                          <m:t>0</m:t>
                        </m:r>
                      </m:sub>
                    </m:sSub>
                    <m:r>
                      <a:rPr lang="en-BE" sz="2400" b="0" i="1" smtClean="0">
                        <a:latin typeface="Cambria Math" panose="02040503050406030204" pitchFamily="18" charset="0"/>
                        <a:ea typeface="Cambria Math" panose="02040503050406030204" pitchFamily="18" charset="0"/>
                      </a:rPr>
                      <m:t>)</m:t>
                    </m:r>
                  </m:oMath>
                </a14:m>
                <a:r>
                  <a:rPr lang="en-BE" sz="2400"/>
                  <a:t> </a:t>
                </a:r>
              </a:p>
            </p:txBody>
          </p:sp>
        </mc:Choice>
        <mc:Fallback xmlns="">
          <p:sp>
            <p:nvSpPr>
              <p:cNvPr id="7" name="TextBox 6">
                <a:extLst>
                  <a:ext uri="{FF2B5EF4-FFF2-40B4-BE49-F238E27FC236}">
                    <a16:creationId xmlns:a16="http://schemas.microsoft.com/office/drawing/2014/main" id="{B76DEFB4-3273-C618-6B26-43B957D03CA2}"/>
                  </a:ext>
                </a:extLst>
              </p:cNvPr>
              <p:cNvSpPr txBox="1">
                <a:spLocks noRot="1" noChangeAspect="1" noMove="1" noResize="1" noEditPoints="1" noAdjustHandles="1" noChangeArrowheads="1" noChangeShapeType="1" noTextEdit="1"/>
              </p:cNvSpPr>
              <p:nvPr/>
            </p:nvSpPr>
            <p:spPr>
              <a:xfrm>
                <a:off x="4491418" y="1105251"/>
                <a:ext cx="7255064" cy="399918"/>
              </a:xfrm>
              <a:prstGeom prst="rect">
                <a:avLst/>
              </a:prstGeom>
              <a:blipFill>
                <a:blip r:embed="rId11"/>
                <a:stretch>
                  <a:fillRect t="-18182" b="-42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755918B-3DEA-A950-85E1-13E7F9B6102A}"/>
                  </a:ext>
                </a:extLst>
              </p:cNvPr>
              <p:cNvSpPr txBox="1"/>
              <p:nvPr/>
            </p:nvSpPr>
            <p:spPr>
              <a:xfrm>
                <a:off x="4491418" y="1958375"/>
                <a:ext cx="7255064" cy="399918"/>
              </a:xfrm>
              <a:prstGeom prst="rect">
                <a:avLst/>
              </a:prstGeom>
              <a:noFill/>
            </p:spPr>
            <p:txBody>
              <a:bodyPr wrap="square" lIns="0" tIns="0" rIns="0" bIns="0" rtlCol="0">
                <a:spAutoFit/>
              </a:bodyPr>
              <a:lstStyle/>
              <a:p>
                <a:pPr algn="ctr"/>
                <a14:m>
                  <m:oMath xmlns:m="http://schemas.openxmlformats.org/officeDocument/2006/math">
                    <m:sSubSup>
                      <m:sSubSupPr>
                        <m:ctrlPr>
                          <a:rPr lang="en-BE" sz="2400" i="1">
                            <a:solidFill>
                              <a:schemeClr val="accent2"/>
                            </a:solidFill>
                            <a:latin typeface="Cambria Math" panose="02040503050406030204" pitchFamily="18" charset="0"/>
                          </a:rPr>
                        </m:ctrlPr>
                      </m:sSubSupPr>
                      <m:e>
                        <m:r>
                          <a:rPr lang="en-BE" sz="2400" i="1">
                            <a:solidFill>
                              <a:schemeClr val="accent2"/>
                            </a:solidFill>
                            <a:latin typeface="Cambria Math" panose="02040503050406030204" pitchFamily="18" charset="0"/>
                          </a:rPr>
                          <m:t>𝑎</m:t>
                        </m:r>
                      </m:e>
                      <m:sub>
                        <m:r>
                          <a:rPr lang="en-BE" sz="2400" b="0" i="1" smtClean="0">
                            <a:solidFill>
                              <a:schemeClr val="accent2"/>
                            </a:solidFill>
                            <a:latin typeface="Cambria Math" panose="02040503050406030204" pitchFamily="18" charset="0"/>
                          </a:rPr>
                          <m:t>1</m:t>
                        </m:r>
                      </m:sub>
                      <m:sup>
                        <m:r>
                          <a:rPr lang="en-BE" sz="2400" b="0" i="1" smtClean="0">
                            <a:solidFill>
                              <a:schemeClr val="accent2"/>
                            </a:solidFill>
                            <a:latin typeface="Cambria Math" panose="02040503050406030204" pitchFamily="18" charset="0"/>
                          </a:rPr>
                          <m:t>1</m:t>
                        </m:r>
                      </m:sup>
                    </m:sSubSup>
                    <m:r>
                      <a:rPr lang="en-BE" sz="2400" b="0" i="1" smtClean="0">
                        <a:latin typeface="Cambria Math" panose="02040503050406030204" pitchFamily="18" charset="0"/>
                      </a:rPr>
                      <m:t>=</m:t>
                    </m:r>
                    <m:r>
                      <a:rPr lang="en-BE" sz="2400" b="0" i="1" smtClean="0">
                        <a:latin typeface="Cambria Math" panose="02040503050406030204" pitchFamily="18" charset="0"/>
                        <a:ea typeface="Cambria Math" panose="02040503050406030204" pitchFamily="18" charset="0"/>
                      </a:rPr>
                      <m:t>𝜎</m:t>
                    </m:r>
                    <m:r>
                      <a:rPr lang="en-BE" sz="2400" b="0" i="1" smtClean="0">
                        <a:latin typeface="Cambria Math" panose="02040503050406030204" pitchFamily="18" charset="0"/>
                        <a:ea typeface="Cambria Math" panose="02040503050406030204" pitchFamily="18" charset="0"/>
                      </a:rPr>
                      <m:t>(</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b="0" i="1" smtClean="0">
                            <a:solidFill>
                              <a:schemeClr val="accent1"/>
                            </a:solidFill>
                            <a:latin typeface="Cambria Math" panose="02040503050406030204" pitchFamily="18" charset="0"/>
                          </a:rPr>
                          <m:t>1</m:t>
                        </m:r>
                        <m:r>
                          <a:rPr lang="en-BE" sz="2400" i="1">
                            <a:solidFill>
                              <a:schemeClr val="accent1"/>
                            </a:solidFill>
                            <a:latin typeface="Cambria Math" panose="02040503050406030204" pitchFamily="18" charset="0"/>
                          </a:rPr>
                          <m:t>,0</m:t>
                        </m:r>
                      </m:sub>
                    </m:sSub>
                    <m:r>
                      <a:rPr lang="en-BE" sz="2400" i="1" smtClean="0">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i="1">
                            <a:latin typeface="Cambria Math" panose="02040503050406030204" pitchFamily="18" charset="0"/>
                          </a:rPr>
                          <m:t>0</m:t>
                        </m:r>
                      </m:sub>
                      <m:sup>
                        <m:r>
                          <a:rPr lang="en-BE" sz="2400" i="1" smtClean="0">
                            <a:latin typeface="Cambria Math" panose="02040503050406030204" pitchFamily="18" charset="0"/>
                          </a:rPr>
                          <m:t>0</m:t>
                        </m:r>
                      </m:sup>
                    </m:sSubSup>
                    <m:r>
                      <a:rPr lang="en-BE" sz="2400" b="0" i="1" smtClean="0">
                        <a:latin typeface="Cambria Math" panose="02040503050406030204" pitchFamily="18" charset="0"/>
                      </a:rPr>
                      <m:t>+</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b="0" i="1" smtClean="0">
                            <a:solidFill>
                              <a:schemeClr val="accent1"/>
                            </a:solidFill>
                            <a:latin typeface="Cambria Math" panose="02040503050406030204" pitchFamily="18" charset="0"/>
                          </a:rPr>
                          <m:t>1</m:t>
                        </m:r>
                        <m:r>
                          <a:rPr lang="en-BE" sz="2400" i="1">
                            <a:solidFill>
                              <a:schemeClr val="accent1"/>
                            </a:solidFill>
                            <a:latin typeface="Cambria Math" panose="02040503050406030204" pitchFamily="18" charset="0"/>
                          </a:rPr>
                          <m:t>,1</m:t>
                        </m:r>
                      </m:sub>
                    </m:sSub>
                    <m:r>
                      <a:rPr lang="en-BE" sz="2400" i="1">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i="1">
                            <a:latin typeface="Cambria Math" panose="02040503050406030204" pitchFamily="18" charset="0"/>
                          </a:rPr>
                          <m:t>1</m:t>
                        </m:r>
                      </m:sub>
                      <m:sup>
                        <m:r>
                          <a:rPr lang="en-BE" sz="2400" i="1" smtClean="0">
                            <a:latin typeface="Cambria Math" panose="02040503050406030204" pitchFamily="18" charset="0"/>
                          </a:rPr>
                          <m:t>0</m:t>
                        </m:r>
                      </m:sup>
                    </m:sSubSup>
                    <m:r>
                      <a:rPr lang="en-BE" sz="2400" b="0" i="1" smtClean="0">
                        <a:latin typeface="Cambria Math" panose="02040503050406030204" pitchFamily="18" charset="0"/>
                      </a:rPr>
                      <m:t>+ …+</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b="0" i="1" smtClean="0">
                            <a:solidFill>
                              <a:schemeClr val="accent1"/>
                            </a:solidFill>
                            <a:latin typeface="Cambria Math" panose="02040503050406030204" pitchFamily="18" charset="0"/>
                          </a:rPr>
                          <m:t>1</m:t>
                        </m:r>
                        <m:r>
                          <a:rPr lang="en-BE" sz="2400" i="1">
                            <a:solidFill>
                              <a:schemeClr val="accent1"/>
                            </a:solidFill>
                            <a:latin typeface="Cambria Math" panose="02040503050406030204" pitchFamily="18" charset="0"/>
                          </a:rPr>
                          <m:t>,</m:t>
                        </m:r>
                        <m:r>
                          <a:rPr lang="en-BE" sz="2400" b="0" i="1" smtClean="0">
                            <a:solidFill>
                              <a:schemeClr val="accent1"/>
                            </a:solidFill>
                            <a:latin typeface="Cambria Math" panose="02040503050406030204" pitchFamily="18" charset="0"/>
                          </a:rPr>
                          <m:t>𝑛</m:t>
                        </m:r>
                      </m:sub>
                    </m:sSub>
                    <m:r>
                      <a:rPr lang="en-BE" sz="2400" i="1">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b="0" i="1" smtClean="0">
                            <a:latin typeface="Cambria Math" panose="02040503050406030204" pitchFamily="18" charset="0"/>
                          </a:rPr>
                          <m:t>𝑛</m:t>
                        </m:r>
                      </m:sub>
                      <m:sup>
                        <m:r>
                          <a:rPr lang="en-BE" sz="2400" i="1" smtClean="0">
                            <a:latin typeface="Cambria Math" panose="02040503050406030204" pitchFamily="18" charset="0"/>
                          </a:rPr>
                          <m:t>0</m:t>
                        </m:r>
                      </m:sup>
                    </m:sSubSup>
                    <m:r>
                      <a:rPr lang="en-BE" sz="2400" b="0" i="1" smtClean="0">
                        <a:latin typeface="Cambria Math" panose="02040503050406030204" pitchFamily="18" charset="0"/>
                      </a:rPr>
                      <m:t>+</m:t>
                    </m:r>
                    <m:sSub>
                      <m:sSubPr>
                        <m:ctrlPr>
                          <a:rPr lang="en-BE" sz="2400" i="1">
                            <a:solidFill>
                              <a:schemeClr val="accent6"/>
                            </a:solidFill>
                            <a:latin typeface="Cambria Math" panose="02040503050406030204" pitchFamily="18" charset="0"/>
                          </a:rPr>
                        </m:ctrlPr>
                      </m:sSubPr>
                      <m:e>
                        <m:r>
                          <a:rPr lang="en-BE" sz="2400" i="1">
                            <a:solidFill>
                              <a:schemeClr val="accent6"/>
                            </a:solidFill>
                            <a:latin typeface="Cambria Math" panose="02040503050406030204" pitchFamily="18" charset="0"/>
                          </a:rPr>
                          <m:t>𝑏</m:t>
                        </m:r>
                      </m:e>
                      <m:sub>
                        <m:r>
                          <a:rPr lang="en-BE" sz="2400" b="0" i="1" smtClean="0">
                            <a:solidFill>
                              <a:schemeClr val="accent6"/>
                            </a:solidFill>
                            <a:latin typeface="Cambria Math" panose="02040503050406030204" pitchFamily="18" charset="0"/>
                          </a:rPr>
                          <m:t>1</m:t>
                        </m:r>
                      </m:sub>
                    </m:sSub>
                    <m:r>
                      <a:rPr lang="en-BE" sz="2400" b="0" i="1" smtClean="0">
                        <a:latin typeface="Cambria Math" panose="02040503050406030204" pitchFamily="18" charset="0"/>
                        <a:ea typeface="Cambria Math" panose="02040503050406030204" pitchFamily="18" charset="0"/>
                      </a:rPr>
                      <m:t>)</m:t>
                    </m:r>
                  </m:oMath>
                </a14:m>
                <a:r>
                  <a:rPr lang="en-BE" sz="2400"/>
                  <a:t> </a:t>
                </a:r>
              </a:p>
            </p:txBody>
          </p:sp>
        </mc:Choice>
        <mc:Fallback xmlns="">
          <p:sp>
            <p:nvSpPr>
              <p:cNvPr id="8" name="TextBox 7">
                <a:extLst>
                  <a:ext uri="{FF2B5EF4-FFF2-40B4-BE49-F238E27FC236}">
                    <a16:creationId xmlns:a16="http://schemas.microsoft.com/office/drawing/2014/main" id="{2755918B-3DEA-A950-85E1-13E7F9B6102A}"/>
                  </a:ext>
                </a:extLst>
              </p:cNvPr>
              <p:cNvSpPr txBox="1">
                <a:spLocks noRot="1" noChangeAspect="1" noMove="1" noResize="1" noEditPoints="1" noAdjustHandles="1" noChangeArrowheads="1" noChangeShapeType="1" noTextEdit="1"/>
              </p:cNvSpPr>
              <p:nvPr/>
            </p:nvSpPr>
            <p:spPr>
              <a:xfrm>
                <a:off x="4491418" y="1958375"/>
                <a:ext cx="7255064" cy="399918"/>
              </a:xfrm>
              <a:prstGeom prst="rect">
                <a:avLst/>
              </a:prstGeom>
              <a:blipFill>
                <a:blip r:embed="rId12"/>
                <a:stretch>
                  <a:fillRect t="-18182" b="-42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5CA3D4A-5D8F-FA30-283F-40C8A2F41775}"/>
                  </a:ext>
                </a:extLst>
              </p:cNvPr>
              <p:cNvSpPr txBox="1"/>
              <p:nvPr/>
            </p:nvSpPr>
            <p:spPr>
              <a:xfrm>
                <a:off x="4491418" y="3664623"/>
                <a:ext cx="7255064" cy="399918"/>
              </a:xfrm>
              <a:prstGeom prst="rect">
                <a:avLst/>
              </a:prstGeom>
              <a:noFill/>
            </p:spPr>
            <p:txBody>
              <a:bodyPr wrap="square" lIns="0" tIns="0" rIns="0" bIns="0" rtlCol="0">
                <a:spAutoFit/>
              </a:bodyPr>
              <a:lstStyle/>
              <a:p>
                <a:pPr algn="ctr"/>
                <a14:m>
                  <m:oMath xmlns:m="http://schemas.openxmlformats.org/officeDocument/2006/math">
                    <m:sSubSup>
                      <m:sSubSupPr>
                        <m:ctrlPr>
                          <a:rPr lang="en-BE" sz="2400" i="1">
                            <a:solidFill>
                              <a:schemeClr val="accent2"/>
                            </a:solidFill>
                            <a:latin typeface="Cambria Math" panose="02040503050406030204" pitchFamily="18" charset="0"/>
                          </a:rPr>
                        </m:ctrlPr>
                      </m:sSubSupPr>
                      <m:e>
                        <m:r>
                          <a:rPr lang="en-BE" sz="2400" i="1">
                            <a:solidFill>
                              <a:schemeClr val="accent2"/>
                            </a:solidFill>
                            <a:latin typeface="Cambria Math" panose="02040503050406030204" pitchFamily="18" charset="0"/>
                          </a:rPr>
                          <m:t>𝑎</m:t>
                        </m:r>
                      </m:e>
                      <m:sub>
                        <m:r>
                          <a:rPr lang="en-BE" sz="2400" b="0" i="1" smtClean="0">
                            <a:solidFill>
                              <a:schemeClr val="accent2"/>
                            </a:solidFill>
                            <a:latin typeface="Cambria Math" panose="02040503050406030204" pitchFamily="18" charset="0"/>
                          </a:rPr>
                          <m:t>𝑛</m:t>
                        </m:r>
                      </m:sub>
                      <m:sup>
                        <m:r>
                          <a:rPr lang="en-BE" sz="2400" b="0" i="1" smtClean="0">
                            <a:solidFill>
                              <a:schemeClr val="accent2"/>
                            </a:solidFill>
                            <a:latin typeface="Cambria Math" panose="02040503050406030204" pitchFamily="18" charset="0"/>
                          </a:rPr>
                          <m:t>1</m:t>
                        </m:r>
                      </m:sup>
                    </m:sSubSup>
                    <m:r>
                      <a:rPr lang="en-BE" sz="2400" b="0" i="1" smtClean="0">
                        <a:latin typeface="Cambria Math" panose="02040503050406030204" pitchFamily="18" charset="0"/>
                      </a:rPr>
                      <m:t>=</m:t>
                    </m:r>
                    <m:r>
                      <a:rPr lang="en-BE" sz="2400" b="0" i="1" smtClean="0">
                        <a:latin typeface="Cambria Math" panose="02040503050406030204" pitchFamily="18" charset="0"/>
                        <a:ea typeface="Cambria Math" panose="02040503050406030204" pitchFamily="18" charset="0"/>
                      </a:rPr>
                      <m:t>𝜎</m:t>
                    </m:r>
                    <m:r>
                      <a:rPr lang="en-BE" sz="2400" b="0" i="1" smtClean="0">
                        <a:latin typeface="Cambria Math" panose="02040503050406030204" pitchFamily="18" charset="0"/>
                        <a:ea typeface="Cambria Math" panose="02040503050406030204" pitchFamily="18" charset="0"/>
                      </a:rPr>
                      <m:t>(</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b="0" i="1" smtClean="0">
                            <a:solidFill>
                              <a:schemeClr val="accent1"/>
                            </a:solidFill>
                            <a:latin typeface="Cambria Math" panose="02040503050406030204" pitchFamily="18" charset="0"/>
                          </a:rPr>
                          <m:t>𝑘</m:t>
                        </m:r>
                        <m:r>
                          <a:rPr lang="en-BE" sz="2400" i="1">
                            <a:solidFill>
                              <a:schemeClr val="accent1"/>
                            </a:solidFill>
                            <a:latin typeface="Cambria Math" panose="02040503050406030204" pitchFamily="18" charset="0"/>
                          </a:rPr>
                          <m:t>,0</m:t>
                        </m:r>
                      </m:sub>
                    </m:sSub>
                    <m:r>
                      <a:rPr lang="en-BE" sz="2400" i="1" smtClean="0">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i="1">
                            <a:latin typeface="Cambria Math" panose="02040503050406030204" pitchFamily="18" charset="0"/>
                          </a:rPr>
                          <m:t>0</m:t>
                        </m:r>
                      </m:sub>
                      <m:sup>
                        <m:r>
                          <a:rPr lang="en-BE" sz="2400" b="0" i="1" smtClean="0">
                            <a:latin typeface="Cambria Math" panose="02040503050406030204" pitchFamily="18" charset="0"/>
                          </a:rPr>
                          <m:t>0</m:t>
                        </m:r>
                      </m:sup>
                    </m:sSubSup>
                    <m:r>
                      <a:rPr lang="en-BE" sz="2400" b="0" i="1" smtClean="0">
                        <a:latin typeface="Cambria Math" panose="02040503050406030204" pitchFamily="18" charset="0"/>
                      </a:rPr>
                      <m:t>+</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b="0" i="1" smtClean="0">
                            <a:solidFill>
                              <a:schemeClr val="accent1"/>
                            </a:solidFill>
                            <a:latin typeface="Cambria Math" panose="02040503050406030204" pitchFamily="18" charset="0"/>
                          </a:rPr>
                          <m:t>𝑘</m:t>
                        </m:r>
                        <m:r>
                          <a:rPr lang="en-BE" sz="2400" i="1">
                            <a:solidFill>
                              <a:schemeClr val="accent1"/>
                            </a:solidFill>
                            <a:latin typeface="Cambria Math" panose="02040503050406030204" pitchFamily="18" charset="0"/>
                          </a:rPr>
                          <m:t>,1</m:t>
                        </m:r>
                      </m:sub>
                    </m:sSub>
                    <m:r>
                      <a:rPr lang="en-BE" sz="2400" i="1">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i="1">
                            <a:latin typeface="Cambria Math" panose="02040503050406030204" pitchFamily="18" charset="0"/>
                          </a:rPr>
                          <m:t>1</m:t>
                        </m:r>
                      </m:sub>
                      <m:sup>
                        <m:r>
                          <a:rPr lang="en-BE" sz="2400" b="0" i="1" smtClean="0">
                            <a:latin typeface="Cambria Math" panose="02040503050406030204" pitchFamily="18" charset="0"/>
                          </a:rPr>
                          <m:t>0</m:t>
                        </m:r>
                      </m:sup>
                    </m:sSubSup>
                    <m:r>
                      <a:rPr lang="en-BE" sz="2400" b="0" i="1" smtClean="0">
                        <a:latin typeface="Cambria Math" panose="02040503050406030204" pitchFamily="18" charset="0"/>
                      </a:rPr>
                      <m:t>+ …+</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b="0" i="1" smtClean="0">
                            <a:solidFill>
                              <a:schemeClr val="accent1"/>
                            </a:solidFill>
                            <a:latin typeface="Cambria Math" panose="02040503050406030204" pitchFamily="18" charset="0"/>
                          </a:rPr>
                          <m:t>𝑘</m:t>
                        </m:r>
                        <m:r>
                          <a:rPr lang="en-BE" sz="2400" i="1">
                            <a:solidFill>
                              <a:schemeClr val="accent1"/>
                            </a:solidFill>
                            <a:latin typeface="Cambria Math" panose="02040503050406030204" pitchFamily="18" charset="0"/>
                          </a:rPr>
                          <m:t>,</m:t>
                        </m:r>
                        <m:r>
                          <a:rPr lang="en-BE" sz="2400" b="0" i="1" smtClean="0">
                            <a:solidFill>
                              <a:schemeClr val="accent1"/>
                            </a:solidFill>
                            <a:latin typeface="Cambria Math" panose="02040503050406030204" pitchFamily="18" charset="0"/>
                          </a:rPr>
                          <m:t>𝑛</m:t>
                        </m:r>
                      </m:sub>
                    </m:sSub>
                    <m:r>
                      <a:rPr lang="en-BE" sz="2400" i="1">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b="0" i="1" smtClean="0">
                            <a:latin typeface="Cambria Math" panose="02040503050406030204" pitchFamily="18" charset="0"/>
                          </a:rPr>
                          <m:t>𝑛</m:t>
                        </m:r>
                      </m:sub>
                      <m:sup>
                        <m:r>
                          <a:rPr lang="en-BE" sz="2400" b="0" i="1" smtClean="0">
                            <a:latin typeface="Cambria Math" panose="02040503050406030204" pitchFamily="18" charset="0"/>
                          </a:rPr>
                          <m:t>0</m:t>
                        </m:r>
                      </m:sup>
                    </m:sSubSup>
                    <m:r>
                      <a:rPr lang="en-BE" sz="2400" b="0" i="1" smtClean="0">
                        <a:latin typeface="Cambria Math" panose="02040503050406030204" pitchFamily="18" charset="0"/>
                      </a:rPr>
                      <m:t>+</m:t>
                    </m:r>
                    <m:sSub>
                      <m:sSubPr>
                        <m:ctrlPr>
                          <a:rPr lang="en-BE" sz="2400" i="1">
                            <a:solidFill>
                              <a:schemeClr val="accent6"/>
                            </a:solidFill>
                            <a:latin typeface="Cambria Math" panose="02040503050406030204" pitchFamily="18" charset="0"/>
                          </a:rPr>
                        </m:ctrlPr>
                      </m:sSubPr>
                      <m:e>
                        <m:r>
                          <a:rPr lang="en-BE" sz="2400" i="1">
                            <a:solidFill>
                              <a:schemeClr val="accent6"/>
                            </a:solidFill>
                            <a:latin typeface="Cambria Math" panose="02040503050406030204" pitchFamily="18" charset="0"/>
                          </a:rPr>
                          <m:t>𝑏</m:t>
                        </m:r>
                      </m:e>
                      <m:sub>
                        <m:r>
                          <a:rPr lang="en-BE" sz="2400" b="0" i="1" smtClean="0">
                            <a:solidFill>
                              <a:schemeClr val="accent6"/>
                            </a:solidFill>
                            <a:latin typeface="Cambria Math" panose="02040503050406030204" pitchFamily="18" charset="0"/>
                          </a:rPr>
                          <m:t>𝑛</m:t>
                        </m:r>
                      </m:sub>
                    </m:sSub>
                    <m:r>
                      <a:rPr lang="en-BE" sz="2400" b="0" i="1" smtClean="0">
                        <a:latin typeface="Cambria Math" panose="02040503050406030204" pitchFamily="18" charset="0"/>
                        <a:ea typeface="Cambria Math" panose="02040503050406030204" pitchFamily="18" charset="0"/>
                      </a:rPr>
                      <m:t>)</m:t>
                    </m:r>
                  </m:oMath>
                </a14:m>
                <a:r>
                  <a:rPr lang="en-BE" sz="2400"/>
                  <a:t> </a:t>
                </a:r>
              </a:p>
            </p:txBody>
          </p:sp>
        </mc:Choice>
        <mc:Fallback xmlns="">
          <p:sp>
            <p:nvSpPr>
              <p:cNvPr id="9" name="TextBox 8">
                <a:extLst>
                  <a:ext uri="{FF2B5EF4-FFF2-40B4-BE49-F238E27FC236}">
                    <a16:creationId xmlns:a16="http://schemas.microsoft.com/office/drawing/2014/main" id="{A5CA3D4A-5D8F-FA30-283F-40C8A2F41775}"/>
                  </a:ext>
                </a:extLst>
              </p:cNvPr>
              <p:cNvSpPr txBox="1">
                <a:spLocks noRot="1" noChangeAspect="1" noMove="1" noResize="1" noEditPoints="1" noAdjustHandles="1" noChangeArrowheads="1" noChangeShapeType="1" noTextEdit="1"/>
              </p:cNvSpPr>
              <p:nvPr/>
            </p:nvSpPr>
            <p:spPr>
              <a:xfrm>
                <a:off x="4491418" y="3664623"/>
                <a:ext cx="7255064" cy="399918"/>
              </a:xfrm>
              <a:prstGeom prst="rect">
                <a:avLst/>
              </a:prstGeom>
              <a:blipFill>
                <a:blip r:embed="rId13"/>
                <a:stretch>
                  <a:fillRect t="-18182" b="-42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B62AB63-EF10-F1DC-89B0-2BFBBA60E105}"/>
                  </a:ext>
                </a:extLst>
              </p:cNvPr>
              <p:cNvSpPr txBox="1"/>
              <p:nvPr/>
            </p:nvSpPr>
            <p:spPr>
              <a:xfrm>
                <a:off x="4482352" y="2825301"/>
                <a:ext cx="7255064" cy="373564"/>
              </a:xfrm>
              <a:prstGeom prst="rect">
                <a:avLst/>
              </a:prstGeom>
              <a:noFill/>
            </p:spPr>
            <p:txBody>
              <a:bodyPr wrap="square" lIns="0" tIns="0" rIns="0" bIns="0" rtlCol="0">
                <a:spAutoFit/>
              </a:bodyPr>
              <a:lstStyle/>
              <a:p>
                <a:pPr algn="ctr"/>
                <a14:m>
                  <m:oMathPara xmlns:m="http://schemas.openxmlformats.org/officeDocument/2006/math">
                    <m:oMath>
                      <m:r>
                        <a:rPr lang="en-GB" sz="2400" b="0" i="1" smtClean="0">
                          <a:latin typeface="Cambria Math" panose="02040503050406030204" pitchFamily="18" charset="0"/>
                        </a:rPr>
                        <m:t>…</m:t>
                      </m:r>
                    </m:oMath>
                  </m:oMathPara>
                </a14:m>
                <a:endParaRPr lang="en-GB" sz="2400" b="0"/>
              </a:p>
            </p:txBody>
          </p:sp>
        </mc:Choice>
        <mc:Fallback xmlns="">
          <p:sp>
            <p:nvSpPr>
              <p:cNvPr id="10" name="TextBox 9">
                <a:extLst>
                  <a:ext uri="{FF2B5EF4-FFF2-40B4-BE49-F238E27FC236}">
                    <a16:creationId xmlns:a16="http://schemas.microsoft.com/office/drawing/2014/main" id="{5B62AB63-EF10-F1DC-89B0-2BFBBA60E105}"/>
                  </a:ext>
                </a:extLst>
              </p:cNvPr>
              <p:cNvSpPr txBox="1">
                <a:spLocks noRot="1" noChangeAspect="1" noMove="1" noResize="1" noEditPoints="1" noAdjustHandles="1" noChangeArrowheads="1" noChangeShapeType="1" noTextEdit="1"/>
              </p:cNvSpPr>
              <p:nvPr/>
            </p:nvSpPr>
            <p:spPr>
              <a:xfrm>
                <a:off x="4482352" y="2825301"/>
                <a:ext cx="7255064" cy="373564"/>
              </a:xfrm>
              <a:prstGeom prst="rect">
                <a:avLst/>
              </a:prstGeom>
              <a:blipFill>
                <a:blip r:embed="rId14"/>
                <a:stretch>
                  <a:fillRect t="-24194" b="-46774"/>
                </a:stretch>
              </a:blipFill>
            </p:spPr>
            <p:txBody>
              <a:bodyPr/>
              <a:lstStyle/>
              <a:p>
                <a:r>
                  <a:rPr lang="en-US">
                    <a:noFill/>
                  </a:rPr>
                  <a:t> </a:t>
                </a:r>
              </a:p>
            </p:txBody>
          </p:sp>
        </mc:Fallback>
      </mc:AlternateContent>
      <p:sp>
        <p:nvSpPr>
          <p:cNvPr id="14" name="Title 1">
            <a:extLst>
              <a:ext uri="{FF2B5EF4-FFF2-40B4-BE49-F238E27FC236}">
                <a16:creationId xmlns:a16="http://schemas.microsoft.com/office/drawing/2014/main" id="{3DD2AE91-19A2-6C6B-2A9C-8759FF3146C7}"/>
              </a:ext>
            </a:extLst>
          </p:cNvPr>
          <p:cNvSpPr>
            <a:spLocks noGrp="1"/>
          </p:cNvSpPr>
          <p:nvPr>
            <p:ph type="title"/>
          </p:nvPr>
        </p:nvSpPr>
        <p:spPr>
          <a:xfrm>
            <a:off x="433388" y="365125"/>
            <a:ext cx="11325225" cy="446084"/>
          </a:xfrm>
        </p:spPr>
        <p:txBody>
          <a:bodyPr/>
          <a:lstStyle/>
          <a:p>
            <a:r>
              <a:rPr lang="en-US" sz="3200" b="1" dirty="0">
                <a:latin typeface="Corbel" panose="020B0503020204020204" pitchFamily="34" charset="0"/>
                <a:ea typeface="Lato" panose="020B0604020202020204" pitchFamily="34" charset="0"/>
                <a:cs typeface="Helvetica" panose="020B0604020202020204" pitchFamily="34" charset="0"/>
              </a:rPr>
              <a:t>A neural network layer can be represented as a matrix</a:t>
            </a:r>
            <a:endParaRPr lang="en-BE" b="1" dirty="0">
              <a:latin typeface="Corbel" panose="020B0503020204020204" pitchFamily="34" charset="0"/>
            </a:endParaRPr>
          </a:p>
        </p:txBody>
      </p:sp>
      <p:sp>
        <p:nvSpPr>
          <p:cNvPr id="15" name="Slide Number Placeholder 14">
            <a:extLst>
              <a:ext uri="{FF2B5EF4-FFF2-40B4-BE49-F238E27FC236}">
                <a16:creationId xmlns:a16="http://schemas.microsoft.com/office/drawing/2014/main" id="{FB7A6495-A9D0-C3D5-FCB9-C3F0F098AD48}"/>
              </a:ext>
            </a:extLst>
          </p:cNvPr>
          <p:cNvSpPr>
            <a:spLocks noGrp="1"/>
          </p:cNvSpPr>
          <p:nvPr>
            <p:ph type="sldNum" sz="quarter" idx="12"/>
          </p:nvPr>
        </p:nvSpPr>
        <p:spPr/>
        <p:txBody>
          <a:bodyPr/>
          <a:lstStyle/>
          <a:p>
            <a:fld id="{94B3E216-A3C5-4E41-AE94-D003E76F1D3A}" type="slidenum">
              <a:rPr lang="en-BE" smtClean="0"/>
              <a:t>24</a:t>
            </a:fld>
            <a:endParaRPr lang="en-BE"/>
          </a:p>
        </p:txBody>
      </p:sp>
      <p:cxnSp>
        <p:nvCxnSpPr>
          <p:cNvPr id="11" name="Straight Arrow Connector 10">
            <a:extLst>
              <a:ext uri="{FF2B5EF4-FFF2-40B4-BE49-F238E27FC236}">
                <a16:creationId xmlns:a16="http://schemas.microsoft.com/office/drawing/2014/main" id="{924E90E8-B816-9037-A09E-D7A0C5D58D90}"/>
              </a:ext>
            </a:extLst>
          </p:cNvPr>
          <p:cNvCxnSpPr>
            <a:cxnSpLocks/>
            <a:endCxn id="80" idx="2"/>
          </p:cNvCxnSpPr>
          <p:nvPr/>
        </p:nvCxnSpPr>
        <p:spPr>
          <a:xfrm flipV="1">
            <a:off x="1093097" y="1305210"/>
            <a:ext cx="2022282" cy="2559372"/>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EF56499-29C2-BF34-A451-464701E54C31}"/>
              </a:ext>
            </a:extLst>
          </p:cNvPr>
          <p:cNvCxnSpPr>
            <a:cxnSpLocks/>
            <a:stCxn id="75" idx="3"/>
            <a:endCxn id="80" idx="2"/>
          </p:cNvCxnSpPr>
          <p:nvPr/>
        </p:nvCxnSpPr>
        <p:spPr>
          <a:xfrm flipV="1">
            <a:off x="1108634" y="1305210"/>
            <a:ext cx="2006745" cy="1702882"/>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357097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2F449-DE01-424E-99CD-C331529DF9E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21BF593-8EDA-FA9E-3D10-CCE7F5C4F734}"/>
              </a:ext>
            </a:extLst>
          </p:cNvPr>
          <p:cNvSpPr txBox="1"/>
          <p:nvPr/>
        </p:nvSpPr>
        <p:spPr>
          <a:xfrm>
            <a:off x="241301" y="129804"/>
            <a:ext cx="11747500" cy="523220"/>
          </a:xfrm>
          <a:prstGeom prst="rect">
            <a:avLst/>
          </a:prstGeom>
          <a:noFill/>
        </p:spPr>
        <p:txBody>
          <a:bodyPr wrap="square" rtlCol="0">
            <a:spAutoFit/>
          </a:bodyPr>
          <a:lstStyle/>
          <a:p>
            <a:r>
              <a:rPr lang="en-BE" sz="2800">
                <a:solidFill>
                  <a:schemeClr val="bg1"/>
                </a:solidFill>
                <a:ea typeface="Lato" panose="020B0604020202020204" pitchFamily="34" charset="0"/>
                <a:cs typeface="Helvetica" panose="020B0604020202020204" pitchFamily="34" charset="0"/>
              </a:rPr>
              <a:t>matrix representation of weights, biases, and activations</a:t>
            </a:r>
            <a:endParaRPr lang="en-GB" sz="2800">
              <a:solidFill>
                <a:schemeClr val="bg1"/>
              </a:solidFill>
              <a:ea typeface="Lato" panose="020B0604020202020204" pitchFamily="34" charset="0"/>
              <a:cs typeface="Helvetica" panose="020B0604020202020204" pitchFamily="34" charset="0"/>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24EDD51-B66E-6642-FC6B-F584AF2CC3C1}"/>
                  </a:ext>
                </a:extLst>
              </p:cNvPr>
              <p:cNvSpPr txBox="1"/>
              <p:nvPr/>
            </p:nvSpPr>
            <p:spPr>
              <a:xfrm>
                <a:off x="4491417" y="4788892"/>
                <a:ext cx="7245995" cy="1753429"/>
              </a:xfrm>
              <a:prstGeom prst="rect">
                <a:avLst/>
              </a:prstGeom>
              <a:noFill/>
            </p:spPr>
            <p:txBody>
              <a:bodyPr wrap="square" lIns="0" tIns="0" rIns="0" bIns="0" rtlCol="0">
                <a:spAutoFit/>
              </a:bodyPr>
              <a:lstStyle/>
              <a:p>
                <a:pPr/>
                <a14:m>
                  <m:oMathPara xmlns:m="http://schemas.openxmlformats.org/officeDocument/2006/math">
                    <m:oMath>
                      <m:d>
                        <m:dPr>
                          <m:begChr m:val="["/>
                          <m:endChr m:val="]"/>
                          <m:ctrlPr>
                            <a:rPr lang="en-BE" sz="2400" i="1">
                              <a:solidFill>
                                <a:schemeClr val="accent2"/>
                              </a:solidFill>
                              <a:latin typeface="Cambria Math" panose="02040503050406030204" pitchFamily="18" charset="0"/>
                            </a:rPr>
                          </m:ctrlPr>
                        </m:dPr>
                        <m:e>
                          <m:m>
                            <m:mPr>
                              <m:mcs>
                                <m:mc>
                                  <m:mcPr>
                                    <m:count m:val="1"/>
                                    <m:mcJc m:val="center"/>
                                  </m:mcPr>
                                </m:mc>
                              </m:mcs>
                              <m:ctrlPr>
                                <a:rPr lang="en-BE" sz="2400" i="1">
                                  <a:solidFill>
                                    <a:schemeClr val="accent2"/>
                                  </a:solidFill>
                                  <a:latin typeface="Cambria Math" panose="02040503050406030204" pitchFamily="18" charset="0"/>
                                </a:rPr>
                              </m:ctrlPr>
                            </m:mPr>
                            <m:mr>
                              <m:e>
                                <m:sSubSup>
                                  <m:sSubSupPr>
                                    <m:ctrlPr>
                                      <a:rPr lang="en-BE" sz="2400" i="1">
                                        <a:solidFill>
                                          <a:schemeClr val="accent2"/>
                                        </a:solidFill>
                                        <a:latin typeface="Cambria Math" panose="02040503050406030204" pitchFamily="18" charset="0"/>
                                      </a:rPr>
                                    </m:ctrlPr>
                                  </m:sSubSupPr>
                                  <m:e>
                                    <m:r>
                                      <a:rPr lang="en-BE" sz="2400" i="1">
                                        <a:solidFill>
                                          <a:schemeClr val="accent2"/>
                                        </a:solidFill>
                                        <a:latin typeface="Cambria Math" panose="02040503050406030204" pitchFamily="18" charset="0"/>
                                      </a:rPr>
                                      <m:t>𝑎</m:t>
                                    </m:r>
                                  </m:e>
                                  <m:sub>
                                    <m:r>
                                      <a:rPr lang="en-BE" sz="2400" i="1">
                                        <a:solidFill>
                                          <a:schemeClr val="accent2"/>
                                        </a:solidFill>
                                        <a:latin typeface="Cambria Math" panose="02040503050406030204" pitchFamily="18" charset="0"/>
                                      </a:rPr>
                                      <m:t>0</m:t>
                                    </m:r>
                                  </m:sub>
                                  <m:sup>
                                    <m:r>
                                      <a:rPr lang="en-BE" sz="2400" i="1" smtClean="0">
                                        <a:solidFill>
                                          <a:schemeClr val="accent2"/>
                                        </a:solidFill>
                                        <a:latin typeface="Cambria Math" panose="02040503050406030204" pitchFamily="18" charset="0"/>
                                      </a:rPr>
                                      <m:t>1</m:t>
                                    </m:r>
                                  </m:sup>
                                </m:sSubSup>
                              </m:e>
                            </m:mr>
                            <m:mr>
                              <m:e>
                                <m:sSubSup>
                                  <m:sSubSupPr>
                                    <m:ctrlPr>
                                      <a:rPr lang="en-BE" sz="2400" i="1">
                                        <a:solidFill>
                                          <a:schemeClr val="accent2"/>
                                        </a:solidFill>
                                        <a:latin typeface="Cambria Math" panose="02040503050406030204" pitchFamily="18" charset="0"/>
                                      </a:rPr>
                                    </m:ctrlPr>
                                  </m:sSubSupPr>
                                  <m:e>
                                    <m:r>
                                      <a:rPr lang="en-BE" sz="2400" i="1">
                                        <a:solidFill>
                                          <a:schemeClr val="accent2"/>
                                        </a:solidFill>
                                        <a:latin typeface="Cambria Math" panose="02040503050406030204" pitchFamily="18" charset="0"/>
                                      </a:rPr>
                                      <m:t>𝑎</m:t>
                                    </m:r>
                                  </m:e>
                                  <m:sub>
                                    <m:r>
                                      <a:rPr lang="en-BE" sz="2400" i="1">
                                        <a:solidFill>
                                          <a:schemeClr val="accent2"/>
                                        </a:solidFill>
                                        <a:latin typeface="Cambria Math" panose="02040503050406030204" pitchFamily="18" charset="0"/>
                                      </a:rPr>
                                      <m:t>1</m:t>
                                    </m:r>
                                  </m:sub>
                                  <m:sup>
                                    <m:r>
                                      <a:rPr lang="en-BE" sz="2400" i="1" smtClean="0">
                                        <a:solidFill>
                                          <a:schemeClr val="accent2"/>
                                        </a:solidFill>
                                        <a:latin typeface="Cambria Math" panose="02040503050406030204" pitchFamily="18" charset="0"/>
                                      </a:rPr>
                                      <m:t>1</m:t>
                                    </m:r>
                                  </m:sup>
                                </m:sSubSup>
                              </m:e>
                            </m:mr>
                            <m:mr>
                              <m:e>
                                <m:r>
                                  <a:rPr lang="en-BE" sz="2400" i="1">
                                    <a:solidFill>
                                      <a:schemeClr val="accent2"/>
                                    </a:solidFill>
                                    <a:latin typeface="Cambria Math" panose="02040503050406030204" pitchFamily="18" charset="0"/>
                                  </a:rPr>
                                  <m:t>⋮</m:t>
                                </m:r>
                              </m:e>
                            </m:mr>
                            <m:mr>
                              <m:e>
                                <m:sSubSup>
                                  <m:sSubSupPr>
                                    <m:ctrlPr>
                                      <a:rPr lang="en-BE" sz="2400" i="1">
                                        <a:solidFill>
                                          <a:schemeClr val="accent2"/>
                                        </a:solidFill>
                                        <a:latin typeface="Cambria Math" panose="02040503050406030204" pitchFamily="18" charset="0"/>
                                      </a:rPr>
                                    </m:ctrlPr>
                                  </m:sSubSupPr>
                                  <m:e>
                                    <m:r>
                                      <a:rPr lang="en-BE" sz="2400" i="1">
                                        <a:solidFill>
                                          <a:schemeClr val="accent2"/>
                                        </a:solidFill>
                                        <a:latin typeface="Cambria Math" panose="02040503050406030204" pitchFamily="18" charset="0"/>
                                      </a:rPr>
                                      <m:t>𝑎</m:t>
                                    </m:r>
                                  </m:e>
                                  <m:sub>
                                    <m:r>
                                      <a:rPr lang="en-BE" sz="2400" i="1">
                                        <a:solidFill>
                                          <a:schemeClr val="accent2"/>
                                        </a:solidFill>
                                        <a:latin typeface="Cambria Math" panose="02040503050406030204" pitchFamily="18" charset="0"/>
                                      </a:rPr>
                                      <m:t>𝑛</m:t>
                                    </m:r>
                                  </m:sub>
                                  <m:sup>
                                    <m:r>
                                      <a:rPr lang="en-BE" sz="2400" b="0" i="1" smtClean="0">
                                        <a:solidFill>
                                          <a:schemeClr val="accent2"/>
                                        </a:solidFill>
                                        <a:latin typeface="Cambria Math" panose="02040503050406030204" pitchFamily="18" charset="0"/>
                                      </a:rPr>
                                      <m:t>1</m:t>
                                    </m:r>
                                  </m:sup>
                                </m:sSubSup>
                              </m:e>
                            </m:mr>
                          </m:m>
                        </m:e>
                      </m:d>
                      <m:r>
                        <a:rPr lang="en-BE" sz="2400" b="0" i="1" smtClean="0">
                          <a:latin typeface="Cambria Math" panose="02040503050406030204" pitchFamily="18" charset="0"/>
                        </a:rPr>
                        <m:t>=</m:t>
                      </m:r>
                      <m:r>
                        <a:rPr lang="en-BE" sz="2400" i="1">
                          <a:latin typeface="Cambria Math" panose="02040503050406030204" pitchFamily="18" charset="0"/>
                          <a:ea typeface="Cambria Math" panose="02040503050406030204" pitchFamily="18" charset="0"/>
                        </a:rPr>
                        <m:t>𝜎</m:t>
                      </m:r>
                      <m:d>
                        <m:dPr>
                          <m:ctrlPr>
                            <a:rPr lang="en-BE" sz="2400" i="1">
                              <a:solidFill>
                                <a:schemeClr val="accent1"/>
                              </a:solidFill>
                              <a:latin typeface="Cambria Math" panose="02040503050406030204" pitchFamily="18" charset="0"/>
                            </a:rPr>
                          </m:ctrlPr>
                        </m:dPr>
                        <m:e>
                          <m:d>
                            <m:dPr>
                              <m:begChr m:val="["/>
                              <m:endChr m:val="]"/>
                              <m:ctrlPr>
                                <a:rPr lang="en-BE" sz="2400" i="1">
                                  <a:solidFill>
                                    <a:schemeClr val="accent1"/>
                                  </a:solidFill>
                                  <a:latin typeface="Cambria Math" panose="02040503050406030204" pitchFamily="18" charset="0"/>
                                </a:rPr>
                              </m:ctrlPr>
                            </m:dPr>
                            <m:e>
                              <m:m>
                                <m:mPr>
                                  <m:mcs>
                                    <m:mc>
                                      <m:mcPr>
                                        <m:count m:val="4"/>
                                        <m:mcJc m:val="center"/>
                                      </m:mcPr>
                                    </m:mc>
                                  </m:mcs>
                                  <m:ctrlPr>
                                    <a:rPr lang="en-BE" sz="2400" i="1">
                                      <a:solidFill>
                                        <a:schemeClr val="accent1"/>
                                      </a:solidFill>
                                      <a:latin typeface="Cambria Math" panose="02040503050406030204" pitchFamily="18" charset="0"/>
                                    </a:rPr>
                                  </m:ctrlPr>
                                </m:mPr>
                                <m:mr>
                                  <m:e>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i="1">
                                            <a:solidFill>
                                              <a:schemeClr val="accent1"/>
                                            </a:solidFill>
                                            <a:latin typeface="Cambria Math" panose="02040503050406030204" pitchFamily="18" charset="0"/>
                                          </a:rPr>
                                          <m:t>0,0</m:t>
                                        </m:r>
                                      </m:sub>
                                    </m:sSub>
                                  </m:e>
                                  <m:e>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i="1">
                                            <a:solidFill>
                                              <a:schemeClr val="accent1"/>
                                            </a:solidFill>
                                            <a:latin typeface="Cambria Math" panose="02040503050406030204" pitchFamily="18" charset="0"/>
                                          </a:rPr>
                                          <m:t>0,1</m:t>
                                        </m:r>
                                      </m:sub>
                                    </m:sSub>
                                  </m:e>
                                  <m:e>
                                    <m:r>
                                      <a:rPr lang="en-BE" sz="2400" i="1">
                                        <a:solidFill>
                                          <a:schemeClr val="accent1"/>
                                        </a:solidFill>
                                        <a:latin typeface="Cambria Math" panose="02040503050406030204" pitchFamily="18" charset="0"/>
                                      </a:rPr>
                                      <m:t>⋯</m:t>
                                    </m:r>
                                  </m:e>
                                  <m:e>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i="1">
                                            <a:solidFill>
                                              <a:schemeClr val="accent1"/>
                                            </a:solidFill>
                                            <a:latin typeface="Cambria Math" panose="02040503050406030204" pitchFamily="18" charset="0"/>
                                          </a:rPr>
                                          <m:t>0,</m:t>
                                        </m:r>
                                        <m:r>
                                          <a:rPr lang="en-BE" sz="2400" i="1">
                                            <a:solidFill>
                                              <a:schemeClr val="accent1"/>
                                            </a:solidFill>
                                            <a:latin typeface="Cambria Math" panose="02040503050406030204" pitchFamily="18" charset="0"/>
                                          </a:rPr>
                                          <m:t>𝑛</m:t>
                                        </m:r>
                                      </m:sub>
                                    </m:sSub>
                                  </m:e>
                                </m:mr>
                                <m:mr>
                                  <m:e>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i="1">
                                            <a:solidFill>
                                              <a:schemeClr val="accent1"/>
                                            </a:solidFill>
                                            <a:latin typeface="Cambria Math" panose="02040503050406030204" pitchFamily="18" charset="0"/>
                                          </a:rPr>
                                          <m:t>1,0</m:t>
                                        </m:r>
                                      </m:sub>
                                    </m:sSub>
                                  </m:e>
                                  <m:e>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i="1">
                                            <a:solidFill>
                                              <a:schemeClr val="accent1"/>
                                            </a:solidFill>
                                            <a:latin typeface="Cambria Math" panose="02040503050406030204" pitchFamily="18" charset="0"/>
                                          </a:rPr>
                                          <m:t>1,1</m:t>
                                        </m:r>
                                      </m:sub>
                                    </m:sSub>
                                  </m:e>
                                  <m:e>
                                    <m:r>
                                      <a:rPr lang="en-BE" sz="2400" i="1">
                                        <a:solidFill>
                                          <a:schemeClr val="accent1"/>
                                        </a:solidFill>
                                        <a:latin typeface="Cambria Math" panose="02040503050406030204" pitchFamily="18" charset="0"/>
                                      </a:rPr>
                                      <m:t>⋯</m:t>
                                    </m:r>
                                  </m:e>
                                  <m:e>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i="1">
                                            <a:solidFill>
                                              <a:schemeClr val="accent1"/>
                                            </a:solidFill>
                                            <a:latin typeface="Cambria Math" panose="02040503050406030204" pitchFamily="18" charset="0"/>
                                          </a:rPr>
                                          <m:t>1,</m:t>
                                        </m:r>
                                        <m:r>
                                          <a:rPr lang="en-BE" sz="2400" i="1">
                                            <a:solidFill>
                                              <a:schemeClr val="accent1"/>
                                            </a:solidFill>
                                            <a:latin typeface="Cambria Math" panose="02040503050406030204" pitchFamily="18" charset="0"/>
                                          </a:rPr>
                                          <m:t>𝑛</m:t>
                                        </m:r>
                                      </m:sub>
                                    </m:sSub>
                                  </m:e>
                                </m:mr>
                                <m:mr>
                                  <m:e>
                                    <m:r>
                                      <a:rPr lang="en-BE" sz="2400" i="1">
                                        <a:solidFill>
                                          <a:schemeClr val="accent1"/>
                                        </a:solidFill>
                                        <a:latin typeface="Cambria Math" panose="02040503050406030204" pitchFamily="18" charset="0"/>
                                      </a:rPr>
                                      <m:t>⋮</m:t>
                                    </m:r>
                                  </m:e>
                                  <m:e>
                                    <m:r>
                                      <a:rPr lang="en-BE" sz="2400" i="1">
                                        <a:solidFill>
                                          <a:schemeClr val="accent1"/>
                                        </a:solidFill>
                                        <a:latin typeface="Cambria Math" panose="02040503050406030204" pitchFamily="18" charset="0"/>
                                      </a:rPr>
                                      <m:t>⋮</m:t>
                                    </m:r>
                                  </m:e>
                                  <m:e>
                                    <m:r>
                                      <a:rPr lang="en-BE" sz="2400" i="1">
                                        <a:solidFill>
                                          <a:schemeClr val="accent1"/>
                                        </a:solidFill>
                                        <a:latin typeface="Cambria Math" panose="02040503050406030204" pitchFamily="18" charset="0"/>
                                      </a:rPr>
                                      <m:t>⋱</m:t>
                                    </m:r>
                                  </m:e>
                                  <m:e>
                                    <m:r>
                                      <a:rPr lang="en-BE" sz="2400" i="1">
                                        <a:solidFill>
                                          <a:schemeClr val="accent1"/>
                                        </a:solidFill>
                                        <a:latin typeface="Cambria Math" panose="02040503050406030204" pitchFamily="18" charset="0"/>
                                      </a:rPr>
                                      <m:t>⋮</m:t>
                                    </m:r>
                                  </m:e>
                                </m:mr>
                                <m:mr>
                                  <m:e>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i="1">
                                            <a:solidFill>
                                              <a:schemeClr val="accent1"/>
                                            </a:solidFill>
                                            <a:latin typeface="Cambria Math" panose="02040503050406030204" pitchFamily="18" charset="0"/>
                                          </a:rPr>
                                          <m:t>𝑘</m:t>
                                        </m:r>
                                        <m:r>
                                          <a:rPr lang="en-BE" sz="2400" i="1">
                                            <a:solidFill>
                                              <a:schemeClr val="accent1"/>
                                            </a:solidFill>
                                            <a:latin typeface="Cambria Math" panose="02040503050406030204" pitchFamily="18" charset="0"/>
                                          </a:rPr>
                                          <m:t>,0</m:t>
                                        </m:r>
                                      </m:sub>
                                    </m:sSub>
                                  </m:e>
                                  <m:e>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i="1">
                                            <a:solidFill>
                                              <a:schemeClr val="accent1"/>
                                            </a:solidFill>
                                            <a:latin typeface="Cambria Math" panose="02040503050406030204" pitchFamily="18" charset="0"/>
                                          </a:rPr>
                                          <m:t>𝑘</m:t>
                                        </m:r>
                                        <m:r>
                                          <a:rPr lang="en-BE" sz="2400" i="1">
                                            <a:solidFill>
                                              <a:schemeClr val="accent1"/>
                                            </a:solidFill>
                                            <a:latin typeface="Cambria Math" panose="02040503050406030204" pitchFamily="18" charset="0"/>
                                          </a:rPr>
                                          <m:t>,1</m:t>
                                        </m:r>
                                      </m:sub>
                                    </m:sSub>
                                  </m:e>
                                  <m:e>
                                    <m:r>
                                      <a:rPr lang="en-BE" sz="2400" i="1">
                                        <a:solidFill>
                                          <a:schemeClr val="accent1"/>
                                        </a:solidFill>
                                        <a:latin typeface="Cambria Math" panose="02040503050406030204" pitchFamily="18" charset="0"/>
                                      </a:rPr>
                                      <m:t>⋯</m:t>
                                    </m:r>
                                  </m:e>
                                  <m:e>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i="1">
                                            <a:solidFill>
                                              <a:schemeClr val="accent1"/>
                                            </a:solidFill>
                                            <a:latin typeface="Cambria Math" panose="02040503050406030204" pitchFamily="18" charset="0"/>
                                          </a:rPr>
                                          <m:t>𝑘</m:t>
                                        </m:r>
                                        <m:r>
                                          <a:rPr lang="en-BE" sz="2400" i="1">
                                            <a:solidFill>
                                              <a:schemeClr val="accent1"/>
                                            </a:solidFill>
                                            <a:latin typeface="Cambria Math" panose="02040503050406030204" pitchFamily="18" charset="0"/>
                                          </a:rPr>
                                          <m:t>,</m:t>
                                        </m:r>
                                        <m:r>
                                          <a:rPr lang="en-BE" sz="2400" i="1">
                                            <a:solidFill>
                                              <a:schemeClr val="accent1"/>
                                            </a:solidFill>
                                            <a:latin typeface="Cambria Math" panose="02040503050406030204" pitchFamily="18" charset="0"/>
                                          </a:rPr>
                                          <m:t>𝑛</m:t>
                                        </m:r>
                                      </m:sub>
                                    </m:sSub>
                                  </m:e>
                                </m:mr>
                              </m:m>
                            </m:e>
                          </m:d>
                          <m:d>
                            <m:dPr>
                              <m:begChr m:val="["/>
                              <m:endChr m:val="]"/>
                              <m:ctrlPr>
                                <a:rPr lang="en-BE" sz="2400" i="1">
                                  <a:latin typeface="Cambria Math" panose="02040503050406030204" pitchFamily="18" charset="0"/>
                                </a:rPr>
                              </m:ctrlPr>
                            </m:dPr>
                            <m:e>
                              <m:m>
                                <m:mPr>
                                  <m:mcs>
                                    <m:mc>
                                      <m:mcPr>
                                        <m:count m:val="1"/>
                                        <m:mcJc m:val="center"/>
                                      </m:mcPr>
                                    </m:mc>
                                  </m:mcs>
                                  <m:ctrlPr>
                                    <a:rPr lang="en-BE" sz="2400" i="1">
                                      <a:latin typeface="Cambria Math" panose="02040503050406030204" pitchFamily="18" charset="0"/>
                                    </a:rPr>
                                  </m:ctrlPr>
                                </m:mPr>
                                <m:mr>
                                  <m:e>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i="1">
                                            <a:latin typeface="Cambria Math" panose="02040503050406030204" pitchFamily="18" charset="0"/>
                                          </a:rPr>
                                          <m:t>0</m:t>
                                        </m:r>
                                      </m:sub>
                                      <m:sup>
                                        <m:r>
                                          <a:rPr lang="en-BE" sz="2400" i="1">
                                            <a:latin typeface="Cambria Math" panose="02040503050406030204" pitchFamily="18" charset="0"/>
                                          </a:rPr>
                                          <m:t>0</m:t>
                                        </m:r>
                                      </m:sup>
                                    </m:sSubSup>
                                  </m:e>
                                </m:mr>
                                <m:mr>
                                  <m:e>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i="1">
                                            <a:latin typeface="Cambria Math" panose="02040503050406030204" pitchFamily="18" charset="0"/>
                                          </a:rPr>
                                          <m:t>1</m:t>
                                        </m:r>
                                      </m:sub>
                                      <m:sup>
                                        <m:r>
                                          <a:rPr lang="en-BE" sz="2400" i="1">
                                            <a:latin typeface="Cambria Math" panose="02040503050406030204" pitchFamily="18" charset="0"/>
                                          </a:rPr>
                                          <m:t>0</m:t>
                                        </m:r>
                                      </m:sup>
                                    </m:sSubSup>
                                  </m:e>
                                </m:mr>
                                <m:mr>
                                  <m:e>
                                    <m:r>
                                      <a:rPr lang="en-BE" sz="2400" i="1">
                                        <a:latin typeface="Cambria Math" panose="02040503050406030204" pitchFamily="18" charset="0"/>
                                      </a:rPr>
                                      <m:t>⋮</m:t>
                                    </m:r>
                                  </m:e>
                                </m:mr>
                                <m:mr>
                                  <m:e>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i="1">
                                            <a:latin typeface="Cambria Math" panose="02040503050406030204" pitchFamily="18" charset="0"/>
                                          </a:rPr>
                                          <m:t>𝑛</m:t>
                                        </m:r>
                                      </m:sub>
                                      <m:sup>
                                        <m:r>
                                          <a:rPr lang="en-BE" sz="2400" i="1">
                                            <a:latin typeface="Cambria Math" panose="02040503050406030204" pitchFamily="18" charset="0"/>
                                          </a:rPr>
                                          <m:t>0</m:t>
                                        </m:r>
                                      </m:sup>
                                    </m:sSubSup>
                                  </m:e>
                                </m:mr>
                              </m:m>
                            </m:e>
                          </m:d>
                          <m:r>
                            <a:rPr lang="en-BE" sz="2400" i="1">
                              <a:latin typeface="Cambria Math" panose="02040503050406030204" pitchFamily="18" charset="0"/>
                            </a:rPr>
                            <m:t>+</m:t>
                          </m:r>
                          <m:d>
                            <m:dPr>
                              <m:begChr m:val="["/>
                              <m:endChr m:val="]"/>
                              <m:ctrlPr>
                                <a:rPr lang="en-BE" sz="2400" i="1">
                                  <a:solidFill>
                                    <a:schemeClr val="accent6"/>
                                  </a:solidFill>
                                  <a:latin typeface="Cambria Math" panose="02040503050406030204" pitchFamily="18" charset="0"/>
                                </a:rPr>
                              </m:ctrlPr>
                            </m:dPr>
                            <m:e>
                              <m:m>
                                <m:mPr>
                                  <m:mcs>
                                    <m:mc>
                                      <m:mcPr>
                                        <m:count m:val="1"/>
                                        <m:mcJc m:val="center"/>
                                      </m:mcPr>
                                    </m:mc>
                                  </m:mcs>
                                  <m:ctrlPr>
                                    <a:rPr lang="en-BE" sz="2400" i="1">
                                      <a:solidFill>
                                        <a:schemeClr val="accent6"/>
                                      </a:solidFill>
                                      <a:latin typeface="Cambria Math" panose="02040503050406030204" pitchFamily="18" charset="0"/>
                                    </a:rPr>
                                  </m:ctrlPr>
                                </m:mPr>
                                <m:mr>
                                  <m:e>
                                    <m:sSub>
                                      <m:sSubPr>
                                        <m:ctrlPr>
                                          <a:rPr lang="en-BE" sz="2400" i="1">
                                            <a:solidFill>
                                              <a:schemeClr val="accent6"/>
                                            </a:solidFill>
                                            <a:latin typeface="Cambria Math" panose="02040503050406030204" pitchFamily="18" charset="0"/>
                                          </a:rPr>
                                        </m:ctrlPr>
                                      </m:sSubPr>
                                      <m:e>
                                        <m:r>
                                          <a:rPr lang="en-BE" sz="2400" i="1">
                                            <a:solidFill>
                                              <a:schemeClr val="accent6"/>
                                            </a:solidFill>
                                            <a:latin typeface="Cambria Math" panose="02040503050406030204" pitchFamily="18" charset="0"/>
                                          </a:rPr>
                                          <m:t>𝑏</m:t>
                                        </m:r>
                                      </m:e>
                                      <m:sub>
                                        <m:r>
                                          <a:rPr lang="en-BE" sz="2400" i="1">
                                            <a:solidFill>
                                              <a:schemeClr val="accent6"/>
                                            </a:solidFill>
                                            <a:latin typeface="Cambria Math" panose="02040503050406030204" pitchFamily="18" charset="0"/>
                                          </a:rPr>
                                          <m:t>0</m:t>
                                        </m:r>
                                      </m:sub>
                                    </m:sSub>
                                  </m:e>
                                </m:mr>
                                <m:mr>
                                  <m:e>
                                    <m:sSub>
                                      <m:sSubPr>
                                        <m:ctrlPr>
                                          <a:rPr lang="en-BE" sz="2400" i="1">
                                            <a:solidFill>
                                              <a:schemeClr val="accent6"/>
                                            </a:solidFill>
                                            <a:latin typeface="Cambria Math" panose="02040503050406030204" pitchFamily="18" charset="0"/>
                                          </a:rPr>
                                        </m:ctrlPr>
                                      </m:sSubPr>
                                      <m:e>
                                        <m:r>
                                          <a:rPr lang="en-BE" sz="2400" i="1">
                                            <a:solidFill>
                                              <a:schemeClr val="accent6"/>
                                            </a:solidFill>
                                            <a:latin typeface="Cambria Math" panose="02040503050406030204" pitchFamily="18" charset="0"/>
                                          </a:rPr>
                                          <m:t>𝑏</m:t>
                                        </m:r>
                                      </m:e>
                                      <m:sub>
                                        <m:r>
                                          <a:rPr lang="en-BE" sz="2400" i="1">
                                            <a:solidFill>
                                              <a:schemeClr val="accent6"/>
                                            </a:solidFill>
                                            <a:latin typeface="Cambria Math" panose="02040503050406030204" pitchFamily="18" charset="0"/>
                                          </a:rPr>
                                          <m:t>1</m:t>
                                        </m:r>
                                      </m:sub>
                                    </m:sSub>
                                  </m:e>
                                </m:mr>
                                <m:mr>
                                  <m:e>
                                    <m:r>
                                      <a:rPr lang="en-BE" sz="2400" i="1">
                                        <a:solidFill>
                                          <a:schemeClr val="accent6"/>
                                        </a:solidFill>
                                        <a:latin typeface="Cambria Math" panose="02040503050406030204" pitchFamily="18" charset="0"/>
                                      </a:rPr>
                                      <m:t>⋮</m:t>
                                    </m:r>
                                  </m:e>
                                </m:mr>
                                <m:mr>
                                  <m:e>
                                    <m:sSub>
                                      <m:sSubPr>
                                        <m:ctrlPr>
                                          <a:rPr lang="en-BE" sz="2400" i="1">
                                            <a:solidFill>
                                              <a:schemeClr val="accent6"/>
                                            </a:solidFill>
                                            <a:latin typeface="Cambria Math" panose="02040503050406030204" pitchFamily="18" charset="0"/>
                                          </a:rPr>
                                        </m:ctrlPr>
                                      </m:sSubPr>
                                      <m:e>
                                        <m:r>
                                          <a:rPr lang="en-BE" sz="2400" i="1">
                                            <a:solidFill>
                                              <a:schemeClr val="accent6"/>
                                            </a:solidFill>
                                            <a:latin typeface="Cambria Math" panose="02040503050406030204" pitchFamily="18" charset="0"/>
                                          </a:rPr>
                                          <m:t>𝑏</m:t>
                                        </m:r>
                                      </m:e>
                                      <m:sub>
                                        <m:r>
                                          <a:rPr lang="en-BE" sz="2400" i="1">
                                            <a:solidFill>
                                              <a:schemeClr val="accent6"/>
                                            </a:solidFill>
                                            <a:latin typeface="Cambria Math" panose="02040503050406030204" pitchFamily="18" charset="0"/>
                                          </a:rPr>
                                          <m:t>𝑛</m:t>
                                        </m:r>
                                      </m:sub>
                                    </m:sSub>
                                  </m:e>
                                </m:mr>
                              </m:m>
                            </m:e>
                          </m:d>
                          <m:r>
                            <m:rPr>
                              <m:nor/>
                            </m:rPr>
                            <a:rPr lang="en-BE" sz="2400" i="0" dirty="0"/>
                            <m:t> </m:t>
                          </m:r>
                        </m:e>
                      </m:d>
                    </m:oMath>
                  </m:oMathPara>
                </a14:m>
                <a:endParaRPr lang="en-BE" sz="2400"/>
              </a:p>
            </p:txBody>
          </p:sp>
        </mc:Choice>
        <mc:Fallback xmlns="">
          <p:sp>
            <p:nvSpPr>
              <p:cNvPr id="5" name="TextBox 4">
                <a:extLst>
                  <a:ext uri="{FF2B5EF4-FFF2-40B4-BE49-F238E27FC236}">
                    <a16:creationId xmlns:a16="http://schemas.microsoft.com/office/drawing/2014/main" id="{724EDD51-B66E-6642-FC6B-F584AF2CC3C1}"/>
                  </a:ext>
                </a:extLst>
              </p:cNvPr>
              <p:cNvSpPr txBox="1">
                <a:spLocks noRot="1" noChangeAspect="1" noMove="1" noResize="1" noEditPoints="1" noAdjustHandles="1" noChangeArrowheads="1" noChangeShapeType="1" noTextEdit="1"/>
              </p:cNvSpPr>
              <p:nvPr/>
            </p:nvSpPr>
            <p:spPr>
              <a:xfrm>
                <a:off x="4491417" y="4788892"/>
                <a:ext cx="7245995" cy="1753429"/>
              </a:xfrm>
              <a:prstGeom prst="rect">
                <a:avLst/>
              </a:prstGeom>
              <a:blipFill>
                <a:blip r:embed="rId3"/>
                <a:stretch>
                  <a:fillRect/>
                </a:stretch>
              </a:blipFill>
            </p:spPr>
            <p:txBody>
              <a:bodyPr/>
              <a:lstStyle/>
              <a:p>
                <a:r>
                  <a:rPr lang="en-US">
                    <a:noFill/>
                  </a:rPr>
                  <a:t> </a:t>
                </a:r>
              </a:p>
            </p:txBody>
          </p:sp>
        </mc:Fallback>
      </mc:AlternateContent>
      <p:sp>
        <p:nvSpPr>
          <p:cNvPr id="54" name="Oval 53">
            <a:extLst>
              <a:ext uri="{FF2B5EF4-FFF2-40B4-BE49-F238E27FC236}">
                <a16:creationId xmlns:a16="http://schemas.microsoft.com/office/drawing/2014/main" id="{90A0FEF0-6864-609E-E721-EA26FA8EC15E}"/>
              </a:ext>
            </a:extLst>
          </p:cNvPr>
          <p:cNvSpPr/>
          <p:nvPr/>
        </p:nvSpPr>
        <p:spPr>
          <a:xfrm>
            <a:off x="3110605" y="1833351"/>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55" name="Oval 54">
            <a:extLst>
              <a:ext uri="{FF2B5EF4-FFF2-40B4-BE49-F238E27FC236}">
                <a16:creationId xmlns:a16="http://schemas.microsoft.com/office/drawing/2014/main" id="{E1862FEA-A27F-D51F-218D-E32AE934455B}"/>
              </a:ext>
            </a:extLst>
          </p:cNvPr>
          <p:cNvSpPr/>
          <p:nvPr/>
        </p:nvSpPr>
        <p:spPr>
          <a:xfrm>
            <a:off x="3110605" y="2686475"/>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56" name="Oval 55">
            <a:extLst>
              <a:ext uri="{FF2B5EF4-FFF2-40B4-BE49-F238E27FC236}">
                <a16:creationId xmlns:a16="http://schemas.microsoft.com/office/drawing/2014/main" id="{90EDFD8F-8291-4B91-956D-2AC91E83A73C}"/>
              </a:ext>
            </a:extLst>
          </p:cNvPr>
          <p:cNvSpPr/>
          <p:nvPr/>
        </p:nvSpPr>
        <p:spPr>
          <a:xfrm>
            <a:off x="3099152" y="3539599"/>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57" name="Oval 56">
            <a:extLst>
              <a:ext uri="{FF2B5EF4-FFF2-40B4-BE49-F238E27FC236}">
                <a16:creationId xmlns:a16="http://schemas.microsoft.com/office/drawing/2014/main" id="{AB1C2168-F313-1B73-355C-031C4868244E}"/>
              </a:ext>
            </a:extLst>
          </p:cNvPr>
          <p:cNvSpPr/>
          <p:nvPr/>
        </p:nvSpPr>
        <p:spPr>
          <a:xfrm>
            <a:off x="443131" y="975261"/>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58" name="Oval 57">
            <a:extLst>
              <a:ext uri="{FF2B5EF4-FFF2-40B4-BE49-F238E27FC236}">
                <a16:creationId xmlns:a16="http://schemas.microsoft.com/office/drawing/2014/main" id="{AC941D44-EB19-5320-C1AD-C7AAD9AA4B8B}"/>
              </a:ext>
            </a:extLst>
          </p:cNvPr>
          <p:cNvSpPr/>
          <p:nvPr/>
        </p:nvSpPr>
        <p:spPr>
          <a:xfrm>
            <a:off x="454584" y="1833351"/>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59" name="Oval 58">
            <a:extLst>
              <a:ext uri="{FF2B5EF4-FFF2-40B4-BE49-F238E27FC236}">
                <a16:creationId xmlns:a16="http://schemas.microsoft.com/office/drawing/2014/main" id="{1B091D01-5F26-7D47-0521-02C196EC8213}"/>
              </a:ext>
            </a:extLst>
          </p:cNvPr>
          <p:cNvSpPr/>
          <p:nvPr/>
        </p:nvSpPr>
        <p:spPr>
          <a:xfrm>
            <a:off x="454584" y="2686475"/>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sp>
        <p:nvSpPr>
          <p:cNvPr id="60" name="Oval 59">
            <a:extLst>
              <a:ext uri="{FF2B5EF4-FFF2-40B4-BE49-F238E27FC236}">
                <a16:creationId xmlns:a16="http://schemas.microsoft.com/office/drawing/2014/main" id="{1CC0A124-1806-866E-4D78-1FAC4ADED3B4}"/>
              </a:ext>
            </a:extLst>
          </p:cNvPr>
          <p:cNvSpPr/>
          <p:nvPr/>
        </p:nvSpPr>
        <p:spPr>
          <a:xfrm>
            <a:off x="443131" y="3539599"/>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cxnSp>
        <p:nvCxnSpPr>
          <p:cNvPr id="61" name="Straight Arrow Connector 60">
            <a:extLst>
              <a:ext uri="{FF2B5EF4-FFF2-40B4-BE49-F238E27FC236}">
                <a16:creationId xmlns:a16="http://schemas.microsoft.com/office/drawing/2014/main" id="{C9B583DB-A3A1-3941-4A28-E33064259924}"/>
              </a:ext>
            </a:extLst>
          </p:cNvPr>
          <p:cNvCxnSpPr>
            <a:stCxn id="57" idx="6"/>
            <a:endCxn id="54" idx="2"/>
          </p:cNvCxnSpPr>
          <p:nvPr/>
        </p:nvCxnSpPr>
        <p:spPr>
          <a:xfrm>
            <a:off x="1093097" y="1300244"/>
            <a:ext cx="2017508" cy="85809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D3CB7C37-7BFA-8EA3-ACB7-240597D2B86D}"/>
              </a:ext>
            </a:extLst>
          </p:cNvPr>
          <p:cNvCxnSpPr>
            <a:stCxn id="57" idx="6"/>
            <a:endCxn id="55" idx="2"/>
          </p:cNvCxnSpPr>
          <p:nvPr/>
        </p:nvCxnSpPr>
        <p:spPr>
          <a:xfrm>
            <a:off x="1093097" y="1300244"/>
            <a:ext cx="2017508" cy="171121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3BFC44AC-F695-145B-4785-BCEB5D30ED8D}"/>
              </a:ext>
            </a:extLst>
          </p:cNvPr>
          <p:cNvCxnSpPr>
            <a:stCxn id="57" idx="6"/>
            <a:endCxn id="56" idx="2"/>
          </p:cNvCxnSpPr>
          <p:nvPr/>
        </p:nvCxnSpPr>
        <p:spPr>
          <a:xfrm>
            <a:off x="1093097" y="1300244"/>
            <a:ext cx="2006055" cy="2564338"/>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89614F8F-C1F1-4BFE-FA71-F872448C4B95}"/>
              </a:ext>
            </a:extLst>
          </p:cNvPr>
          <p:cNvCxnSpPr>
            <a:stCxn id="58" idx="6"/>
            <a:endCxn id="54" idx="2"/>
          </p:cNvCxnSpPr>
          <p:nvPr/>
        </p:nvCxnSpPr>
        <p:spPr>
          <a:xfrm>
            <a:off x="1104550" y="2158334"/>
            <a:ext cx="2006055"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3180ED9C-7187-43F0-B598-A2619F086D42}"/>
              </a:ext>
            </a:extLst>
          </p:cNvPr>
          <p:cNvCxnSpPr>
            <a:stCxn id="58" idx="6"/>
            <a:endCxn id="55" idx="2"/>
          </p:cNvCxnSpPr>
          <p:nvPr/>
        </p:nvCxnSpPr>
        <p:spPr>
          <a:xfrm>
            <a:off x="1104550" y="2158334"/>
            <a:ext cx="2006055"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A51A16A9-BA2E-5DF1-6C22-1D8E0767FFA8}"/>
              </a:ext>
            </a:extLst>
          </p:cNvPr>
          <p:cNvCxnSpPr>
            <a:stCxn id="58" idx="6"/>
            <a:endCxn id="56" idx="2"/>
          </p:cNvCxnSpPr>
          <p:nvPr/>
        </p:nvCxnSpPr>
        <p:spPr>
          <a:xfrm>
            <a:off x="1104550" y="2158334"/>
            <a:ext cx="1994602" cy="1706248"/>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5BFB95AF-A5F0-4C86-9A7A-7491BC80FDDB}"/>
              </a:ext>
            </a:extLst>
          </p:cNvPr>
          <p:cNvCxnSpPr>
            <a:stCxn id="59" idx="6"/>
            <a:endCxn id="54" idx="2"/>
          </p:cNvCxnSpPr>
          <p:nvPr/>
        </p:nvCxnSpPr>
        <p:spPr>
          <a:xfrm flipV="1">
            <a:off x="1104550" y="2158334"/>
            <a:ext cx="2006055"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DC5DA929-7D5D-7918-6BA5-CCD77A747540}"/>
              </a:ext>
            </a:extLst>
          </p:cNvPr>
          <p:cNvCxnSpPr>
            <a:stCxn id="59" idx="6"/>
            <a:endCxn id="55" idx="2"/>
          </p:cNvCxnSpPr>
          <p:nvPr/>
        </p:nvCxnSpPr>
        <p:spPr>
          <a:xfrm>
            <a:off x="1104550" y="3011458"/>
            <a:ext cx="2006055"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886A9B45-B98B-E89B-4665-926EEE0F4DFD}"/>
              </a:ext>
            </a:extLst>
          </p:cNvPr>
          <p:cNvCxnSpPr>
            <a:stCxn id="59" idx="6"/>
            <a:endCxn id="56" idx="2"/>
          </p:cNvCxnSpPr>
          <p:nvPr/>
        </p:nvCxnSpPr>
        <p:spPr>
          <a:xfrm>
            <a:off x="1104550" y="3011458"/>
            <a:ext cx="1994602"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1839150C-0B0D-F376-00B0-65BBD80BFDD6}"/>
              </a:ext>
            </a:extLst>
          </p:cNvPr>
          <p:cNvCxnSpPr>
            <a:stCxn id="60" idx="6"/>
            <a:endCxn id="54" idx="2"/>
          </p:cNvCxnSpPr>
          <p:nvPr/>
        </p:nvCxnSpPr>
        <p:spPr>
          <a:xfrm flipV="1">
            <a:off x="1093097" y="2158334"/>
            <a:ext cx="2017508" cy="1706248"/>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5EAB5D70-A4A6-B700-AAE2-133D36D6B6FF}"/>
              </a:ext>
            </a:extLst>
          </p:cNvPr>
          <p:cNvCxnSpPr>
            <a:stCxn id="60" idx="6"/>
            <a:endCxn id="55" idx="2"/>
          </p:cNvCxnSpPr>
          <p:nvPr/>
        </p:nvCxnSpPr>
        <p:spPr>
          <a:xfrm flipV="1">
            <a:off x="1093097" y="3011458"/>
            <a:ext cx="2017508"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9C1DEFED-BDB6-4DB8-BE76-328DFE3B9929}"/>
              </a:ext>
            </a:extLst>
          </p:cNvPr>
          <p:cNvCxnSpPr>
            <a:stCxn id="60" idx="6"/>
            <a:endCxn id="56" idx="2"/>
          </p:cNvCxnSpPr>
          <p:nvPr/>
        </p:nvCxnSpPr>
        <p:spPr>
          <a:xfrm>
            <a:off x="1093097" y="3864582"/>
            <a:ext cx="2006055"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0929AD0D-F148-88AF-ACD3-E4DD7C1D93E2}"/>
                  </a:ext>
                </a:extLst>
              </p:cNvPr>
              <p:cNvSpPr txBox="1"/>
              <p:nvPr/>
            </p:nvSpPr>
            <p:spPr>
              <a:xfrm>
                <a:off x="509509" y="1066000"/>
                <a:ext cx="599125" cy="668645"/>
              </a:xfrm>
              <a:prstGeom prst="rect">
                <a:avLst/>
              </a:prstGeom>
              <a:noFill/>
            </p:spPr>
            <p:txBody>
              <a:bodyPr wrap="square" lIns="0" tIns="0" rIns="0" bIns="0" rtlCol="0">
                <a:spAutoFit/>
              </a:bodyPr>
              <a:lstStyle/>
              <a:p>
                <a:pPr/>
                <a14:m>
                  <m:oMathPara xmlns:m="http://schemas.openxmlformats.org/officeDocument/2006/math">
                    <m:oMath>
                      <m:sSubSup>
                        <m:sSubSupPr>
                          <m:ctrlPr>
                            <a:rPr lang="en-BE" sz="2400" b="0" i="1" smtClean="0">
                              <a:latin typeface="Cambria Math" panose="02040503050406030204" pitchFamily="18" charset="0"/>
                            </a:rPr>
                          </m:ctrlPr>
                        </m:sSubSupPr>
                        <m:e>
                          <m:r>
                            <a:rPr lang="en-BE" sz="2400" b="0" i="1" smtClean="0">
                              <a:latin typeface="Cambria Math" panose="02040503050406030204" pitchFamily="18" charset="0"/>
                            </a:rPr>
                            <m:t>𝑎</m:t>
                          </m:r>
                        </m:e>
                        <m:sub>
                          <m:r>
                            <a:rPr lang="en-GB" sz="2400" b="0" i="1" smtClean="0">
                              <a:latin typeface="Cambria Math" panose="02040503050406030204" pitchFamily="18" charset="0"/>
                            </a:rPr>
                            <m:t>0</m:t>
                          </m:r>
                        </m:sub>
                        <m:sup>
                          <m:r>
                            <a:rPr lang="en-BE" sz="2400" b="0" i="1" smtClean="0">
                              <a:latin typeface="Cambria Math" panose="02040503050406030204" pitchFamily="18" charset="0"/>
                            </a:rPr>
                            <m:t>0</m:t>
                          </m:r>
                        </m:sup>
                      </m:sSubSup>
                    </m:oMath>
                  </m:oMathPara>
                </a14:m>
                <a:endParaRPr lang="en-GB" sz="2400" b="0"/>
              </a:p>
              <a:p>
                <a:endParaRPr lang="en-GB" b="0"/>
              </a:p>
            </p:txBody>
          </p:sp>
        </mc:Choice>
        <mc:Fallback xmlns="">
          <p:sp>
            <p:nvSpPr>
              <p:cNvPr id="73" name="TextBox 72">
                <a:extLst>
                  <a:ext uri="{FF2B5EF4-FFF2-40B4-BE49-F238E27FC236}">
                    <a16:creationId xmlns:a16="http://schemas.microsoft.com/office/drawing/2014/main" id="{0929AD0D-F148-88AF-ACD3-E4DD7C1D93E2}"/>
                  </a:ext>
                </a:extLst>
              </p:cNvPr>
              <p:cNvSpPr txBox="1">
                <a:spLocks noRot="1" noChangeAspect="1" noMove="1" noResize="1" noEditPoints="1" noAdjustHandles="1" noChangeArrowheads="1" noChangeShapeType="1" noTextEdit="1"/>
              </p:cNvSpPr>
              <p:nvPr/>
            </p:nvSpPr>
            <p:spPr>
              <a:xfrm>
                <a:off x="509509" y="1066000"/>
                <a:ext cx="599125" cy="668645"/>
              </a:xfrm>
              <a:prstGeom prst="rect">
                <a:avLst/>
              </a:prstGeom>
              <a:blipFill>
                <a:blip r:embed="rId4"/>
                <a:stretch>
                  <a:fillRect l="-24490" t="-12727" r="-20408"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D24FB990-5D29-1383-DE1C-FCD66B95B000}"/>
                  </a:ext>
                </a:extLst>
              </p:cNvPr>
              <p:cNvSpPr txBox="1"/>
              <p:nvPr/>
            </p:nvSpPr>
            <p:spPr>
              <a:xfrm>
                <a:off x="509509" y="1933963"/>
                <a:ext cx="599125" cy="652871"/>
              </a:xfrm>
              <a:prstGeom prst="rect">
                <a:avLst/>
              </a:prstGeom>
              <a:noFill/>
            </p:spPr>
            <p:txBody>
              <a:bodyPr wrap="square" lIns="0" tIns="0" rIns="0" bIns="0" rtlCol="0">
                <a:spAutoFit/>
              </a:bodyPr>
              <a:lstStyle/>
              <a:p>
                <a:pPr/>
                <a14:m>
                  <m:oMathPara xmlns:m="http://schemas.openxmlformats.org/officeDocument/2006/math">
                    <m:oMath>
                      <m:sSubSup>
                        <m:sSubSupPr>
                          <m:ctrlPr>
                            <a:rPr lang="en-BE" sz="2400" b="0" i="1" smtClean="0">
                              <a:latin typeface="Cambria Math" panose="02040503050406030204" pitchFamily="18" charset="0"/>
                            </a:rPr>
                          </m:ctrlPr>
                        </m:sSubSupPr>
                        <m:e>
                          <m:r>
                            <a:rPr lang="en-BE" sz="2400" b="0" i="1" smtClean="0">
                              <a:latin typeface="Cambria Math" panose="02040503050406030204" pitchFamily="18" charset="0"/>
                            </a:rPr>
                            <m:t>𝑎</m:t>
                          </m:r>
                        </m:e>
                        <m:sub>
                          <m:r>
                            <a:rPr lang="en-GB" sz="2400" b="0" i="1" smtClean="0">
                              <a:latin typeface="Cambria Math" panose="02040503050406030204" pitchFamily="18" charset="0"/>
                            </a:rPr>
                            <m:t>1</m:t>
                          </m:r>
                        </m:sub>
                        <m:sup>
                          <m:r>
                            <a:rPr lang="en-BE" sz="2400" b="0" i="1" smtClean="0">
                              <a:latin typeface="Cambria Math" panose="02040503050406030204" pitchFamily="18" charset="0"/>
                            </a:rPr>
                            <m:t>0</m:t>
                          </m:r>
                        </m:sup>
                      </m:sSubSup>
                    </m:oMath>
                  </m:oMathPara>
                </a14:m>
                <a:endParaRPr lang="en-GB" sz="2400" b="0"/>
              </a:p>
              <a:p>
                <a:endParaRPr lang="en-GB" b="0"/>
              </a:p>
            </p:txBody>
          </p:sp>
        </mc:Choice>
        <mc:Fallback xmlns="">
          <p:sp>
            <p:nvSpPr>
              <p:cNvPr id="74" name="TextBox 73">
                <a:extLst>
                  <a:ext uri="{FF2B5EF4-FFF2-40B4-BE49-F238E27FC236}">
                    <a16:creationId xmlns:a16="http://schemas.microsoft.com/office/drawing/2014/main" id="{D24FB990-5D29-1383-DE1C-FCD66B95B000}"/>
                  </a:ext>
                </a:extLst>
              </p:cNvPr>
              <p:cNvSpPr txBox="1">
                <a:spLocks noRot="1" noChangeAspect="1" noMove="1" noResize="1" noEditPoints="1" noAdjustHandles="1" noChangeArrowheads="1" noChangeShapeType="1" noTextEdit="1"/>
              </p:cNvSpPr>
              <p:nvPr/>
            </p:nvSpPr>
            <p:spPr>
              <a:xfrm>
                <a:off x="509509" y="1933963"/>
                <a:ext cx="599125" cy="652871"/>
              </a:xfrm>
              <a:prstGeom prst="rect">
                <a:avLst/>
              </a:prstGeom>
              <a:blipFill>
                <a:blip r:embed="rId5"/>
                <a:stretch>
                  <a:fillRect l="-24490" t="-13084" r="-20408" b="-214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FE39B99C-9CC3-BCC9-1929-44A20B984BBB}"/>
                  </a:ext>
                </a:extLst>
              </p:cNvPr>
              <p:cNvSpPr txBox="1"/>
              <p:nvPr/>
            </p:nvSpPr>
            <p:spPr>
              <a:xfrm>
                <a:off x="443131" y="2823426"/>
                <a:ext cx="665503" cy="369332"/>
              </a:xfrm>
              <a:prstGeom prst="rect">
                <a:avLst/>
              </a:prstGeom>
              <a:noFill/>
            </p:spPr>
            <p:txBody>
              <a:bodyPr wrap="square" lIns="0" tIns="0" rIns="0" bIns="0" rtlCol="0">
                <a:spAutoFit/>
              </a:bodyPr>
              <a:lstStyle/>
              <a:p>
                <a:pPr/>
                <a14:m>
                  <m:oMathPara xmlns:m="http://schemas.openxmlformats.org/officeDocument/2006/math">
                    <m:oMathParaPr>
                      <m:jc m:val="center"/>
                    </m:oMathParaPr>
                    <m:oMath>
                      <m:r>
                        <a:rPr lang="en-GB" sz="2400" i="1">
                          <a:latin typeface="Cambria Math" panose="02040503050406030204" pitchFamily="18" charset="0"/>
                        </a:rPr>
                        <m:t>⋯</m:t>
                      </m:r>
                    </m:oMath>
                  </m:oMathPara>
                </a14:m>
                <a:endParaRPr lang="en-GB" sz="2400"/>
              </a:p>
            </p:txBody>
          </p:sp>
        </mc:Choice>
        <mc:Fallback xmlns="">
          <p:sp>
            <p:nvSpPr>
              <p:cNvPr id="75" name="TextBox 74">
                <a:extLst>
                  <a:ext uri="{FF2B5EF4-FFF2-40B4-BE49-F238E27FC236}">
                    <a16:creationId xmlns:a16="http://schemas.microsoft.com/office/drawing/2014/main" id="{FE39B99C-9CC3-BCC9-1929-44A20B984BBB}"/>
                  </a:ext>
                </a:extLst>
              </p:cNvPr>
              <p:cNvSpPr txBox="1">
                <a:spLocks noRot="1" noChangeAspect="1" noMove="1" noResize="1" noEditPoints="1" noAdjustHandles="1" noChangeArrowheads="1" noChangeShapeType="1" noTextEdit="1"/>
              </p:cNvSpPr>
              <p:nvPr/>
            </p:nvSpPr>
            <p:spPr>
              <a:xfrm>
                <a:off x="443131" y="2823426"/>
                <a:ext cx="665503" cy="369332"/>
              </a:xfrm>
              <a:prstGeom prst="rect">
                <a:avLst/>
              </a:prstGeom>
              <a:blipFill>
                <a:blip r:embed="rId6"/>
                <a:stretch>
                  <a:fillRect t="-24590" r="-9174"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5097D95-D595-0B17-F4E9-5C3511BFDC07}"/>
                  </a:ext>
                </a:extLst>
              </p:cNvPr>
              <p:cNvSpPr txBox="1"/>
              <p:nvPr/>
            </p:nvSpPr>
            <p:spPr>
              <a:xfrm>
                <a:off x="513666" y="3635707"/>
                <a:ext cx="599125" cy="663258"/>
              </a:xfrm>
              <a:prstGeom prst="rect">
                <a:avLst/>
              </a:prstGeom>
              <a:noFill/>
            </p:spPr>
            <p:txBody>
              <a:bodyPr wrap="square" lIns="0" tIns="0" rIns="0" bIns="0" rtlCol="0">
                <a:spAutoFit/>
              </a:bodyPr>
              <a:lstStyle/>
              <a:p>
                <a:pPr/>
                <a14:m>
                  <m:oMathPara xmlns:m="http://schemas.openxmlformats.org/officeDocument/2006/math">
                    <m:oMath>
                      <m:sSubSup>
                        <m:sSubSupPr>
                          <m:ctrlPr>
                            <a:rPr lang="en-BE" sz="2400" b="0" i="1" smtClean="0">
                              <a:latin typeface="Cambria Math" panose="02040503050406030204" pitchFamily="18" charset="0"/>
                            </a:rPr>
                          </m:ctrlPr>
                        </m:sSubSupPr>
                        <m:e>
                          <m:r>
                            <a:rPr lang="en-BE" sz="2400" b="0" i="1" smtClean="0">
                              <a:latin typeface="Cambria Math" panose="02040503050406030204" pitchFamily="18" charset="0"/>
                            </a:rPr>
                            <m:t>𝑎</m:t>
                          </m:r>
                        </m:e>
                        <m:sub>
                          <m:r>
                            <a:rPr lang="en-BE" sz="2400" b="0" i="1" smtClean="0">
                              <a:latin typeface="Cambria Math" panose="02040503050406030204" pitchFamily="18" charset="0"/>
                            </a:rPr>
                            <m:t>𝑘</m:t>
                          </m:r>
                        </m:sub>
                        <m:sup>
                          <m:r>
                            <a:rPr lang="en-BE" sz="2400" b="0" i="1" smtClean="0">
                              <a:latin typeface="Cambria Math" panose="02040503050406030204" pitchFamily="18" charset="0"/>
                            </a:rPr>
                            <m:t>0</m:t>
                          </m:r>
                        </m:sup>
                      </m:sSubSup>
                    </m:oMath>
                  </m:oMathPara>
                </a14:m>
                <a:endParaRPr lang="en-GB" sz="2400" b="0"/>
              </a:p>
              <a:p>
                <a:endParaRPr lang="en-GB" b="0"/>
              </a:p>
            </p:txBody>
          </p:sp>
        </mc:Choice>
        <mc:Fallback xmlns="">
          <p:sp>
            <p:nvSpPr>
              <p:cNvPr id="76" name="TextBox 75">
                <a:extLst>
                  <a:ext uri="{FF2B5EF4-FFF2-40B4-BE49-F238E27FC236}">
                    <a16:creationId xmlns:a16="http://schemas.microsoft.com/office/drawing/2014/main" id="{75097D95-D595-0B17-F4E9-5C3511BFDC07}"/>
                  </a:ext>
                </a:extLst>
              </p:cNvPr>
              <p:cNvSpPr txBox="1">
                <a:spLocks noRot="1" noChangeAspect="1" noMove="1" noResize="1" noEditPoints="1" noAdjustHandles="1" noChangeArrowheads="1" noChangeShapeType="1" noTextEdit="1"/>
              </p:cNvSpPr>
              <p:nvPr/>
            </p:nvSpPr>
            <p:spPr>
              <a:xfrm>
                <a:off x="513666" y="3635707"/>
                <a:ext cx="599125" cy="663258"/>
              </a:xfrm>
              <a:prstGeom prst="rect">
                <a:avLst/>
              </a:prstGeom>
              <a:blipFill>
                <a:blip r:embed="rId7"/>
                <a:stretch>
                  <a:fillRect l="-23232" t="-11009" r="-21212" b="-21101"/>
                </a:stretch>
              </a:blipFill>
            </p:spPr>
            <p:txBody>
              <a:bodyPr/>
              <a:lstStyle/>
              <a:p>
                <a:r>
                  <a:rPr lang="en-US">
                    <a:noFill/>
                  </a:rPr>
                  <a:t> </a:t>
                </a:r>
              </a:p>
            </p:txBody>
          </p:sp>
        </mc:Fallback>
      </mc:AlternateContent>
      <p:sp>
        <p:nvSpPr>
          <p:cNvPr id="80" name="Oval 79">
            <a:extLst>
              <a:ext uri="{FF2B5EF4-FFF2-40B4-BE49-F238E27FC236}">
                <a16:creationId xmlns:a16="http://schemas.microsoft.com/office/drawing/2014/main" id="{3D60586F-820F-55BD-CF76-2E92AC00E0BE}"/>
              </a:ext>
            </a:extLst>
          </p:cNvPr>
          <p:cNvSpPr/>
          <p:nvPr/>
        </p:nvSpPr>
        <p:spPr>
          <a:xfrm>
            <a:off x="3115379" y="980227"/>
            <a:ext cx="649966" cy="64996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ln>
                <a:solidFill>
                  <a:schemeClr val="tx1"/>
                </a:solidFill>
              </a:ln>
              <a:noFill/>
            </a:endParaRPr>
          </a:p>
        </p:txBody>
      </p:sp>
      <p:cxnSp>
        <p:nvCxnSpPr>
          <p:cNvPr id="81" name="Straight Arrow Connector 80">
            <a:extLst>
              <a:ext uri="{FF2B5EF4-FFF2-40B4-BE49-F238E27FC236}">
                <a16:creationId xmlns:a16="http://schemas.microsoft.com/office/drawing/2014/main" id="{6B678673-AA99-6B87-ECA9-11A4B9DF8863}"/>
              </a:ext>
            </a:extLst>
          </p:cNvPr>
          <p:cNvCxnSpPr>
            <a:cxnSpLocks/>
            <a:endCxn id="80" idx="2"/>
          </p:cNvCxnSpPr>
          <p:nvPr/>
        </p:nvCxnSpPr>
        <p:spPr>
          <a:xfrm>
            <a:off x="1093097" y="1300244"/>
            <a:ext cx="2022282" cy="4966"/>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FBD84D-3E14-0E1C-C6E5-F6BEFAADD5F1}"/>
              </a:ext>
            </a:extLst>
          </p:cNvPr>
          <p:cNvCxnSpPr>
            <a:cxnSpLocks/>
            <a:endCxn id="80" idx="2"/>
          </p:cNvCxnSpPr>
          <p:nvPr/>
        </p:nvCxnSpPr>
        <p:spPr>
          <a:xfrm flipV="1">
            <a:off x="1104550" y="1305210"/>
            <a:ext cx="2010829" cy="853124"/>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0FDBAD96-A719-7FA5-3083-95F5D85F91D2}"/>
                  </a:ext>
                </a:extLst>
              </p:cNvPr>
              <p:cNvSpPr txBox="1"/>
              <p:nvPr/>
            </p:nvSpPr>
            <p:spPr>
              <a:xfrm>
                <a:off x="3097110" y="2827417"/>
                <a:ext cx="665503" cy="369332"/>
              </a:xfrm>
              <a:prstGeom prst="rect">
                <a:avLst/>
              </a:prstGeom>
              <a:noFill/>
            </p:spPr>
            <p:txBody>
              <a:bodyPr wrap="square" lIns="0" tIns="0" rIns="0" bIns="0" rtlCol="0" anchor="ctr">
                <a:spAutoFit/>
              </a:bodyPr>
              <a:lstStyle/>
              <a:p>
                <a:pPr/>
                <a14:m>
                  <m:oMathPara xmlns:m="http://schemas.openxmlformats.org/officeDocument/2006/math">
                    <m:oMathParaPr>
                      <m:jc m:val="center"/>
                    </m:oMathParaPr>
                    <m:oMath>
                      <m:r>
                        <a:rPr lang="en-GB" sz="2400" i="1" smtClean="0">
                          <a:latin typeface="Cambria Math" panose="02040503050406030204" pitchFamily="18" charset="0"/>
                        </a:rPr>
                        <m:t>⋯</m:t>
                      </m:r>
                    </m:oMath>
                  </m:oMathPara>
                </a14:m>
                <a:endParaRPr lang="en-GB" sz="2400" b="0"/>
              </a:p>
            </p:txBody>
          </p:sp>
        </mc:Choice>
        <mc:Fallback xmlns="">
          <p:sp>
            <p:nvSpPr>
              <p:cNvPr id="89" name="TextBox 88">
                <a:extLst>
                  <a:ext uri="{FF2B5EF4-FFF2-40B4-BE49-F238E27FC236}">
                    <a16:creationId xmlns:a16="http://schemas.microsoft.com/office/drawing/2014/main" id="{0FDBAD96-A719-7FA5-3083-95F5D85F91D2}"/>
                  </a:ext>
                </a:extLst>
              </p:cNvPr>
              <p:cNvSpPr txBox="1">
                <a:spLocks noRot="1" noChangeAspect="1" noMove="1" noResize="1" noEditPoints="1" noAdjustHandles="1" noChangeArrowheads="1" noChangeShapeType="1" noTextEdit="1"/>
              </p:cNvSpPr>
              <p:nvPr/>
            </p:nvSpPr>
            <p:spPr>
              <a:xfrm>
                <a:off x="3097110" y="2827417"/>
                <a:ext cx="665503" cy="369332"/>
              </a:xfrm>
              <a:prstGeom prst="rect">
                <a:avLst/>
              </a:prstGeom>
              <a:blipFill>
                <a:blip r:embed="rId8"/>
                <a:stretch>
                  <a:fillRect t="-25000" r="-10092" b="-51667"/>
                </a:stretch>
              </a:blipFill>
            </p:spPr>
            <p:txBody>
              <a:bodyPr/>
              <a:lstStyle/>
              <a:p>
                <a:r>
                  <a:rPr lang="en-US">
                    <a:noFill/>
                  </a:rPr>
                  <a:t> </a:t>
                </a:r>
              </a:p>
            </p:txBody>
          </p:sp>
        </mc:Fallback>
      </mc:AlternateContent>
      <p:cxnSp>
        <p:nvCxnSpPr>
          <p:cNvPr id="94" name="Straight Arrow Connector 93">
            <a:extLst>
              <a:ext uri="{FF2B5EF4-FFF2-40B4-BE49-F238E27FC236}">
                <a16:creationId xmlns:a16="http://schemas.microsoft.com/office/drawing/2014/main" id="{D293ED30-840C-CC74-65D6-F0D09A980499}"/>
              </a:ext>
            </a:extLst>
          </p:cNvPr>
          <p:cNvCxnSpPr>
            <a:cxnSpLocks/>
          </p:cNvCxnSpPr>
          <p:nvPr/>
        </p:nvCxnSpPr>
        <p:spPr>
          <a:xfrm>
            <a:off x="8089900" y="4298965"/>
            <a:ext cx="0" cy="477227"/>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96" name="Straight Arrow Connector 95">
            <a:extLst>
              <a:ext uri="{FF2B5EF4-FFF2-40B4-BE49-F238E27FC236}">
                <a16:creationId xmlns:a16="http://schemas.microsoft.com/office/drawing/2014/main" id="{688ACC76-F634-37AC-D934-070878BD483E}"/>
              </a:ext>
            </a:extLst>
          </p:cNvPr>
          <p:cNvCxnSpPr>
            <a:cxnSpLocks/>
          </p:cNvCxnSpPr>
          <p:nvPr/>
        </p:nvCxnSpPr>
        <p:spPr>
          <a:xfrm rot="16200000" flipH="1" flipV="1">
            <a:off x="4007343" y="5426994"/>
            <a:ext cx="0" cy="477227"/>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DF10D2C-AA6F-E2CE-76CF-D3D8654FA045}"/>
                  </a:ext>
                </a:extLst>
              </p:cNvPr>
              <p:cNvSpPr txBox="1"/>
              <p:nvPr/>
            </p:nvSpPr>
            <p:spPr>
              <a:xfrm>
                <a:off x="433389" y="5468240"/>
                <a:ext cx="2900361" cy="369332"/>
              </a:xfrm>
              <a:prstGeom prst="rect">
                <a:avLst/>
              </a:prstGeom>
              <a:noFill/>
            </p:spPr>
            <p:txBody>
              <a:bodyPr wrap="square" lIns="0" tIns="0" rIns="0" bIns="0" rtlCol="0">
                <a:spAutoFit/>
              </a:bodyPr>
              <a:lstStyle/>
              <a:p>
                <a:pPr/>
                <a14:m>
                  <m:oMathPara xmlns:m="http://schemas.openxmlformats.org/officeDocument/2006/math">
                    <m:oMathParaPr>
                      <m:jc m:val="left"/>
                    </m:oMathParaPr>
                    <m:oMath>
                      <m:sSup>
                        <m:sSupPr>
                          <m:ctrlPr>
                            <a:rPr lang="en-BE" sz="2400" b="0" i="1" smtClean="0">
                              <a:solidFill>
                                <a:schemeClr val="accent2"/>
                              </a:solidFill>
                              <a:latin typeface="Cambria Math" panose="02040503050406030204" pitchFamily="18" charset="0"/>
                            </a:rPr>
                          </m:ctrlPr>
                        </m:sSupPr>
                        <m:e>
                          <m:r>
                            <a:rPr lang="en-BE" sz="2400" b="0" i="1" smtClean="0">
                              <a:solidFill>
                                <a:schemeClr val="accent2"/>
                              </a:solidFill>
                              <a:latin typeface="Cambria Math" panose="02040503050406030204" pitchFamily="18" charset="0"/>
                            </a:rPr>
                            <m:t>𝑎</m:t>
                          </m:r>
                        </m:e>
                        <m:sup>
                          <m:r>
                            <a:rPr lang="en-BE" sz="2400" b="0" i="1" smtClean="0">
                              <a:solidFill>
                                <a:schemeClr val="accent2"/>
                              </a:solidFill>
                              <a:latin typeface="Cambria Math" panose="02040503050406030204" pitchFamily="18" charset="0"/>
                            </a:rPr>
                            <m:t>1</m:t>
                          </m:r>
                        </m:sup>
                      </m:sSup>
                      <m:r>
                        <a:rPr lang="en-BE" sz="2400" b="0" i="1" smtClean="0">
                          <a:latin typeface="Cambria Math" panose="02040503050406030204" pitchFamily="18" charset="0"/>
                        </a:rPr>
                        <m:t>=</m:t>
                      </m:r>
                      <m:r>
                        <a:rPr lang="en-BE" sz="2400" b="0" i="1" smtClean="0">
                          <a:latin typeface="Cambria Math" panose="02040503050406030204" pitchFamily="18" charset="0"/>
                          <a:ea typeface="Cambria Math" panose="02040503050406030204" pitchFamily="18" charset="0"/>
                        </a:rPr>
                        <m:t>𝜎</m:t>
                      </m:r>
                      <m:r>
                        <a:rPr lang="en-BE" sz="2400" b="0" i="1" smtClean="0">
                          <a:latin typeface="Cambria Math" panose="02040503050406030204" pitchFamily="18" charset="0"/>
                          <a:ea typeface="Cambria Math" panose="02040503050406030204" pitchFamily="18" charset="0"/>
                        </a:rPr>
                        <m:t>(</m:t>
                      </m:r>
                      <m:sSup>
                        <m:sSupPr>
                          <m:ctrlPr>
                            <a:rPr lang="en-BE" sz="2400" b="0" i="1" smtClean="0">
                              <a:solidFill>
                                <a:schemeClr val="accent1"/>
                              </a:solidFill>
                              <a:latin typeface="Cambria Math" panose="02040503050406030204" pitchFamily="18" charset="0"/>
                              <a:ea typeface="Cambria Math" panose="02040503050406030204" pitchFamily="18" charset="0"/>
                            </a:rPr>
                          </m:ctrlPr>
                        </m:sSupPr>
                        <m:e>
                          <m:r>
                            <a:rPr lang="en-BE" sz="2400" b="0" i="1" smtClean="0">
                              <a:solidFill>
                                <a:schemeClr val="accent1"/>
                              </a:solidFill>
                              <a:latin typeface="Cambria Math" panose="02040503050406030204" pitchFamily="18" charset="0"/>
                              <a:ea typeface="Cambria Math" panose="02040503050406030204" pitchFamily="18" charset="0"/>
                            </a:rPr>
                            <m:t>𝑊</m:t>
                          </m:r>
                        </m:e>
                        <m:sup>
                          <m:r>
                            <a:rPr lang="en-BE" sz="2400" b="0" i="1" smtClean="0">
                              <a:solidFill>
                                <a:schemeClr val="accent1"/>
                              </a:solidFill>
                              <a:latin typeface="Cambria Math" panose="02040503050406030204" pitchFamily="18" charset="0"/>
                              <a:ea typeface="Cambria Math" panose="02040503050406030204" pitchFamily="18" charset="0"/>
                            </a:rPr>
                            <m:t>1</m:t>
                          </m:r>
                        </m:sup>
                      </m:sSup>
                      <m:r>
                        <a:rPr lang="en-BE" sz="2400" i="1" smtClean="0">
                          <a:latin typeface="Cambria Math" panose="02040503050406030204" pitchFamily="18" charset="0"/>
                          <a:ea typeface="Cambria Math" panose="02040503050406030204" pitchFamily="18" charset="0"/>
                        </a:rPr>
                        <m:t>∙</m:t>
                      </m:r>
                      <m:sSup>
                        <m:sSupPr>
                          <m:ctrlPr>
                            <a:rPr lang="en-BE" sz="2400" b="0" i="1" smtClean="0">
                              <a:latin typeface="Cambria Math" panose="02040503050406030204" pitchFamily="18" charset="0"/>
                              <a:ea typeface="Cambria Math" panose="02040503050406030204" pitchFamily="18" charset="0"/>
                            </a:rPr>
                          </m:ctrlPr>
                        </m:sSupPr>
                        <m:e>
                          <m:r>
                            <a:rPr lang="en-BE" sz="2400" b="0" i="1" smtClean="0">
                              <a:latin typeface="Cambria Math" panose="02040503050406030204" pitchFamily="18" charset="0"/>
                              <a:ea typeface="Cambria Math" panose="02040503050406030204" pitchFamily="18" charset="0"/>
                            </a:rPr>
                            <m:t>𝑎</m:t>
                          </m:r>
                        </m:e>
                        <m:sup>
                          <m:r>
                            <a:rPr lang="en-BE" sz="2400" b="0" i="1" smtClean="0">
                              <a:latin typeface="Cambria Math" panose="02040503050406030204" pitchFamily="18" charset="0"/>
                              <a:ea typeface="Cambria Math" panose="02040503050406030204" pitchFamily="18" charset="0"/>
                            </a:rPr>
                            <m:t>0</m:t>
                          </m:r>
                        </m:sup>
                      </m:sSup>
                      <m:r>
                        <a:rPr lang="en-BE" sz="2400" b="0" i="1" smtClean="0">
                          <a:latin typeface="Cambria Math" panose="02040503050406030204" pitchFamily="18" charset="0"/>
                          <a:ea typeface="Cambria Math" panose="02040503050406030204" pitchFamily="18" charset="0"/>
                        </a:rPr>
                        <m:t>+</m:t>
                      </m:r>
                      <m:sSup>
                        <m:sSupPr>
                          <m:ctrlPr>
                            <a:rPr lang="en-BE" sz="2400" b="0" i="1" smtClean="0">
                              <a:solidFill>
                                <a:schemeClr val="accent6"/>
                              </a:solidFill>
                              <a:latin typeface="Cambria Math" panose="02040503050406030204" pitchFamily="18" charset="0"/>
                              <a:ea typeface="Cambria Math" panose="02040503050406030204" pitchFamily="18" charset="0"/>
                            </a:rPr>
                          </m:ctrlPr>
                        </m:sSupPr>
                        <m:e>
                          <m:r>
                            <a:rPr lang="en-BE" sz="2400" b="0" i="1" smtClean="0">
                              <a:solidFill>
                                <a:schemeClr val="accent6"/>
                              </a:solidFill>
                              <a:latin typeface="Cambria Math" panose="02040503050406030204" pitchFamily="18" charset="0"/>
                              <a:ea typeface="Cambria Math" panose="02040503050406030204" pitchFamily="18" charset="0"/>
                            </a:rPr>
                            <m:t>𝑏</m:t>
                          </m:r>
                        </m:e>
                        <m:sup>
                          <m:r>
                            <a:rPr lang="en-BE" sz="2400" i="1">
                              <a:solidFill>
                                <a:schemeClr val="accent6"/>
                              </a:solidFill>
                              <a:latin typeface="Cambria Math" panose="02040503050406030204" pitchFamily="18" charset="0"/>
                              <a:ea typeface="Cambria Math" panose="02040503050406030204" pitchFamily="18" charset="0"/>
                            </a:rPr>
                            <m:t>1</m:t>
                          </m:r>
                        </m:sup>
                      </m:sSup>
                      <m:r>
                        <a:rPr lang="en-BE" sz="2400" b="0" i="1" smtClean="0">
                          <a:latin typeface="Cambria Math" panose="02040503050406030204" pitchFamily="18" charset="0"/>
                          <a:ea typeface="Cambria Math" panose="02040503050406030204" pitchFamily="18" charset="0"/>
                        </a:rPr>
                        <m:t>)</m:t>
                      </m:r>
                    </m:oMath>
                  </m:oMathPara>
                </a14:m>
                <a:endParaRPr lang="en-BE" sz="2400"/>
              </a:p>
            </p:txBody>
          </p:sp>
        </mc:Choice>
        <mc:Fallback xmlns="">
          <p:sp>
            <p:nvSpPr>
              <p:cNvPr id="97" name="TextBox 96">
                <a:extLst>
                  <a:ext uri="{FF2B5EF4-FFF2-40B4-BE49-F238E27FC236}">
                    <a16:creationId xmlns:a16="http://schemas.microsoft.com/office/drawing/2014/main" id="{1DF10D2C-AA6F-E2CE-76CF-D3D8654FA045}"/>
                  </a:ext>
                </a:extLst>
              </p:cNvPr>
              <p:cNvSpPr txBox="1">
                <a:spLocks noRot="1" noChangeAspect="1" noMove="1" noResize="1" noEditPoints="1" noAdjustHandles="1" noChangeArrowheads="1" noChangeShapeType="1" noTextEdit="1"/>
              </p:cNvSpPr>
              <p:nvPr/>
            </p:nvSpPr>
            <p:spPr>
              <a:xfrm>
                <a:off x="433389" y="5468240"/>
                <a:ext cx="2900361" cy="369332"/>
              </a:xfrm>
              <a:prstGeom prst="rect">
                <a:avLst/>
              </a:prstGeom>
              <a:blipFill>
                <a:blip r:embed="rId9"/>
                <a:stretch>
                  <a:fillRect l="-2521" t="-24590" r="-5882"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AD079A61-1CB5-DB17-BF4B-0766DB615BD2}"/>
                  </a:ext>
                </a:extLst>
              </p:cNvPr>
              <p:cNvSpPr txBox="1"/>
              <p:nvPr/>
            </p:nvSpPr>
            <p:spPr>
              <a:xfrm>
                <a:off x="3159516" y="1967458"/>
                <a:ext cx="526264" cy="372859"/>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solidFill>
                                <a:schemeClr val="accent2"/>
                              </a:solidFill>
                              <a:latin typeface="Cambria Math" panose="02040503050406030204" pitchFamily="18" charset="0"/>
                            </a:rPr>
                          </m:ctrlPr>
                        </m:sSubSupPr>
                        <m:e>
                          <m:r>
                            <a:rPr lang="en-GB" sz="2400" b="0" i="1" smtClean="0">
                              <a:solidFill>
                                <a:schemeClr val="accent2"/>
                              </a:solidFill>
                              <a:latin typeface="Cambria Math" panose="02040503050406030204" pitchFamily="18" charset="0"/>
                            </a:rPr>
                            <m:t>𝑎</m:t>
                          </m:r>
                        </m:e>
                        <m:sub>
                          <m:r>
                            <a:rPr lang="en-GB" sz="2400" b="0" i="1" smtClean="0">
                              <a:solidFill>
                                <a:schemeClr val="accent2"/>
                              </a:solidFill>
                              <a:latin typeface="Cambria Math" panose="02040503050406030204" pitchFamily="18" charset="0"/>
                            </a:rPr>
                            <m:t>1</m:t>
                          </m:r>
                        </m:sub>
                        <m:sup>
                          <m:r>
                            <a:rPr lang="en-GB" sz="2400" b="0" i="1" smtClean="0">
                              <a:solidFill>
                                <a:schemeClr val="accent2"/>
                              </a:solidFill>
                              <a:latin typeface="Cambria Math" panose="02040503050406030204" pitchFamily="18" charset="0"/>
                            </a:rPr>
                            <m:t>1</m:t>
                          </m:r>
                        </m:sup>
                      </m:sSubSup>
                    </m:oMath>
                  </m:oMathPara>
                </a14:m>
                <a:endParaRPr lang="en-GB" sz="2400" b="0">
                  <a:solidFill>
                    <a:schemeClr val="accent2"/>
                  </a:solidFill>
                </a:endParaRPr>
              </a:p>
            </p:txBody>
          </p:sp>
        </mc:Choice>
        <mc:Fallback xmlns="">
          <p:sp>
            <p:nvSpPr>
              <p:cNvPr id="2" name="TextBox 1">
                <a:extLst>
                  <a:ext uri="{FF2B5EF4-FFF2-40B4-BE49-F238E27FC236}">
                    <a16:creationId xmlns:a16="http://schemas.microsoft.com/office/drawing/2014/main" id="{AD079A61-1CB5-DB17-BF4B-0766DB615BD2}"/>
                  </a:ext>
                </a:extLst>
              </p:cNvPr>
              <p:cNvSpPr txBox="1">
                <a:spLocks noRot="1" noChangeAspect="1" noMove="1" noResize="1" noEditPoints="1" noAdjustHandles="1" noChangeArrowheads="1" noChangeShapeType="1" noTextEdit="1"/>
              </p:cNvSpPr>
              <p:nvPr/>
            </p:nvSpPr>
            <p:spPr>
              <a:xfrm>
                <a:off x="3159516" y="1967458"/>
                <a:ext cx="526264" cy="372859"/>
              </a:xfrm>
              <a:prstGeom prst="rect">
                <a:avLst/>
              </a:prstGeom>
              <a:blipFill>
                <a:blip r:embed="rId10"/>
                <a:stretch>
                  <a:fillRect t="-24590" r="-29885"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5E7CE9E-6B25-7030-EF97-E17513104271}"/>
                  </a:ext>
                </a:extLst>
              </p:cNvPr>
              <p:cNvSpPr txBox="1"/>
              <p:nvPr/>
            </p:nvSpPr>
            <p:spPr>
              <a:xfrm>
                <a:off x="3140866" y="3662973"/>
                <a:ext cx="526264" cy="375424"/>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solidFill>
                                <a:schemeClr val="accent2"/>
                              </a:solidFill>
                              <a:latin typeface="Cambria Math" panose="02040503050406030204" pitchFamily="18" charset="0"/>
                            </a:rPr>
                          </m:ctrlPr>
                        </m:sSubSupPr>
                        <m:e>
                          <m:r>
                            <a:rPr lang="en-GB" sz="2400" b="0" i="1" smtClean="0">
                              <a:solidFill>
                                <a:schemeClr val="accent2"/>
                              </a:solidFill>
                              <a:latin typeface="Cambria Math" panose="02040503050406030204" pitchFamily="18" charset="0"/>
                            </a:rPr>
                            <m:t>𝑎</m:t>
                          </m:r>
                        </m:e>
                        <m:sub>
                          <m:r>
                            <a:rPr lang="en-BE" sz="2400" b="0" i="1" smtClean="0">
                              <a:solidFill>
                                <a:schemeClr val="accent2"/>
                              </a:solidFill>
                              <a:latin typeface="Cambria Math" panose="02040503050406030204" pitchFamily="18" charset="0"/>
                            </a:rPr>
                            <m:t>𝑛</m:t>
                          </m:r>
                        </m:sub>
                        <m:sup>
                          <m:r>
                            <a:rPr lang="en-GB" sz="2400" b="0" i="1" smtClean="0">
                              <a:solidFill>
                                <a:schemeClr val="accent2"/>
                              </a:solidFill>
                              <a:latin typeface="Cambria Math" panose="02040503050406030204" pitchFamily="18" charset="0"/>
                            </a:rPr>
                            <m:t>1</m:t>
                          </m:r>
                        </m:sup>
                      </m:sSubSup>
                    </m:oMath>
                  </m:oMathPara>
                </a14:m>
                <a:endParaRPr lang="en-GB" sz="2400" b="0">
                  <a:solidFill>
                    <a:schemeClr val="accent2"/>
                  </a:solidFill>
                </a:endParaRPr>
              </a:p>
            </p:txBody>
          </p:sp>
        </mc:Choice>
        <mc:Fallback xmlns="">
          <p:sp>
            <p:nvSpPr>
              <p:cNvPr id="3" name="TextBox 2">
                <a:extLst>
                  <a:ext uri="{FF2B5EF4-FFF2-40B4-BE49-F238E27FC236}">
                    <a16:creationId xmlns:a16="http://schemas.microsoft.com/office/drawing/2014/main" id="{D5E7CE9E-6B25-7030-EF97-E17513104271}"/>
                  </a:ext>
                </a:extLst>
              </p:cNvPr>
              <p:cNvSpPr txBox="1">
                <a:spLocks noRot="1" noChangeAspect="1" noMove="1" noResize="1" noEditPoints="1" noAdjustHandles="1" noChangeArrowheads="1" noChangeShapeType="1" noTextEdit="1"/>
              </p:cNvSpPr>
              <p:nvPr/>
            </p:nvSpPr>
            <p:spPr>
              <a:xfrm>
                <a:off x="3140866" y="3662973"/>
                <a:ext cx="526264" cy="375424"/>
              </a:xfrm>
              <a:prstGeom prst="rect">
                <a:avLst/>
              </a:prstGeom>
              <a:blipFill>
                <a:blip r:embed="rId11"/>
                <a:stretch>
                  <a:fillRect t="-26230" r="-31034" b="-475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DF77958-5EED-8E4B-85F2-3A67949408B6}"/>
                  </a:ext>
                </a:extLst>
              </p:cNvPr>
              <p:cNvSpPr txBox="1"/>
              <p:nvPr/>
            </p:nvSpPr>
            <p:spPr>
              <a:xfrm>
                <a:off x="3164290" y="1114334"/>
                <a:ext cx="526264" cy="372859"/>
              </a:xfrm>
              <a:prstGeom prst="rect">
                <a:avLst/>
              </a:prstGeom>
              <a:noFill/>
            </p:spPr>
            <p:txBody>
              <a:bodyPr wrap="square" lIns="0" tIns="0" rIns="0" bIns="0" rtlCol="0">
                <a:spAutoFit/>
              </a:bodyPr>
              <a:lstStyle/>
              <a:p>
                <a:pPr/>
                <a14:m>
                  <m:oMathPara xmlns:m="http://schemas.openxmlformats.org/officeDocument/2006/math">
                    <m:oMath>
                      <m:sSubSup>
                        <m:sSubSupPr>
                          <m:ctrlPr>
                            <a:rPr lang="en-GB" sz="2400" b="0" i="1" smtClean="0">
                              <a:solidFill>
                                <a:schemeClr val="accent2"/>
                              </a:solidFill>
                              <a:latin typeface="Cambria Math" panose="02040503050406030204" pitchFamily="18" charset="0"/>
                            </a:rPr>
                          </m:ctrlPr>
                        </m:sSubSupPr>
                        <m:e>
                          <m:r>
                            <a:rPr lang="en-GB" sz="2400" b="0" i="1" smtClean="0">
                              <a:solidFill>
                                <a:schemeClr val="accent2"/>
                              </a:solidFill>
                              <a:latin typeface="Cambria Math" panose="02040503050406030204" pitchFamily="18" charset="0"/>
                            </a:rPr>
                            <m:t>𝑎</m:t>
                          </m:r>
                        </m:e>
                        <m:sub>
                          <m:r>
                            <a:rPr lang="en-BE" sz="2400" b="0" i="1" smtClean="0">
                              <a:solidFill>
                                <a:schemeClr val="accent2"/>
                              </a:solidFill>
                              <a:latin typeface="Cambria Math" panose="02040503050406030204" pitchFamily="18" charset="0"/>
                            </a:rPr>
                            <m:t>0</m:t>
                          </m:r>
                        </m:sub>
                        <m:sup>
                          <m:r>
                            <a:rPr lang="en-GB" sz="2400" b="0" i="1" smtClean="0">
                              <a:solidFill>
                                <a:schemeClr val="accent2"/>
                              </a:solidFill>
                              <a:latin typeface="Cambria Math" panose="02040503050406030204" pitchFamily="18" charset="0"/>
                            </a:rPr>
                            <m:t>1</m:t>
                          </m:r>
                        </m:sup>
                      </m:sSubSup>
                    </m:oMath>
                  </m:oMathPara>
                </a14:m>
                <a:endParaRPr lang="en-GB" sz="2400" b="0">
                  <a:solidFill>
                    <a:schemeClr val="accent2"/>
                  </a:solidFill>
                </a:endParaRPr>
              </a:p>
            </p:txBody>
          </p:sp>
        </mc:Choice>
        <mc:Fallback xmlns="">
          <p:sp>
            <p:nvSpPr>
              <p:cNvPr id="6" name="TextBox 5">
                <a:extLst>
                  <a:ext uri="{FF2B5EF4-FFF2-40B4-BE49-F238E27FC236}">
                    <a16:creationId xmlns:a16="http://schemas.microsoft.com/office/drawing/2014/main" id="{ADF77958-5EED-8E4B-85F2-3A67949408B6}"/>
                  </a:ext>
                </a:extLst>
              </p:cNvPr>
              <p:cNvSpPr txBox="1">
                <a:spLocks noRot="1" noChangeAspect="1" noMove="1" noResize="1" noEditPoints="1" noAdjustHandles="1" noChangeArrowheads="1" noChangeShapeType="1" noTextEdit="1"/>
              </p:cNvSpPr>
              <p:nvPr/>
            </p:nvSpPr>
            <p:spPr>
              <a:xfrm>
                <a:off x="3164290" y="1114334"/>
                <a:ext cx="526264" cy="372859"/>
              </a:xfrm>
              <a:prstGeom prst="rect">
                <a:avLst/>
              </a:prstGeom>
              <a:blipFill>
                <a:blip r:embed="rId12"/>
                <a:stretch>
                  <a:fillRect t="-24590" r="-31395"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1C15D1A-1B80-20D2-1763-6828D400FB73}"/>
                  </a:ext>
                </a:extLst>
              </p:cNvPr>
              <p:cNvSpPr txBox="1"/>
              <p:nvPr/>
            </p:nvSpPr>
            <p:spPr>
              <a:xfrm>
                <a:off x="4491418" y="1105251"/>
                <a:ext cx="7255064" cy="399918"/>
              </a:xfrm>
              <a:prstGeom prst="rect">
                <a:avLst/>
              </a:prstGeom>
              <a:noFill/>
            </p:spPr>
            <p:txBody>
              <a:bodyPr wrap="square" lIns="0" tIns="0" rIns="0" bIns="0" rtlCol="0">
                <a:spAutoFit/>
              </a:bodyPr>
              <a:lstStyle/>
              <a:p>
                <a:pPr algn="ctr"/>
                <a14:m>
                  <m:oMath xmlns:m="http://schemas.openxmlformats.org/officeDocument/2006/math">
                    <m:sSubSup>
                      <m:sSubSupPr>
                        <m:ctrlPr>
                          <a:rPr lang="en-BE" sz="2400" i="1">
                            <a:solidFill>
                              <a:schemeClr val="accent2"/>
                            </a:solidFill>
                            <a:latin typeface="Cambria Math" panose="02040503050406030204" pitchFamily="18" charset="0"/>
                          </a:rPr>
                        </m:ctrlPr>
                      </m:sSubSupPr>
                      <m:e>
                        <m:r>
                          <a:rPr lang="en-BE" sz="2400" i="1">
                            <a:solidFill>
                              <a:schemeClr val="accent2"/>
                            </a:solidFill>
                            <a:latin typeface="Cambria Math" panose="02040503050406030204" pitchFamily="18" charset="0"/>
                          </a:rPr>
                          <m:t>𝑎</m:t>
                        </m:r>
                      </m:e>
                      <m:sub>
                        <m:r>
                          <a:rPr lang="en-BE" sz="2400" i="1">
                            <a:solidFill>
                              <a:schemeClr val="accent2"/>
                            </a:solidFill>
                            <a:latin typeface="Cambria Math" panose="02040503050406030204" pitchFamily="18" charset="0"/>
                          </a:rPr>
                          <m:t>0</m:t>
                        </m:r>
                      </m:sub>
                      <m:sup>
                        <m:r>
                          <a:rPr lang="en-BE" sz="2400" b="0" i="1" smtClean="0">
                            <a:solidFill>
                              <a:schemeClr val="accent2"/>
                            </a:solidFill>
                            <a:latin typeface="Cambria Math" panose="02040503050406030204" pitchFamily="18" charset="0"/>
                          </a:rPr>
                          <m:t>1</m:t>
                        </m:r>
                      </m:sup>
                    </m:sSubSup>
                    <m:r>
                      <a:rPr lang="en-BE" sz="2400" b="0" i="1" smtClean="0">
                        <a:latin typeface="Cambria Math" panose="02040503050406030204" pitchFamily="18" charset="0"/>
                      </a:rPr>
                      <m:t>=</m:t>
                    </m:r>
                    <m:r>
                      <a:rPr lang="en-BE" sz="2400" b="0" i="1" smtClean="0">
                        <a:latin typeface="Cambria Math" panose="02040503050406030204" pitchFamily="18" charset="0"/>
                        <a:ea typeface="Cambria Math" panose="02040503050406030204" pitchFamily="18" charset="0"/>
                      </a:rPr>
                      <m:t>𝜎</m:t>
                    </m:r>
                    <m:r>
                      <a:rPr lang="en-BE" sz="2400" b="0" i="1" smtClean="0">
                        <a:latin typeface="Cambria Math" panose="02040503050406030204" pitchFamily="18" charset="0"/>
                        <a:ea typeface="Cambria Math" panose="02040503050406030204" pitchFamily="18" charset="0"/>
                      </a:rPr>
                      <m:t>(</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i="1">
                            <a:solidFill>
                              <a:schemeClr val="accent1"/>
                            </a:solidFill>
                            <a:latin typeface="Cambria Math" panose="02040503050406030204" pitchFamily="18" charset="0"/>
                          </a:rPr>
                          <m:t>0,0</m:t>
                        </m:r>
                      </m:sub>
                    </m:sSub>
                    <m:r>
                      <a:rPr lang="en-BE" sz="2400" i="1" smtClean="0">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i="1">
                            <a:latin typeface="Cambria Math" panose="02040503050406030204" pitchFamily="18" charset="0"/>
                          </a:rPr>
                          <m:t>0</m:t>
                        </m:r>
                      </m:sub>
                      <m:sup>
                        <m:r>
                          <a:rPr lang="en-BE" sz="2400" i="1" smtClean="0">
                            <a:latin typeface="Cambria Math" panose="02040503050406030204" pitchFamily="18" charset="0"/>
                          </a:rPr>
                          <m:t>0</m:t>
                        </m:r>
                      </m:sup>
                    </m:sSubSup>
                    <m:r>
                      <a:rPr lang="en-BE" sz="2400" b="0" i="1" smtClean="0">
                        <a:latin typeface="Cambria Math" panose="02040503050406030204" pitchFamily="18" charset="0"/>
                      </a:rPr>
                      <m:t>+</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i="1">
                            <a:solidFill>
                              <a:schemeClr val="accent1"/>
                            </a:solidFill>
                            <a:latin typeface="Cambria Math" panose="02040503050406030204" pitchFamily="18" charset="0"/>
                          </a:rPr>
                          <m:t>0,1</m:t>
                        </m:r>
                      </m:sub>
                    </m:sSub>
                    <m:r>
                      <a:rPr lang="en-BE" sz="2400" i="1">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i="1">
                            <a:latin typeface="Cambria Math" panose="02040503050406030204" pitchFamily="18" charset="0"/>
                          </a:rPr>
                          <m:t>1</m:t>
                        </m:r>
                      </m:sub>
                      <m:sup>
                        <m:r>
                          <a:rPr lang="en-BE" sz="2400" i="1" smtClean="0">
                            <a:latin typeface="Cambria Math" panose="02040503050406030204" pitchFamily="18" charset="0"/>
                          </a:rPr>
                          <m:t>0</m:t>
                        </m:r>
                      </m:sup>
                    </m:sSubSup>
                    <m:r>
                      <a:rPr lang="en-BE" sz="2400" b="0" i="1" smtClean="0">
                        <a:latin typeface="Cambria Math" panose="02040503050406030204" pitchFamily="18" charset="0"/>
                      </a:rPr>
                      <m:t>+ …+</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i="1">
                            <a:solidFill>
                              <a:schemeClr val="accent1"/>
                            </a:solidFill>
                            <a:latin typeface="Cambria Math" panose="02040503050406030204" pitchFamily="18" charset="0"/>
                          </a:rPr>
                          <m:t>0,</m:t>
                        </m:r>
                        <m:r>
                          <a:rPr lang="en-BE" sz="2400" b="0" i="1" smtClean="0">
                            <a:solidFill>
                              <a:schemeClr val="accent1"/>
                            </a:solidFill>
                            <a:latin typeface="Cambria Math" panose="02040503050406030204" pitchFamily="18" charset="0"/>
                          </a:rPr>
                          <m:t>𝑛</m:t>
                        </m:r>
                      </m:sub>
                    </m:sSub>
                    <m:r>
                      <a:rPr lang="en-BE" sz="2400" i="1">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b="0" i="1" smtClean="0">
                            <a:latin typeface="Cambria Math" panose="02040503050406030204" pitchFamily="18" charset="0"/>
                          </a:rPr>
                          <m:t>𝑛</m:t>
                        </m:r>
                      </m:sub>
                      <m:sup>
                        <m:r>
                          <a:rPr lang="en-BE" sz="2400" i="1" smtClean="0">
                            <a:latin typeface="Cambria Math" panose="02040503050406030204" pitchFamily="18" charset="0"/>
                          </a:rPr>
                          <m:t>0</m:t>
                        </m:r>
                      </m:sup>
                    </m:sSubSup>
                    <m:r>
                      <a:rPr lang="en-BE" sz="2400" b="0" i="1" smtClean="0">
                        <a:latin typeface="Cambria Math" panose="02040503050406030204" pitchFamily="18" charset="0"/>
                      </a:rPr>
                      <m:t>+</m:t>
                    </m:r>
                    <m:sSub>
                      <m:sSubPr>
                        <m:ctrlPr>
                          <a:rPr lang="en-BE" sz="2400" i="1">
                            <a:solidFill>
                              <a:schemeClr val="accent6"/>
                            </a:solidFill>
                            <a:latin typeface="Cambria Math" panose="02040503050406030204" pitchFamily="18" charset="0"/>
                          </a:rPr>
                        </m:ctrlPr>
                      </m:sSubPr>
                      <m:e>
                        <m:r>
                          <a:rPr lang="en-BE" sz="2400" i="1">
                            <a:solidFill>
                              <a:schemeClr val="accent6"/>
                            </a:solidFill>
                            <a:latin typeface="Cambria Math" panose="02040503050406030204" pitchFamily="18" charset="0"/>
                          </a:rPr>
                          <m:t>𝑏</m:t>
                        </m:r>
                      </m:e>
                      <m:sub>
                        <m:r>
                          <a:rPr lang="en-BE" sz="2400" i="1">
                            <a:solidFill>
                              <a:schemeClr val="accent6"/>
                            </a:solidFill>
                            <a:latin typeface="Cambria Math" panose="02040503050406030204" pitchFamily="18" charset="0"/>
                          </a:rPr>
                          <m:t>0</m:t>
                        </m:r>
                      </m:sub>
                    </m:sSub>
                    <m:r>
                      <a:rPr lang="en-BE" sz="2400" b="0" i="1" smtClean="0">
                        <a:latin typeface="Cambria Math" panose="02040503050406030204" pitchFamily="18" charset="0"/>
                        <a:ea typeface="Cambria Math" panose="02040503050406030204" pitchFamily="18" charset="0"/>
                      </a:rPr>
                      <m:t>)</m:t>
                    </m:r>
                  </m:oMath>
                </a14:m>
                <a:r>
                  <a:rPr lang="en-BE" sz="2400"/>
                  <a:t> </a:t>
                </a:r>
              </a:p>
            </p:txBody>
          </p:sp>
        </mc:Choice>
        <mc:Fallback xmlns="">
          <p:sp>
            <p:nvSpPr>
              <p:cNvPr id="7" name="TextBox 6">
                <a:extLst>
                  <a:ext uri="{FF2B5EF4-FFF2-40B4-BE49-F238E27FC236}">
                    <a16:creationId xmlns:a16="http://schemas.microsoft.com/office/drawing/2014/main" id="{E1C15D1A-1B80-20D2-1763-6828D400FB73}"/>
                  </a:ext>
                </a:extLst>
              </p:cNvPr>
              <p:cNvSpPr txBox="1">
                <a:spLocks noRot="1" noChangeAspect="1" noMove="1" noResize="1" noEditPoints="1" noAdjustHandles="1" noChangeArrowheads="1" noChangeShapeType="1" noTextEdit="1"/>
              </p:cNvSpPr>
              <p:nvPr/>
            </p:nvSpPr>
            <p:spPr>
              <a:xfrm>
                <a:off x="4491418" y="1105251"/>
                <a:ext cx="7255064" cy="399918"/>
              </a:xfrm>
              <a:prstGeom prst="rect">
                <a:avLst/>
              </a:prstGeom>
              <a:blipFill>
                <a:blip r:embed="rId13"/>
                <a:stretch>
                  <a:fillRect t="-18182" b="-42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2FE59C7-4489-FCFC-BDDD-A54C5CA669C2}"/>
                  </a:ext>
                </a:extLst>
              </p:cNvPr>
              <p:cNvSpPr txBox="1"/>
              <p:nvPr/>
            </p:nvSpPr>
            <p:spPr>
              <a:xfrm>
                <a:off x="4491418" y="1958375"/>
                <a:ext cx="7255064" cy="399918"/>
              </a:xfrm>
              <a:prstGeom prst="rect">
                <a:avLst/>
              </a:prstGeom>
              <a:noFill/>
            </p:spPr>
            <p:txBody>
              <a:bodyPr wrap="square" lIns="0" tIns="0" rIns="0" bIns="0" rtlCol="0">
                <a:spAutoFit/>
              </a:bodyPr>
              <a:lstStyle/>
              <a:p>
                <a:pPr algn="ctr"/>
                <a14:m>
                  <m:oMath xmlns:m="http://schemas.openxmlformats.org/officeDocument/2006/math">
                    <m:sSubSup>
                      <m:sSubSupPr>
                        <m:ctrlPr>
                          <a:rPr lang="en-BE" sz="2400" i="1">
                            <a:solidFill>
                              <a:schemeClr val="accent2"/>
                            </a:solidFill>
                            <a:latin typeface="Cambria Math" panose="02040503050406030204" pitchFamily="18" charset="0"/>
                          </a:rPr>
                        </m:ctrlPr>
                      </m:sSubSupPr>
                      <m:e>
                        <m:r>
                          <a:rPr lang="en-BE" sz="2400" i="1">
                            <a:solidFill>
                              <a:schemeClr val="accent2"/>
                            </a:solidFill>
                            <a:latin typeface="Cambria Math" panose="02040503050406030204" pitchFamily="18" charset="0"/>
                          </a:rPr>
                          <m:t>𝑎</m:t>
                        </m:r>
                      </m:e>
                      <m:sub>
                        <m:r>
                          <a:rPr lang="en-BE" sz="2400" b="0" i="1" smtClean="0">
                            <a:solidFill>
                              <a:schemeClr val="accent2"/>
                            </a:solidFill>
                            <a:latin typeface="Cambria Math" panose="02040503050406030204" pitchFamily="18" charset="0"/>
                          </a:rPr>
                          <m:t>1</m:t>
                        </m:r>
                      </m:sub>
                      <m:sup>
                        <m:r>
                          <a:rPr lang="en-BE" sz="2400" b="0" i="1" smtClean="0">
                            <a:solidFill>
                              <a:schemeClr val="accent2"/>
                            </a:solidFill>
                            <a:latin typeface="Cambria Math" panose="02040503050406030204" pitchFamily="18" charset="0"/>
                          </a:rPr>
                          <m:t>1</m:t>
                        </m:r>
                      </m:sup>
                    </m:sSubSup>
                    <m:r>
                      <a:rPr lang="en-BE" sz="2400" b="0" i="1" smtClean="0">
                        <a:latin typeface="Cambria Math" panose="02040503050406030204" pitchFamily="18" charset="0"/>
                      </a:rPr>
                      <m:t>=</m:t>
                    </m:r>
                    <m:r>
                      <a:rPr lang="en-BE" sz="2400" b="0" i="1" smtClean="0">
                        <a:latin typeface="Cambria Math" panose="02040503050406030204" pitchFamily="18" charset="0"/>
                        <a:ea typeface="Cambria Math" panose="02040503050406030204" pitchFamily="18" charset="0"/>
                      </a:rPr>
                      <m:t>𝜎</m:t>
                    </m:r>
                    <m:r>
                      <a:rPr lang="en-BE" sz="2400" b="0" i="1" smtClean="0">
                        <a:latin typeface="Cambria Math" panose="02040503050406030204" pitchFamily="18" charset="0"/>
                        <a:ea typeface="Cambria Math" panose="02040503050406030204" pitchFamily="18" charset="0"/>
                      </a:rPr>
                      <m:t>(</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b="0" i="1" smtClean="0">
                            <a:solidFill>
                              <a:schemeClr val="accent1"/>
                            </a:solidFill>
                            <a:latin typeface="Cambria Math" panose="02040503050406030204" pitchFamily="18" charset="0"/>
                          </a:rPr>
                          <m:t>1</m:t>
                        </m:r>
                        <m:r>
                          <a:rPr lang="en-BE" sz="2400" i="1">
                            <a:solidFill>
                              <a:schemeClr val="accent1"/>
                            </a:solidFill>
                            <a:latin typeface="Cambria Math" panose="02040503050406030204" pitchFamily="18" charset="0"/>
                          </a:rPr>
                          <m:t>,0</m:t>
                        </m:r>
                      </m:sub>
                    </m:sSub>
                    <m:r>
                      <a:rPr lang="en-BE" sz="2400" i="1" smtClean="0">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i="1">
                            <a:latin typeface="Cambria Math" panose="02040503050406030204" pitchFamily="18" charset="0"/>
                          </a:rPr>
                          <m:t>0</m:t>
                        </m:r>
                      </m:sub>
                      <m:sup>
                        <m:r>
                          <a:rPr lang="en-BE" sz="2400" i="1" smtClean="0">
                            <a:latin typeface="Cambria Math" panose="02040503050406030204" pitchFamily="18" charset="0"/>
                          </a:rPr>
                          <m:t>0</m:t>
                        </m:r>
                      </m:sup>
                    </m:sSubSup>
                    <m:r>
                      <a:rPr lang="en-BE" sz="2400" b="0" i="1" smtClean="0">
                        <a:latin typeface="Cambria Math" panose="02040503050406030204" pitchFamily="18" charset="0"/>
                      </a:rPr>
                      <m:t>+</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b="0" i="1" smtClean="0">
                            <a:solidFill>
                              <a:schemeClr val="accent1"/>
                            </a:solidFill>
                            <a:latin typeface="Cambria Math" panose="02040503050406030204" pitchFamily="18" charset="0"/>
                          </a:rPr>
                          <m:t>1</m:t>
                        </m:r>
                        <m:r>
                          <a:rPr lang="en-BE" sz="2400" i="1">
                            <a:solidFill>
                              <a:schemeClr val="accent1"/>
                            </a:solidFill>
                            <a:latin typeface="Cambria Math" panose="02040503050406030204" pitchFamily="18" charset="0"/>
                          </a:rPr>
                          <m:t>,1</m:t>
                        </m:r>
                      </m:sub>
                    </m:sSub>
                    <m:r>
                      <a:rPr lang="en-BE" sz="2400" i="1">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i="1">
                            <a:latin typeface="Cambria Math" panose="02040503050406030204" pitchFamily="18" charset="0"/>
                          </a:rPr>
                          <m:t>1</m:t>
                        </m:r>
                      </m:sub>
                      <m:sup>
                        <m:r>
                          <a:rPr lang="en-BE" sz="2400" i="1" smtClean="0">
                            <a:latin typeface="Cambria Math" panose="02040503050406030204" pitchFamily="18" charset="0"/>
                          </a:rPr>
                          <m:t>0</m:t>
                        </m:r>
                      </m:sup>
                    </m:sSubSup>
                    <m:r>
                      <a:rPr lang="en-BE" sz="2400" b="0" i="1" smtClean="0">
                        <a:latin typeface="Cambria Math" panose="02040503050406030204" pitchFamily="18" charset="0"/>
                      </a:rPr>
                      <m:t>+ …+</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b="0" i="1" smtClean="0">
                            <a:solidFill>
                              <a:schemeClr val="accent1"/>
                            </a:solidFill>
                            <a:latin typeface="Cambria Math" panose="02040503050406030204" pitchFamily="18" charset="0"/>
                          </a:rPr>
                          <m:t>1</m:t>
                        </m:r>
                        <m:r>
                          <a:rPr lang="en-BE" sz="2400" i="1">
                            <a:solidFill>
                              <a:schemeClr val="accent1"/>
                            </a:solidFill>
                            <a:latin typeface="Cambria Math" panose="02040503050406030204" pitchFamily="18" charset="0"/>
                          </a:rPr>
                          <m:t>,</m:t>
                        </m:r>
                        <m:r>
                          <a:rPr lang="en-BE" sz="2400" b="0" i="1" smtClean="0">
                            <a:solidFill>
                              <a:schemeClr val="accent1"/>
                            </a:solidFill>
                            <a:latin typeface="Cambria Math" panose="02040503050406030204" pitchFamily="18" charset="0"/>
                          </a:rPr>
                          <m:t>𝑛</m:t>
                        </m:r>
                      </m:sub>
                    </m:sSub>
                    <m:r>
                      <a:rPr lang="en-BE" sz="2400" i="1">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b="0" i="1" smtClean="0">
                            <a:latin typeface="Cambria Math" panose="02040503050406030204" pitchFamily="18" charset="0"/>
                          </a:rPr>
                          <m:t>𝑛</m:t>
                        </m:r>
                      </m:sub>
                      <m:sup>
                        <m:r>
                          <a:rPr lang="en-BE" sz="2400" i="1" smtClean="0">
                            <a:latin typeface="Cambria Math" panose="02040503050406030204" pitchFamily="18" charset="0"/>
                          </a:rPr>
                          <m:t>0</m:t>
                        </m:r>
                      </m:sup>
                    </m:sSubSup>
                    <m:r>
                      <a:rPr lang="en-BE" sz="2400" b="0" i="1" smtClean="0">
                        <a:latin typeface="Cambria Math" panose="02040503050406030204" pitchFamily="18" charset="0"/>
                      </a:rPr>
                      <m:t>+</m:t>
                    </m:r>
                    <m:sSub>
                      <m:sSubPr>
                        <m:ctrlPr>
                          <a:rPr lang="en-BE" sz="2400" i="1">
                            <a:solidFill>
                              <a:schemeClr val="accent6"/>
                            </a:solidFill>
                            <a:latin typeface="Cambria Math" panose="02040503050406030204" pitchFamily="18" charset="0"/>
                          </a:rPr>
                        </m:ctrlPr>
                      </m:sSubPr>
                      <m:e>
                        <m:r>
                          <a:rPr lang="en-BE" sz="2400" i="1">
                            <a:solidFill>
                              <a:schemeClr val="accent6"/>
                            </a:solidFill>
                            <a:latin typeface="Cambria Math" panose="02040503050406030204" pitchFamily="18" charset="0"/>
                          </a:rPr>
                          <m:t>𝑏</m:t>
                        </m:r>
                      </m:e>
                      <m:sub>
                        <m:r>
                          <a:rPr lang="en-BE" sz="2400" b="0" i="1" smtClean="0">
                            <a:solidFill>
                              <a:schemeClr val="accent6"/>
                            </a:solidFill>
                            <a:latin typeface="Cambria Math" panose="02040503050406030204" pitchFamily="18" charset="0"/>
                          </a:rPr>
                          <m:t>1</m:t>
                        </m:r>
                      </m:sub>
                    </m:sSub>
                    <m:r>
                      <a:rPr lang="en-BE" sz="2400" b="0" i="1" smtClean="0">
                        <a:latin typeface="Cambria Math" panose="02040503050406030204" pitchFamily="18" charset="0"/>
                        <a:ea typeface="Cambria Math" panose="02040503050406030204" pitchFamily="18" charset="0"/>
                      </a:rPr>
                      <m:t>)</m:t>
                    </m:r>
                  </m:oMath>
                </a14:m>
                <a:r>
                  <a:rPr lang="en-BE" sz="2400"/>
                  <a:t> </a:t>
                </a:r>
              </a:p>
            </p:txBody>
          </p:sp>
        </mc:Choice>
        <mc:Fallback xmlns="">
          <p:sp>
            <p:nvSpPr>
              <p:cNvPr id="8" name="TextBox 7">
                <a:extLst>
                  <a:ext uri="{FF2B5EF4-FFF2-40B4-BE49-F238E27FC236}">
                    <a16:creationId xmlns:a16="http://schemas.microsoft.com/office/drawing/2014/main" id="{12FE59C7-4489-FCFC-BDDD-A54C5CA669C2}"/>
                  </a:ext>
                </a:extLst>
              </p:cNvPr>
              <p:cNvSpPr txBox="1">
                <a:spLocks noRot="1" noChangeAspect="1" noMove="1" noResize="1" noEditPoints="1" noAdjustHandles="1" noChangeArrowheads="1" noChangeShapeType="1" noTextEdit="1"/>
              </p:cNvSpPr>
              <p:nvPr/>
            </p:nvSpPr>
            <p:spPr>
              <a:xfrm>
                <a:off x="4491418" y="1958375"/>
                <a:ext cx="7255064" cy="399918"/>
              </a:xfrm>
              <a:prstGeom prst="rect">
                <a:avLst/>
              </a:prstGeom>
              <a:blipFill>
                <a:blip r:embed="rId14"/>
                <a:stretch>
                  <a:fillRect t="-18182" b="-42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377B8C0-2BBD-398B-FA34-916ED607E28C}"/>
                  </a:ext>
                </a:extLst>
              </p:cNvPr>
              <p:cNvSpPr txBox="1"/>
              <p:nvPr/>
            </p:nvSpPr>
            <p:spPr>
              <a:xfrm>
                <a:off x="4491418" y="3664623"/>
                <a:ext cx="7255064" cy="399918"/>
              </a:xfrm>
              <a:prstGeom prst="rect">
                <a:avLst/>
              </a:prstGeom>
              <a:noFill/>
            </p:spPr>
            <p:txBody>
              <a:bodyPr wrap="square" lIns="0" tIns="0" rIns="0" bIns="0" rtlCol="0">
                <a:spAutoFit/>
              </a:bodyPr>
              <a:lstStyle/>
              <a:p>
                <a:pPr algn="ctr"/>
                <a14:m>
                  <m:oMath xmlns:m="http://schemas.openxmlformats.org/officeDocument/2006/math">
                    <m:sSubSup>
                      <m:sSubSupPr>
                        <m:ctrlPr>
                          <a:rPr lang="en-BE" sz="2400" i="1">
                            <a:solidFill>
                              <a:schemeClr val="accent2"/>
                            </a:solidFill>
                            <a:latin typeface="Cambria Math" panose="02040503050406030204" pitchFamily="18" charset="0"/>
                          </a:rPr>
                        </m:ctrlPr>
                      </m:sSubSupPr>
                      <m:e>
                        <m:r>
                          <a:rPr lang="en-BE" sz="2400" i="1">
                            <a:solidFill>
                              <a:schemeClr val="accent2"/>
                            </a:solidFill>
                            <a:latin typeface="Cambria Math" panose="02040503050406030204" pitchFamily="18" charset="0"/>
                          </a:rPr>
                          <m:t>𝑎</m:t>
                        </m:r>
                      </m:e>
                      <m:sub>
                        <m:r>
                          <a:rPr lang="en-BE" sz="2400" b="0" i="1" smtClean="0">
                            <a:solidFill>
                              <a:schemeClr val="accent2"/>
                            </a:solidFill>
                            <a:latin typeface="Cambria Math" panose="02040503050406030204" pitchFamily="18" charset="0"/>
                          </a:rPr>
                          <m:t>𝑛</m:t>
                        </m:r>
                      </m:sub>
                      <m:sup>
                        <m:r>
                          <a:rPr lang="en-BE" sz="2400" b="0" i="1" smtClean="0">
                            <a:solidFill>
                              <a:schemeClr val="accent2"/>
                            </a:solidFill>
                            <a:latin typeface="Cambria Math" panose="02040503050406030204" pitchFamily="18" charset="0"/>
                          </a:rPr>
                          <m:t>1</m:t>
                        </m:r>
                      </m:sup>
                    </m:sSubSup>
                    <m:r>
                      <a:rPr lang="en-BE" sz="2400" b="0" i="1" smtClean="0">
                        <a:latin typeface="Cambria Math" panose="02040503050406030204" pitchFamily="18" charset="0"/>
                      </a:rPr>
                      <m:t>=</m:t>
                    </m:r>
                    <m:r>
                      <a:rPr lang="en-BE" sz="2400" b="0" i="1" smtClean="0">
                        <a:latin typeface="Cambria Math" panose="02040503050406030204" pitchFamily="18" charset="0"/>
                        <a:ea typeface="Cambria Math" panose="02040503050406030204" pitchFamily="18" charset="0"/>
                      </a:rPr>
                      <m:t>𝜎</m:t>
                    </m:r>
                    <m:r>
                      <a:rPr lang="en-BE" sz="2400" b="0" i="1" smtClean="0">
                        <a:latin typeface="Cambria Math" panose="02040503050406030204" pitchFamily="18" charset="0"/>
                        <a:ea typeface="Cambria Math" panose="02040503050406030204" pitchFamily="18" charset="0"/>
                      </a:rPr>
                      <m:t>(</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b="0" i="1" smtClean="0">
                            <a:solidFill>
                              <a:schemeClr val="accent1"/>
                            </a:solidFill>
                            <a:latin typeface="Cambria Math" panose="02040503050406030204" pitchFamily="18" charset="0"/>
                          </a:rPr>
                          <m:t>𝑘</m:t>
                        </m:r>
                        <m:r>
                          <a:rPr lang="en-BE" sz="2400" i="1">
                            <a:solidFill>
                              <a:schemeClr val="accent1"/>
                            </a:solidFill>
                            <a:latin typeface="Cambria Math" panose="02040503050406030204" pitchFamily="18" charset="0"/>
                          </a:rPr>
                          <m:t>,0</m:t>
                        </m:r>
                      </m:sub>
                    </m:sSub>
                    <m:r>
                      <a:rPr lang="en-BE" sz="2400" i="1" smtClean="0">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i="1">
                            <a:latin typeface="Cambria Math" panose="02040503050406030204" pitchFamily="18" charset="0"/>
                          </a:rPr>
                          <m:t>0</m:t>
                        </m:r>
                      </m:sub>
                      <m:sup>
                        <m:r>
                          <a:rPr lang="en-BE" sz="2400" b="0" i="1" smtClean="0">
                            <a:latin typeface="Cambria Math" panose="02040503050406030204" pitchFamily="18" charset="0"/>
                          </a:rPr>
                          <m:t>0</m:t>
                        </m:r>
                      </m:sup>
                    </m:sSubSup>
                    <m:r>
                      <a:rPr lang="en-BE" sz="2400" b="0" i="1" smtClean="0">
                        <a:latin typeface="Cambria Math" panose="02040503050406030204" pitchFamily="18" charset="0"/>
                      </a:rPr>
                      <m:t>+</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b="0" i="1" smtClean="0">
                            <a:solidFill>
                              <a:schemeClr val="accent1"/>
                            </a:solidFill>
                            <a:latin typeface="Cambria Math" panose="02040503050406030204" pitchFamily="18" charset="0"/>
                          </a:rPr>
                          <m:t>𝑘</m:t>
                        </m:r>
                        <m:r>
                          <a:rPr lang="en-BE" sz="2400" i="1">
                            <a:solidFill>
                              <a:schemeClr val="accent1"/>
                            </a:solidFill>
                            <a:latin typeface="Cambria Math" panose="02040503050406030204" pitchFamily="18" charset="0"/>
                          </a:rPr>
                          <m:t>,1</m:t>
                        </m:r>
                      </m:sub>
                    </m:sSub>
                    <m:r>
                      <a:rPr lang="en-BE" sz="2400" i="1">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i="1">
                            <a:latin typeface="Cambria Math" panose="02040503050406030204" pitchFamily="18" charset="0"/>
                          </a:rPr>
                          <m:t>1</m:t>
                        </m:r>
                      </m:sub>
                      <m:sup>
                        <m:r>
                          <a:rPr lang="en-BE" sz="2400" b="0" i="1" smtClean="0">
                            <a:latin typeface="Cambria Math" panose="02040503050406030204" pitchFamily="18" charset="0"/>
                          </a:rPr>
                          <m:t>0</m:t>
                        </m:r>
                      </m:sup>
                    </m:sSubSup>
                    <m:r>
                      <a:rPr lang="en-BE" sz="2400" b="0" i="1" smtClean="0">
                        <a:latin typeface="Cambria Math" panose="02040503050406030204" pitchFamily="18" charset="0"/>
                      </a:rPr>
                      <m:t>+ …+</m:t>
                    </m:r>
                    <m:sSub>
                      <m:sSubPr>
                        <m:ctrlPr>
                          <a:rPr lang="en-BE" sz="2400" i="1">
                            <a:solidFill>
                              <a:schemeClr val="accent1"/>
                            </a:solidFill>
                            <a:latin typeface="Cambria Math" panose="02040503050406030204" pitchFamily="18" charset="0"/>
                          </a:rPr>
                        </m:ctrlPr>
                      </m:sSubPr>
                      <m:e>
                        <m:r>
                          <a:rPr lang="en-BE" sz="2400" i="1">
                            <a:solidFill>
                              <a:schemeClr val="accent1"/>
                            </a:solidFill>
                            <a:latin typeface="Cambria Math" panose="02040503050406030204" pitchFamily="18" charset="0"/>
                          </a:rPr>
                          <m:t>𝑤</m:t>
                        </m:r>
                      </m:e>
                      <m:sub>
                        <m:r>
                          <a:rPr lang="en-BE" sz="2400" b="0" i="1" smtClean="0">
                            <a:solidFill>
                              <a:schemeClr val="accent1"/>
                            </a:solidFill>
                            <a:latin typeface="Cambria Math" panose="02040503050406030204" pitchFamily="18" charset="0"/>
                          </a:rPr>
                          <m:t>𝑘</m:t>
                        </m:r>
                        <m:r>
                          <a:rPr lang="en-BE" sz="2400" i="1">
                            <a:solidFill>
                              <a:schemeClr val="accent1"/>
                            </a:solidFill>
                            <a:latin typeface="Cambria Math" panose="02040503050406030204" pitchFamily="18" charset="0"/>
                          </a:rPr>
                          <m:t>,</m:t>
                        </m:r>
                        <m:r>
                          <a:rPr lang="en-BE" sz="2400" b="0" i="1" smtClean="0">
                            <a:solidFill>
                              <a:schemeClr val="accent1"/>
                            </a:solidFill>
                            <a:latin typeface="Cambria Math" panose="02040503050406030204" pitchFamily="18" charset="0"/>
                          </a:rPr>
                          <m:t>𝑛</m:t>
                        </m:r>
                      </m:sub>
                    </m:sSub>
                    <m:r>
                      <a:rPr lang="en-BE" sz="2400" i="1">
                        <a:latin typeface="Cambria Math" panose="02040503050406030204" pitchFamily="18" charset="0"/>
                        <a:ea typeface="Cambria Math" panose="02040503050406030204" pitchFamily="18" charset="0"/>
                      </a:rPr>
                      <m:t>∙</m:t>
                    </m:r>
                    <m:sSubSup>
                      <m:sSubSupPr>
                        <m:ctrlPr>
                          <a:rPr lang="en-BE" sz="2400" i="1">
                            <a:latin typeface="Cambria Math" panose="02040503050406030204" pitchFamily="18" charset="0"/>
                          </a:rPr>
                        </m:ctrlPr>
                      </m:sSubSupPr>
                      <m:e>
                        <m:r>
                          <a:rPr lang="en-BE" sz="2400" i="1">
                            <a:latin typeface="Cambria Math" panose="02040503050406030204" pitchFamily="18" charset="0"/>
                          </a:rPr>
                          <m:t>𝑎</m:t>
                        </m:r>
                      </m:e>
                      <m:sub>
                        <m:r>
                          <a:rPr lang="en-BE" sz="2400" b="0" i="1" smtClean="0">
                            <a:latin typeface="Cambria Math" panose="02040503050406030204" pitchFamily="18" charset="0"/>
                          </a:rPr>
                          <m:t>𝑛</m:t>
                        </m:r>
                      </m:sub>
                      <m:sup>
                        <m:r>
                          <a:rPr lang="en-BE" sz="2400" b="0" i="1" smtClean="0">
                            <a:latin typeface="Cambria Math" panose="02040503050406030204" pitchFamily="18" charset="0"/>
                          </a:rPr>
                          <m:t>0</m:t>
                        </m:r>
                      </m:sup>
                    </m:sSubSup>
                    <m:r>
                      <a:rPr lang="en-BE" sz="2400" b="0" i="1" smtClean="0">
                        <a:latin typeface="Cambria Math" panose="02040503050406030204" pitchFamily="18" charset="0"/>
                      </a:rPr>
                      <m:t>+</m:t>
                    </m:r>
                    <m:sSub>
                      <m:sSubPr>
                        <m:ctrlPr>
                          <a:rPr lang="en-BE" sz="2400" i="1">
                            <a:solidFill>
                              <a:schemeClr val="accent6"/>
                            </a:solidFill>
                            <a:latin typeface="Cambria Math" panose="02040503050406030204" pitchFamily="18" charset="0"/>
                          </a:rPr>
                        </m:ctrlPr>
                      </m:sSubPr>
                      <m:e>
                        <m:r>
                          <a:rPr lang="en-BE" sz="2400" i="1">
                            <a:solidFill>
                              <a:schemeClr val="accent6"/>
                            </a:solidFill>
                            <a:latin typeface="Cambria Math" panose="02040503050406030204" pitchFamily="18" charset="0"/>
                          </a:rPr>
                          <m:t>𝑏</m:t>
                        </m:r>
                      </m:e>
                      <m:sub>
                        <m:r>
                          <a:rPr lang="en-BE" sz="2400" b="0" i="1" smtClean="0">
                            <a:solidFill>
                              <a:schemeClr val="accent6"/>
                            </a:solidFill>
                            <a:latin typeface="Cambria Math" panose="02040503050406030204" pitchFamily="18" charset="0"/>
                          </a:rPr>
                          <m:t>𝑛</m:t>
                        </m:r>
                      </m:sub>
                    </m:sSub>
                    <m:r>
                      <a:rPr lang="en-BE" sz="2400" b="0" i="1" smtClean="0">
                        <a:latin typeface="Cambria Math" panose="02040503050406030204" pitchFamily="18" charset="0"/>
                        <a:ea typeface="Cambria Math" panose="02040503050406030204" pitchFamily="18" charset="0"/>
                      </a:rPr>
                      <m:t>)</m:t>
                    </m:r>
                  </m:oMath>
                </a14:m>
                <a:r>
                  <a:rPr lang="en-BE" sz="2400"/>
                  <a:t> </a:t>
                </a:r>
              </a:p>
            </p:txBody>
          </p:sp>
        </mc:Choice>
        <mc:Fallback xmlns="">
          <p:sp>
            <p:nvSpPr>
              <p:cNvPr id="9" name="TextBox 8">
                <a:extLst>
                  <a:ext uri="{FF2B5EF4-FFF2-40B4-BE49-F238E27FC236}">
                    <a16:creationId xmlns:a16="http://schemas.microsoft.com/office/drawing/2014/main" id="{0377B8C0-2BBD-398B-FA34-916ED607E28C}"/>
                  </a:ext>
                </a:extLst>
              </p:cNvPr>
              <p:cNvSpPr txBox="1">
                <a:spLocks noRot="1" noChangeAspect="1" noMove="1" noResize="1" noEditPoints="1" noAdjustHandles="1" noChangeArrowheads="1" noChangeShapeType="1" noTextEdit="1"/>
              </p:cNvSpPr>
              <p:nvPr/>
            </p:nvSpPr>
            <p:spPr>
              <a:xfrm>
                <a:off x="4491418" y="3664623"/>
                <a:ext cx="7255064" cy="399918"/>
              </a:xfrm>
              <a:prstGeom prst="rect">
                <a:avLst/>
              </a:prstGeom>
              <a:blipFill>
                <a:blip r:embed="rId15"/>
                <a:stretch>
                  <a:fillRect t="-18182" b="-42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F443683-0AE4-37E0-A8A9-AC5AA77E5096}"/>
                  </a:ext>
                </a:extLst>
              </p:cNvPr>
              <p:cNvSpPr txBox="1"/>
              <p:nvPr/>
            </p:nvSpPr>
            <p:spPr>
              <a:xfrm>
                <a:off x="4482352" y="2825301"/>
                <a:ext cx="7255064" cy="373564"/>
              </a:xfrm>
              <a:prstGeom prst="rect">
                <a:avLst/>
              </a:prstGeom>
              <a:noFill/>
            </p:spPr>
            <p:txBody>
              <a:bodyPr wrap="square" lIns="0" tIns="0" rIns="0" bIns="0" rtlCol="0">
                <a:spAutoFit/>
              </a:bodyPr>
              <a:lstStyle/>
              <a:p>
                <a:pPr algn="ctr"/>
                <a14:m>
                  <m:oMathPara xmlns:m="http://schemas.openxmlformats.org/officeDocument/2006/math">
                    <m:oMath>
                      <m:r>
                        <a:rPr lang="en-GB" sz="2400" b="0" i="1" smtClean="0">
                          <a:latin typeface="Cambria Math" panose="02040503050406030204" pitchFamily="18" charset="0"/>
                        </a:rPr>
                        <m:t>…</m:t>
                      </m:r>
                    </m:oMath>
                  </m:oMathPara>
                </a14:m>
                <a:endParaRPr lang="en-GB" sz="2400" b="0"/>
              </a:p>
            </p:txBody>
          </p:sp>
        </mc:Choice>
        <mc:Fallback xmlns="">
          <p:sp>
            <p:nvSpPr>
              <p:cNvPr id="10" name="TextBox 9">
                <a:extLst>
                  <a:ext uri="{FF2B5EF4-FFF2-40B4-BE49-F238E27FC236}">
                    <a16:creationId xmlns:a16="http://schemas.microsoft.com/office/drawing/2014/main" id="{6F443683-0AE4-37E0-A8A9-AC5AA77E5096}"/>
                  </a:ext>
                </a:extLst>
              </p:cNvPr>
              <p:cNvSpPr txBox="1">
                <a:spLocks noRot="1" noChangeAspect="1" noMove="1" noResize="1" noEditPoints="1" noAdjustHandles="1" noChangeArrowheads="1" noChangeShapeType="1" noTextEdit="1"/>
              </p:cNvSpPr>
              <p:nvPr/>
            </p:nvSpPr>
            <p:spPr>
              <a:xfrm>
                <a:off x="4482352" y="2825301"/>
                <a:ext cx="7255064" cy="373564"/>
              </a:xfrm>
              <a:prstGeom prst="rect">
                <a:avLst/>
              </a:prstGeom>
              <a:blipFill>
                <a:blip r:embed="rId16"/>
                <a:stretch>
                  <a:fillRect t="-24194" b="-46774"/>
                </a:stretch>
              </a:blipFill>
            </p:spPr>
            <p:txBody>
              <a:bodyPr/>
              <a:lstStyle/>
              <a:p>
                <a:r>
                  <a:rPr lang="en-US">
                    <a:noFill/>
                  </a:rPr>
                  <a:t> </a:t>
                </a:r>
              </a:p>
            </p:txBody>
          </p:sp>
        </mc:Fallback>
      </mc:AlternateContent>
      <p:sp>
        <p:nvSpPr>
          <p:cNvPr id="14" name="Title 1">
            <a:extLst>
              <a:ext uri="{FF2B5EF4-FFF2-40B4-BE49-F238E27FC236}">
                <a16:creationId xmlns:a16="http://schemas.microsoft.com/office/drawing/2014/main" id="{0B1EA895-43FB-4235-990A-3AD23D2E82E4}"/>
              </a:ext>
            </a:extLst>
          </p:cNvPr>
          <p:cNvSpPr>
            <a:spLocks noGrp="1"/>
          </p:cNvSpPr>
          <p:nvPr>
            <p:ph type="title"/>
          </p:nvPr>
        </p:nvSpPr>
        <p:spPr>
          <a:xfrm>
            <a:off x="433388" y="365125"/>
            <a:ext cx="11325225" cy="446084"/>
          </a:xfrm>
        </p:spPr>
        <p:txBody>
          <a:bodyPr/>
          <a:lstStyle/>
          <a:p>
            <a:r>
              <a:rPr lang="en-US" sz="3200" b="1" dirty="0">
                <a:latin typeface="Corbel" panose="020B0503020204020204" pitchFamily="34" charset="0"/>
                <a:ea typeface="Lato" panose="020B0604020202020204" pitchFamily="34" charset="0"/>
                <a:cs typeface="Helvetica" panose="020B0604020202020204" pitchFamily="34" charset="0"/>
              </a:rPr>
              <a:t>A neural network layer can be represented as a matrix</a:t>
            </a:r>
            <a:endParaRPr lang="en-BE" b="1" dirty="0">
              <a:latin typeface="Corbel" panose="020B0503020204020204" pitchFamily="34" charset="0"/>
            </a:endParaRPr>
          </a:p>
        </p:txBody>
      </p:sp>
      <p:sp>
        <p:nvSpPr>
          <p:cNvPr id="15" name="Slide Number Placeholder 14">
            <a:extLst>
              <a:ext uri="{FF2B5EF4-FFF2-40B4-BE49-F238E27FC236}">
                <a16:creationId xmlns:a16="http://schemas.microsoft.com/office/drawing/2014/main" id="{14FBA3F8-B4AE-CA0C-6641-D2B9EEC75C23}"/>
              </a:ext>
            </a:extLst>
          </p:cNvPr>
          <p:cNvSpPr>
            <a:spLocks noGrp="1"/>
          </p:cNvSpPr>
          <p:nvPr>
            <p:ph type="sldNum" sz="quarter" idx="12"/>
          </p:nvPr>
        </p:nvSpPr>
        <p:spPr/>
        <p:txBody>
          <a:bodyPr/>
          <a:lstStyle/>
          <a:p>
            <a:fld id="{94B3E216-A3C5-4E41-AE94-D003E76F1D3A}" type="slidenum">
              <a:rPr lang="en-BE" smtClean="0"/>
              <a:t>25</a:t>
            </a:fld>
            <a:endParaRPr lang="en-BE"/>
          </a:p>
        </p:txBody>
      </p:sp>
      <p:cxnSp>
        <p:nvCxnSpPr>
          <p:cNvPr id="11" name="Straight Arrow Connector 10">
            <a:extLst>
              <a:ext uri="{FF2B5EF4-FFF2-40B4-BE49-F238E27FC236}">
                <a16:creationId xmlns:a16="http://schemas.microsoft.com/office/drawing/2014/main" id="{A5F9313C-4C78-CC45-4601-5E08D0D8F3D2}"/>
              </a:ext>
            </a:extLst>
          </p:cNvPr>
          <p:cNvCxnSpPr>
            <a:cxnSpLocks/>
            <a:endCxn id="80" idx="2"/>
          </p:cNvCxnSpPr>
          <p:nvPr/>
        </p:nvCxnSpPr>
        <p:spPr>
          <a:xfrm flipV="1">
            <a:off x="1093097" y="1305210"/>
            <a:ext cx="2022282" cy="2559372"/>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EB9F9365-AC39-864C-D6F9-6D344D1ECB0C}"/>
              </a:ext>
            </a:extLst>
          </p:cNvPr>
          <p:cNvCxnSpPr>
            <a:cxnSpLocks/>
            <a:stCxn id="75" idx="3"/>
            <a:endCxn id="80" idx="2"/>
          </p:cNvCxnSpPr>
          <p:nvPr/>
        </p:nvCxnSpPr>
        <p:spPr>
          <a:xfrm flipV="1">
            <a:off x="1108634" y="1305210"/>
            <a:ext cx="2006745" cy="1702882"/>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01800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3" name="Picture 2" descr="A rectangular speaker on a table&#10;&#10;Description automatically generated">
            <a:extLst>
              <a:ext uri="{FF2B5EF4-FFF2-40B4-BE49-F238E27FC236}">
                <a16:creationId xmlns:a16="http://schemas.microsoft.com/office/drawing/2014/main" id="{85721B92-A5E1-E3AC-38A2-E391BDC930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24833372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462195F-B8ED-6E10-8230-089C9CD34676}"/>
              </a:ext>
            </a:extLst>
          </p:cNvPr>
          <p:cNvSpPr>
            <a:spLocks noGrp="1"/>
          </p:cNvSpPr>
          <p:nvPr>
            <p:ph type="title"/>
          </p:nvPr>
        </p:nvSpPr>
        <p:spPr/>
        <p:txBody>
          <a:bodyPr/>
          <a:lstStyle/>
          <a:p>
            <a:r>
              <a:rPr lang="en-US" b="1" dirty="0">
                <a:latin typeface="Corbel" panose="020B0503020204020204" pitchFamily="34" charset="0"/>
              </a:rPr>
              <a:t>Recap</a:t>
            </a:r>
          </a:p>
        </p:txBody>
      </p:sp>
      <p:sp>
        <p:nvSpPr>
          <p:cNvPr id="7" name="Content Placeholder 6">
            <a:extLst>
              <a:ext uri="{FF2B5EF4-FFF2-40B4-BE49-F238E27FC236}">
                <a16:creationId xmlns:a16="http://schemas.microsoft.com/office/drawing/2014/main" id="{B307A43B-BB38-D6F8-79D8-55A2DB7E0063}"/>
              </a:ext>
            </a:extLst>
          </p:cNvPr>
          <p:cNvSpPr>
            <a:spLocks noGrp="1"/>
          </p:cNvSpPr>
          <p:nvPr>
            <p:ph idx="1"/>
          </p:nvPr>
        </p:nvSpPr>
        <p:spPr/>
        <p:txBody>
          <a:bodyPr/>
          <a:lstStyle/>
          <a:p>
            <a:pPr>
              <a:lnSpc>
                <a:spcPct val="200000"/>
              </a:lnSpc>
            </a:pPr>
            <a:r>
              <a:rPr lang="en-US" b="1" dirty="0">
                <a:latin typeface="Corbel" panose="020B0503020204020204" pitchFamily="34" charset="0"/>
              </a:rPr>
              <a:t>Neural networks can be understood as layered stacks of logistic-regression-like units.</a:t>
            </a:r>
          </a:p>
          <a:p>
            <a:pPr>
              <a:lnSpc>
                <a:spcPct val="200000"/>
              </a:lnSpc>
            </a:pPr>
            <a:r>
              <a:rPr lang="en-US" b="1" dirty="0">
                <a:latin typeface="Corbel" panose="020B0503020204020204" pitchFamily="34" charset="0"/>
              </a:rPr>
              <a:t>They can learn non-linear patterns through activation functions.</a:t>
            </a:r>
          </a:p>
          <a:p>
            <a:pPr>
              <a:lnSpc>
                <a:spcPct val="200000"/>
              </a:lnSpc>
            </a:pPr>
            <a:r>
              <a:rPr lang="en-US" b="1" dirty="0">
                <a:latin typeface="Corbel" panose="020B0503020204020204" pitchFamily="34" charset="0"/>
              </a:rPr>
              <a:t>Deeper networks can learn more complex patterns, but require more data.</a:t>
            </a:r>
          </a:p>
          <a:p>
            <a:pPr>
              <a:lnSpc>
                <a:spcPct val="200000"/>
              </a:lnSpc>
            </a:pPr>
            <a:r>
              <a:rPr lang="en-US" b="1" dirty="0">
                <a:latin typeface="Corbel" panose="020B0503020204020204" pitchFamily="34" charset="0"/>
              </a:rPr>
              <a:t>Backpropagation allows for gradient descent across many neural network layers.</a:t>
            </a:r>
          </a:p>
          <a:p>
            <a:pPr>
              <a:lnSpc>
                <a:spcPct val="200000"/>
              </a:lnSpc>
            </a:pPr>
            <a:r>
              <a:rPr lang="en-US" b="1" dirty="0">
                <a:latin typeface="Corbel" panose="020B0503020204020204" pitchFamily="34" charset="0"/>
              </a:rPr>
              <a:t>Mini-batch gradient descent balances speed and stability.</a:t>
            </a:r>
          </a:p>
          <a:p>
            <a:pPr>
              <a:lnSpc>
                <a:spcPct val="200000"/>
              </a:lnSpc>
            </a:pPr>
            <a:r>
              <a:rPr lang="en-US" b="1" dirty="0">
                <a:latin typeface="Corbel" panose="020B0503020204020204" pitchFamily="34" charset="0"/>
              </a:rPr>
              <a:t>Neural networks can be trained over many epochs.</a:t>
            </a:r>
          </a:p>
        </p:txBody>
      </p:sp>
      <p:sp>
        <p:nvSpPr>
          <p:cNvPr id="2" name="Slide Number Placeholder 1">
            <a:extLst>
              <a:ext uri="{FF2B5EF4-FFF2-40B4-BE49-F238E27FC236}">
                <a16:creationId xmlns:a16="http://schemas.microsoft.com/office/drawing/2014/main" id="{FF14186A-3801-8F69-B214-B7989B4B96F5}"/>
              </a:ext>
            </a:extLst>
          </p:cNvPr>
          <p:cNvSpPr>
            <a:spLocks noGrp="1"/>
          </p:cNvSpPr>
          <p:nvPr>
            <p:ph type="sldNum" sz="quarter" idx="12"/>
          </p:nvPr>
        </p:nvSpPr>
        <p:spPr/>
        <p:txBody>
          <a:bodyPr/>
          <a:lstStyle/>
          <a:p>
            <a:fld id="{94B3E216-A3C5-4E41-AE94-D003E76F1D3A}" type="slidenum">
              <a:rPr lang="en-BE" smtClean="0"/>
              <a:t>27</a:t>
            </a:fld>
            <a:endParaRPr lang="en-BE"/>
          </a:p>
        </p:txBody>
      </p:sp>
    </p:spTree>
    <p:extLst>
      <p:ext uri="{BB962C8B-B14F-4D97-AF65-F5344CB8AC3E}">
        <p14:creationId xmlns:p14="http://schemas.microsoft.com/office/powerpoint/2010/main" val="1861669318"/>
      </p:ext>
    </p:extLst>
  </p:cSld>
  <p:clrMapOvr>
    <a:masterClrMapping/>
  </p:clrMapOvr>
</p:sld>
</file>

<file path=ppt/theme/theme1.xml><?xml version="1.0" encoding="utf-8"?>
<a:theme xmlns:a="http://schemas.openxmlformats.org/drawingml/2006/main" name="1_Office Theme">
  <a:themeElements>
    <a:clrScheme name="CompOmics">
      <a:dk1>
        <a:srgbClr val="1B2944"/>
      </a:dk1>
      <a:lt1>
        <a:sysClr val="window" lastClr="FFFFFF"/>
      </a:lt1>
      <a:dk2>
        <a:srgbClr val="1B2944"/>
      </a:dk2>
      <a:lt2>
        <a:srgbClr val="FFFFFF"/>
      </a:lt2>
      <a:accent1>
        <a:srgbClr val="417ECE"/>
      </a:accent1>
      <a:accent2>
        <a:srgbClr val="C96461"/>
      </a:accent2>
      <a:accent3>
        <a:srgbClr val="59AD5D"/>
      </a:accent3>
      <a:accent4>
        <a:srgbClr val="DDAE56"/>
      </a:accent4>
      <a:accent5>
        <a:srgbClr val="53C7C5"/>
      </a:accent5>
      <a:accent6>
        <a:srgbClr val="9976B7"/>
      </a:accent6>
      <a:hlink>
        <a:srgbClr val="5DB7B1"/>
      </a:hlink>
      <a:folHlink>
        <a:srgbClr val="5DB7B1"/>
      </a:folHlink>
    </a:clrScheme>
    <a:fontScheme name="Open Sans">
      <a:majorFont>
        <a:latin typeface="Open Sans SemiBold"/>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interview presentation.pptx" id="{73A6B151-6934-4922-905D-CCB785162CB4}" vid="{36CAFE94-F78C-4795-BBD4-F1813CFFC3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92DD177-769E-476C-8AD6-B7077CC59EBF}">
  <we:reference id="wa200006038" version="1.0.0.4" store="en-US" storeType="OMEX"/>
  <we:alternateReferences>
    <we:reference id="wa200006038" version="1.0.0.4" store="en-US" storeType="OMEX"/>
  </we:alternateReferences>
  <we:properties>
    <we:property name="has-user-completed-add" value="true"/>
    <we:property name="pptx_export_from_biorender" value="false"/>
  </we:properties>
  <we:bindings/>
  <we:snapshot xmlns:r="http://schemas.openxmlformats.org/officeDocument/2006/relationships"/>
  <we:extLst>
    <a:ext xmlns:a="http://schemas.openxmlformats.org/drawingml/2006/main" uri="{0858819E-0033-43BF-8937-05EC82904868}">
      <we:backgroundApp state="1" runtimeId="Taskpane.Url"/>
    </a:ext>
  </we:extLst>
</we:webextension>
</file>

<file path=docProps/app.xml><?xml version="1.0" encoding="utf-8"?>
<Properties xmlns="http://schemas.openxmlformats.org/officeDocument/2006/extended-properties" xmlns:vt="http://schemas.openxmlformats.org/officeDocument/2006/docPropsVTypes">
  <Template>CompOmics</Template>
  <TotalTime>211</TotalTime>
  <Words>1996</Words>
  <Application>Microsoft Office PowerPoint</Application>
  <PresentationFormat>Widescreen</PresentationFormat>
  <Paragraphs>256</Paragraphs>
  <Slides>27</Slides>
  <Notes>27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27</vt:i4>
      </vt:variant>
    </vt:vector>
  </HeadingPairs>
  <TitlesOfParts>
    <vt:vector size="36" baseType="lpstr">
      <vt:lpstr>Lato</vt:lpstr>
      <vt:lpstr>Calibri</vt:lpstr>
      <vt:lpstr>Aptos SemiBold</vt:lpstr>
      <vt:lpstr>Corbel</vt:lpstr>
      <vt:lpstr>Cambria Math</vt:lpstr>
      <vt:lpstr>Aptos</vt:lpstr>
      <vt:lpstr>Open Sans SemiBold</vt:lpstr>
      <vt:lpstr>Arial</vt:lpstr>
      <vt:lpstr>1_Office Theme</vt:lpstr>
      <vt:lpstr>Logistic regression forms the basis of complex neural networks</vt:lpstr>
      <vt:lpstr>Logistic regression could be visualized as a network of information, flowing from features and weights to the output</vt:lpstr>
      <vt:lpstr>Logistic regression could be visualized as a network of information, flowing from features and weights to the output</vt:lpstr>
      <vt:lpstr>A neural network is simply a layered stack of regression models</vt:lpstr>
      <vt:lpstr>A neural network is simply a layered stack of regression models</vt:lpstr>
      <vt:lpstr>A neural network is simply layered stacks of logistic regressions</vt:lpstr>
      <vt:lpstr>A deep neural network adds many layers to capture complex patterns</vt:lpstr>
      <vt:lpstr>A deep neural network adds many layers to capture complex patterns</vt:lpstr>
      <vt:lpstr>Activation functions can be added on the output of each node</vt:lpstr>
      <vt:lpstr>Do we need to go deeper?</vt:lpstr>
      <vt:lpstr>For complex tasks, deeper seems better…</vt:lpstr>
      <vt:lpstr>For complex tasks, deeper seems better…</vt:lpstr>
      <vt:lpstr>For complex tasks, deeper seems better…</vt:lpstr>
      <vt:lpstr>The loss function should be minimized to find the optimal model</vt:lpstr>
      <vt:lpstr>Neural nets also rely on gradient descent to minimize the loss</vt:lpstr>
      <vt:lpstr>The big trick is to use backpropagation to efficiently calculate gradients for each parameter across many layers</vt:lpstr>
      <vt:lpstr>PowerPoint Presentation</vt:lpstr>
      <vt:lpstr>PowerPoint Presentation</vt:lpstr>
      <vt:lpstr>The loss surface can be highly complex, with many local minima </vt:lpstr>
      <vt:lpstr>The loss surface can be highly complex, with many local minima </vt:lpstr>
      <vt:lpstr>Neural networks are trained over multiple epochs</vt:lpstr>
      <vt:lpstr>Neural networks are highly flexible</vt:lpstr>
      <vt:lpstr>A neural network layer can be represented as a matrix</vt:lpstr>
      <vt:lpstr>A neural network layer can be represented as a matrix</vt:lpstr>
      <vt:lpstr>A neural network layer can be represented as a matrix</vt:lpstr>
      <vt:lpstr>PowerPoint Presentation</vt:lpstr>
      <vt:lpstr>Recap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Ralf Gabriels</dc:creator>
  <cp:lastModifiedBy>Robbin Bouwmeester</cp:lastModifiedBy>
  <cp:revision>1</cp:revision>
  <cp:lastPrinted>2026-03-06T15:26:27Z</cp:lastPrinted>
  <dcterms:created xsi:type="dcterms:W3CDTF">2025-05-19T12:28:12Z</dcterms:created>
  <dcterms:modified xsi:type="dcterms:W3CDTF">2026-10-20T12:05:48Z</dcterms:modified>
  <cp:contentStatus/>
</cp:coreProperties>
</file>