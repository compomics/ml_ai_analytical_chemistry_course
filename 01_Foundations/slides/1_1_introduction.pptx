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451" r:id="rId2"/>
    <p:sldId id="828" r:id="rId3"/>
    <p:sldId id="784" r:id="rId4"/>
    <p:sldId id="796" r:id="rId5"/>
    <p:sldId id="794" r:id="rId6"/>
    <p:sldId id="826" r:id="rId7"/>
    <p:sldId id="827" r:id="rId8"/>
    <p:sldId id="785" r:id="rId9"/>
    <p:sldId id="801" r:id="rId10"/>
    <p:sldId id="802" r:id="rId11"/>
    <p:sldId id="803" r:id="rId12"/>
    <p:sldId id="788" r:id="rId13"/>
    <p:sldId id="806" r:id="rId14"/>
    <p:sldId id="805" r:id="rId15"/>
    <p:sldId id="807" r:id="rId16"/>
    <p:sldId id="808" r:id="rId17"/>
    <p:sldId id="809" r:id="rId18"/>
    <p:sldId id="810" r:id="rId19"/>
    <p:sldId id="816" r:id="rId20"/>
    <p:sldId id="815" r:id="rId21"/>
    <p:sldId id="811" r:id="rId22"/>
    <p:sldId id="792" r:id="rId23"/>
    <p:sldId id="793" r:id="rId24"/>
    <p:sldId id="820" r:id="rId25"/>
    <p:sldId id="813" r:id="rId26"/>
    <p:sldId id="822" r:id="rId27"/>
    <p:sldId id="814" r:id="rId28"/>
    <p:sldId id="798" r:id="rId29"/>
    <p:sldId id="824" r:id="rId30"/>
    <p:sldId id="646" r:id="rId31"/>
  </p:sldIdLst>
  <p:sldSz cx="12192000" cy="6858000"/>
  <p:notesSz cx="7104063" cy="10234613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423CFD-720B-458A-835A-FD4DD3FC79B5}" v="13" dt="2026-10-24T15:12:17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7" autoAdjust="0"/>
    <p:restoredTop sz="85736" autoAdjust="0"/>
  </p:normalViewPr>
  <p:slideViewPr>
    <p:cSldViewPr snapToGrid="0">
      <p:cViewPr varScale="1">
        <p:scale>
          <a:sx n="136" d="100"/>
          <a:sy n="136" d="100"/>
        </p:scale>
        <p:origin x="364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10-24T15:13:41.773" v="685" actId="1035"/>
      <pc:docMkLst>
        <pc:docMk/>
      </pc:docMkLst>
      <pc:sldChg chg="addSp delSp modSp mod">
        <pc:chgData name="Robbin Bouwmeester" userId="1dbfebabfc25a55a" providerId="LiveId" clId="{75D63595-F797-482E-A4A0-2F4889B74D4F}" dt="2026-10-24T15:13:41.773" v="685" actId="1035"/>
        <pc:sldMkLst>
          <pc:docMk/>
          <pc:sldMk cId="1283438972" sldId="451"/>
        </pc:sldMkLst>
        <pc:spChg chg="add mod">
          <ac:chgData name="Robbin Bouwmeester" userId="1dbfebabfc25a55a" providerId="LiveId" clId="{75D63595-F797-482E-A4A0-2F4889B74D4F}" dt="2026-10-24T15:09:34.056" v="431" actId="164"/>
          <ac:spMkLst>
            <pc:docMk/>
            <pc:sldMk cId="1283438972" sldId="451"/>
            <ac:spMk id="8" creationId="{ED69C097-EDDD-A76E-5B4B-5A1DAF7BC57F}"/>
          </ac:spMkLst>
        </pc:spChg>
        <pc:spChg chg="add mod">
          <ac:chgData name="Robbin Bouwmeester" userId="1dbfebabfc25a55a" providerId="LiveId" clId="{75D63595-F797-482E-A4A0-2F4889B74D4F}" dt="2026-10-24T15:09:29.724" v="430" actId="164"/>
          <ac:spMkLst>
            <pc:docMk/>
            <pc:sldMk cId="1283438972" sldId="451"/>
            <ac:spMk id="10" creationId="{C33CC182-A44C-5A7F-E735-354E47F6E545}"/>
          </ac:spMkLst>
        </pc:spChg>
        <pc:spChg chg="add mod">
          <ac:chgData name="Robbin Bouwmeester" userId="1dbfebabfc25a55a" providerId="LiveId" clId="{75D63595-F797-482E-A4A0-2F4889B74D4F}" dt="2026-10-24T15:09:24.422" v="429" actId="164"/>
          <ac:spMkLst>
            <pc:docMk/>
            <pc:sldMk cId="1283438972" sldId="451"/>
            <ac:spMk id="12" creationId="{CA17D6DD-46A6-69B3-BFFA-1DC8F9C7418D}"/>
          </ac:spMkLst>
        </pc:spChg>
        <pc:spChg chg="add mod">
          <ac:chgData name="Robbin Bouwmeester" userId="1dbfebabfc25a55a" providerId="LiveId" clId="{75D63595-F797-482E-A4A0-2F4889B74D4F}" dt="2026-10-24T15:10:11.855" v="469" actId="164"/>
          <ac:spMkLst>
            <pc:docMk/>
            <pc:sldMk cId="1283438972" sldId="451"/>
            <ac:spMk id="17" creationId="{2F272FFB-1369-5A97-4114-6D76E98FDEB4}"/>
          </ac:spMkLst>
        </pc:spChg>
        <pc:spChg chg="add mod">
          <ac:chgData name="Robbin Bouwmeester" userId="1dbfebabfc25a55a" providerId="LiveId" clId="{75D63595-F797-482E-A4A0-2F4889B74D4F}" dt="2026-10-24T15:10:05.909" v="468" actId="164"/>
          <ac:spMkLst>
            <pc:docMk/>
            <pc:sldMk cId="1283438972" sldId="451"/>
            <ac:spMk id="19" creationId="{6A1EBB58-B487-1541-A435-DF5E64C3250F}"/>
          </ac:spMkLst>
        </pc:spChg>
        <pc:spChg chg="add mod">
          <ac:chgData name="Robbin Bouwmeester" userId="1dbfebabfc25a55a" providerId="LiveId" clId="{75D63595-F797-482E-A4A0-2F4889B74D4F}" dt="2026-10-24T15:11:10.799" v="541" actId="1036"/>
          <ac:spMkLst>
            <pc:docMk/>
            <pc:sldMk cId="1283438972" sldId="451"/>
            <ac:spMk id="22" creationId="{30E11CF9-5997-FEA7-A689-BF82E07B679B}"/>
          </ac:spMkLst>
        </pc:spChg>
        <pc:spChg chg="add mod">
          <ac:chgData name="Robbin Bouwmeester" userId="1dbfebabfc25a55a" providerId="LiveId" clId="{75D63595-F797-482E-A4A0-2F4889B74D4F}" dt="2026-10-24T15:11:37.800" v="647" actId="20577"/>
          <ac:spMkLst>
            <pc:docMk/>
            <pc:sldMk cId="1283438972" sldId="451"/>
            <ac:spMk id="24" creationId="{1C223809-7109-E4C4-11FB-91F94E1789F5}"/>
          </ac:spMkLst>
        </pc:spChg>
        <pc:spChg chg="add del">
          <ac:chgData name="Robbin Bouwmeester" userId="1dbfebabfc25a55a" providerId="LiveId" clId="{75D63595-F797-482E-A4A0-2F4889B74D4F}" dt="2026-10-24T15:11:54.480" v="649" actId="22"/>
          <ac:spMkLst>
            <pc:docMk/>
            <pc:sldMk cId="1283438972" sldId="451"/>
            <ac:spMk id="26" creationId="{243CAB73-1B87-848D-91DC-06BC79C36C9C}"/>
          </ac:spMkLst>
        </pc:spChg>
        <pc:spChg chg="add mod">
          <ac:chgData name="Robbin Bouwmeester" userId="1dbfebabfc25a55a" providerId="LiveId" clId="{75D63595-F797-482E-A4A0-2F4889B74D4F}" dt="2026-10-24T15:13:41.773" v="685" actId="1035"/>
          <ac:spMkLst>
            <pc:docMk/>
            <pc:sldMk cId="1283438972" sldId="451"/>
            <ac:spMk id="27" creationId="{497FEA2F-379C-8EA4-3EA9-99EEA5863F95}"/>
          </ac:spMkLst>
        </pc:spChg>
        <pc:grpChg chg="add mod">
          <ac:chgData name="Robbin Bouwmeester" userId="1dbfebabfc25a55a" providerId="LiveId" clId="{75D63595-F797-482E-A4A0-2F4889B74D4F}" dt="2026-10-24T15:11:20.727" v="637" actId="1037"/>
          <ac:grpSpMkLst>
            <pc:docMk/>
            <pc:sldMk cId="1283438972" sldId="451"/>
            <ac:grpSpMk id="13" creationId="{C17122DE-0577-3BF4-C375-0C7A8802B01E}"/>
          </ac:grpSpMkLst>
        </pc:grpChg>
        <pc:grpChg chg="add mod">
          <ac:chgData name="Robbin Bouwmeester" userId="1dbfebabfc25a55a" providerId="LiveId" clId="{75D63595-F797-482E-A4A0-2F4889B74D4F}" dt="2026-10-24T15:11:20.727" v="637" actId="1037"/>
          <ac:grpSpMkLst>
            <pc:docMk/>
            <pc:sldMk cId="1283438972" sldId="451"/>
            <ac:grpSpMk id="14" creationId="{F57BB19D-6A8D-E8D2-ECE4-2BB41CC6D783}"/>
          </ac:grpSpMkLst>
        </pc:grpChg>
        <pc:grpChg chg="add mod">
          <ac:chgData name="Robbin Bouwmeester" userId="1dbfebabfc25a55a" providerId="LiveId" clId="{75D63595-F797-482E-A4A0-2F4889B74D4F}" dt="2026-10-24T15:11:20.727" v="637" actId="1037"/>
          <ac:grpSpMkLst>
            <pc:docMk/>
            <pc:sldMk cId="1283438972" sldId="451"/>
            <ac:grpSpMk id="15" creationId="{7DA22BA6-7AA7-A24F-D805-01C85B18B1F6}"/>
          </ac:grpSpMkLst>
        </pc:grpChg>
        <pc:grpChg chg="add mod">
          <ac:chgData name="Robbin Bouwmeester" userId="1dbfebabfc25a55a" providerId="LiveId" clId="{75D63595-F797-482E-A4A0-2F4889B74D4F}" dt="2026-10-24T15:11:10.799" v="541" actId="1036"/>
          <ac:grpSpMkLst>
            <pc:docMk/>
            <pc:sldMk cId="1283438972" sldId="451"/>
            <ac:grpSpMk id="20" creationId="{9B8EA309-09C7-1569-22D7-41984B25C415}"/>
          </ac:grpSpMkLst>
        </pc:grpChg>
        <pc:grpChg chg="add mod">
          <ac:chgData name="Robbin Bouwmeester" userId="1dbfebabfc25a55a" providerId="LiveId" clId="{75D63595-F797-482E-A4A0-2F4889B74D4F}" dt="2026-10-24T15:11:10.799" v="541" actId="1036"/>
          <ac:grpSpMkLst>
            <pc:docMk/>
            <pc:sldMk cId="1283438972" sldId="451"/>
            <ac:grpSpMk id="21" creationId="{E0C769D3-6BC6-0789-440D-44ABD8973ED5}"/>
          </ac:grpSpMkLst>
        </pc:grpChg>
        <pc:picChg chg="add mod">
          <ac:chgData name="Robbin Bouwmeester" userId="1dbfebabfc25a55a" providerId="LiveId" clId="{75D63595-F797-482E-A4A0-2F4889B74D4F}" dt="2026-10-24T15:10:11.855" v="469" actId="164"/>
          <ac:picMkLst>
            <pc:docMk/>
            <pc:sldMk cId="1283438972" sldId="451"/>
            <ac:picMk id="2" creationId="{D369E40C-8761-3EC7-BCFA-E0E8070350F7}"/>
          </ac:picMkLst>
        </pc:picChg>
        <pc:picChg chg="add mod">
          <ac:chgData name="Robbin Bouwmeester" userId="1dbfebabfc25a55a" providerId="LiveId" clId="{75D63595-F797-482E-A4A0-2F4889B74D4F}" dt="2026-10-24T15:10:05.909" v="468" actId="164"/>
          <ac:picMkLst>
            <pc:docMk/>
            <pc:sldMk cId="1283438972" sldId="451"/>
            <ac:picMk id="3" creationId="{8F65FBC4-7248-3486-C291-DC10F013FC15}"/>
          </ac:picMkLst>
        </pc:picChg>
        <pc:picChg chg="add mod modCrop">
          <ac:chgData name="Robbin Bouwmeester" userId="1dbfebabfc25a55a" providerId="LiveId" clId="{75D63595-F797-482E-A4A0-2F4889B74D4F}" dt="2026-10-24T15:09:29.724" v="430" actId="164"/>
          <ac:picMkLst>
            <pc:docMk/>
            <pc:sldMk cId="1283438972" sldId="451"/>
            <ac:picMk id="4" creationId="{3D9D9140-C1A5-9D07-A06D-02C2A6357E77}"/>
          </ac:picMkLst>
        </pc:picChg>
        <pc:picChg chg="add mod">
          <ac:chgData name="Robbin Bouwmeester" userId="1dbfebabfc25a55a" providerId="LiveId" clId="{75D63595-F797-482E-A4A0-2F4889B74D4F}" dt="2026-10-24T15:09:34.056" v="431" actId="164"/>
          <ac:picMkLst>
            <pc:docMk/>
            <pc:sldMk cId="1283438972" sldId="451"/>
            <ac:picMk id="5" creationId="{4AE1B03F-0FA1-BA3F-F8DC-2674E512A13F}"/>
          </ac:picMkLst>
        </pc:picChg>
        <pc:picChg chg="add del mod">
          <ac:chgData name="Robbin Bouwmeester" userId="1dbfebabfc25a55a" providerId="LiveId" clId="{75D63595-F797-482E-A4A0-2F4889B74D4F}" dt="2026-10-24T15:05:11.242" v="324" actId="478"/>
          <ac:picMkLst>
            <pc:docMk/>
            <pc:sldMk cId="1283438972" sldId="451"/>
            <ac:picMk id="6" creationId="{302C2E70-D80D-2EB1-E5E9-4DD55273ABE7}"/>
          </ac:picMkLst>
        </pc:picChg>
        <pc:picChg chg="add mod modCrop">
          <ac:chgData name="Robbin Bouwmeester" userId="1dbfebabfc25a55a" providerId="LiveId" clId="{75D63595-F797-482E-A4A0-2F4889B74D4F}" dt="2026-10-24T15:09:24.422" v="429" actId="164"/>
          <ac:picMkLst>
            <pc:docMk/>
            <pc:sldMk cId="1283438972" sldId="451"/>
            <ac:picMk id="7" creationId="{D3DCE995-E14E-B87C-C3A3-33D422550706}"/>
          </ac:picMkLst>
        </pc:picChg>
        <pc:picChg chg="add mod">
          <ac:chgData name="Robbin Bouwmeester" userId="1dbfebabfc25a55a" providerId="LiveId" clId="{75D63595-F797-482E-A4A0-2F4889B74D4F}" dt="2026-10-24T15:12:51.535" v="658" actId="1076"/>
          <ac:picMkLst>
            <pc:docMk/>
            <pc:sldMk cId="1283438972" sldId="451"/>
            <ac:picMk id="29" creationId="{88DC26EB-6887-C114-2B5A-5927DEE4FF64}"/>
          </ac:picMkLst>
        </pc:picChg>
        <pc:picChg chg="add mod">
          <ac:chgData name="Robbin Bouwmeester" userId="1dbfebabfc25a55a" providerId="LiveId" clId="{75D63595-F797-482E-A4A0-2F4889B74D4F}" dt="2026-10-24T15:13:19.724" v="663" actId="1076"/>
          <ac:picMkLst>
            <pc:docMk/>
            <pc:sldMk cId="1283438972" sldId="451"/>
            <ac:picMk id="31" creationId="{64CAF4AC-CD72-B63A-27D0-9EAAD8B8D298}"/>
          </ac:picMkLst>
        </pc:picChg>
      </pc:sldChg>
      <pc:sldChg chg="modSp mod">
        <pc:chgData name="Robbin Bouwmeester" userId="1dbfebabfc25a55a" providerId="LiveId" clId="{75D63595-F797-482E-A4A0-2F4889B74D4F}" dt="2026-10-18T07:38:29.287" v="172" actId="27636"/>
        <pc:sldMkLst>
          <pc:docMk/>
          <pc:sldMk cId="776043865" sldId="646"/>
        </pc:sldMkLst>
        <pc:spChg chg="mod">
          <ac:chgData name="Robbin Bouwmeester" userId="1dbfebabfc25a55a" providerId="LiveId" clId="{75D63595-F797-482E-A4A0-2F4889B74D4F}" dt="2026-10-18T07:38:29.287" v="172" actId="27636"/>
          <ac:spMkLst>
            <pc:docMk/>
            <pc:sldMk cId="776043865" sldId="646"/>
            <ac:spMk id="3" creationId="{A39F42C5-B5A7-4AA4-9876-6B9D02275F2B}"/>
          </ac:spMkLst>
        </pc:spChg>
      </pc:sldChg>
      <pc:sldChg chg="modSp">
        <pc:chgData name="Robbin Bouwmeester" userId="1dbfebabfc25a55a" providerId="LiveId" clId="{75D63595-F797-482E-A4A0-2F4889B74D4F}" dt="2026-10-18T07:45:58.018" v="321" actId="1035"/>
        <pc:sldMkLst>
          <pc:docMk/>
          <pc:sldMk cId="1085764102" sldId="785"/>
        </pc:sldMkLst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14" creationId="{672F38F5-76AD-F3ED-2682-A02094AF074B}"/>
          </ac:spMkLst>
        </pc:spChg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17" creationId="{2AF34428-0407-B922-2766-82F2C15B89EE}"/>
          </ac:spMkLst>
        </pc:spChg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18" creationId="{84C0241B-B406-A8BE-E4CA-2587A80C847C}"/>
          </ac:spMkLst>
        </pc:spChg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19" creationId="{256F657A-5C18-6AB8-3460-E1FC63F88A47}"/>
          </ac:spMkLst>
        </pc:spChg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20" creationId="{2CB8ECC7-0F37-BF77-FDD0-8D1EE82F51A7}"/>
          </ac:spMkLst>
        </pc:spChg>
        <pc:spChg chg="mod">
          <ac:chgData name="Robbin Bouwmeester" userId="1dbfebabfc25a55a" providerId="LiveId" clId="{75D63595-F797-482E-A4A0-2F4889B74D4F}" dt="2026-10-18T07:45:58.018" v="321" actId="1035"/>
          <ac:spMkLst>
            <pc:docMk/>
            <pc:sldMk cId="1085764102" sldId="785"/>
            <ac:spMk id="28" creationId="{FA1746FE-DC28-FE91-A289-396A0CB9C3E2}"/>
          </ac:spMkLst>
        </pc:spChg>
        <pc:picChg chg="mod">
          <ac:chgData name="Robbin Bouwmeester" userId="1dbfebabfc25a55a" providerId="LiveId" clId="{75D63595-F797-482E-A4A0-2F4889B74D4F}" dt="2026-10-18T07:45:58.018" v="321" actId="1035"/>
          <ac:picMkLst>
            <pc:docMk/>
            <pc:sldMk cId="1085764102" sldId="785"/>
            <ac:picMk id="13" creationId="{645E7226-83B2-88A7-822F-E7B4CE073007}"/>
          </ac:picMkLst>
        </pc:picChg>
        <pc:picChg chg="mod">
          <ac:chgData name="Robbin Bouwmeester" userId="1dbfebabfc25a55a" providerId="LiveId" clId="{75D63595-F797-482E-A4A0-2F4889B74D4F}" dt="2026-10-18T07:45:58.018" v="321" actId="1035"/>
          <ac:picMkLst>
            <pc:docMk/>
            <pc:sldMk cId="1085764102" sldId="785"/>
            <ac:picMk id="16" creationId="{1415B447-AD25-B843-C56F-EF102A7D8CC3}"/>
          </ac:picMkLst>
        </pc:picChg>
        <pc:picChg chg="mod">
          <ac:chgData name="Robbin Bouwmeester" userId="1dbfebabfc25a55a" providerId="LiveId" clId="{75D63595-F797-482E-A4A0-2F4889B74D4F}" dt="2026-10-18T07:45:58.018" v="321" actId="1035"/>
          <ac:picMkLst>
            <pc:docMk/>
            <pc:sldMk cId="1085764102" sldId="785"/>
            <ac:picMk id="2056" creationId="{5CB0489B-0E3A-E524-E0C6-1206A95A1D43}"/>
          </ac:picMkLst>
        </pc:picChg>
      </pc:sldChg>
      <pc:sldChg chg="modSp mod">
        <pc:chgData name="Robbin Bouwmeester" userId="1dbfebabfc25a55a" providerId="LiveId" clId="{75D63595-F797-482E-A4A0-2F4889B74D4F}" dt="2026-10-18T07:28:16.528" v="99" actId="20577"/>
        <pc:sldMkLst>
          <pc:docMk/>
          <pc:sldMk cId="2630431861" sldId="796"/>
        </pc:sldMkLst>
        <pc:spChg chg="mod">
          <ac:chgData name="Robbin Bouwmeester" userId="1dbfebabfc25a55a" providerId="LiveId" clId="{75D63595-F797-482E-A4A0-2F4889B74D4F}" dt="2026-10-18T07:28:16.528" v="99" actId="20577"/>
          <ac:spMkLst>
            <pc:docMk/>
            <pc:sldMk cId="2630431861" sldId="796"/>
            <ac:spMk id="100" creationId="{52201A38-07E5-661D-F76B-D2B2D585C210}"/>
          </ac:spMkLst>
        </pc:spChg>
      </pc:sldChg>
      <pc:sldChg chg="addSp delSp modSp mod">
        <pc:chgData name="Robbin Bouwmeester" userId="1dbfebabfc25a55a" providerId="LiveId" clId="{75D63595-F797-482E-A4A0-2F4889B74D4F}" dt="2026-10-18T07:23:18.946" v="44" actId="572"/>
        <pc:sldMkLst>
          <pc:docMk/>
          <pc:sldMk cId="5430262" sldId="801"/>
        </pc:sldMkLst>
        <pc:graphicFrameChg chg="add mod modGraphic">
          <ac:chgData name="Robbin Bouwmeester" userId="1dbfebabfc25a55a" providerId="LiveId" clId="{75D63595-F797-482E-A4A0-2F4889B74D4F}" dt="2026-10-18T07:23:18.946" v="44" actId="572"/>
          <ac:graphicFrameMkLst>
            <pc:docMk/>
            <pc:sldMk cId="5430262" sldId="801"/>
            <ac:graphicFrameMk id="8" creationId="{D1D2283C-367F-28D4-C36D-0549CD70809B}"/>
          </ac:graphicFrameMkLst>
        </pc:graphicFrameChg>
      </pc:sldChg>
      <pc:sldChg chg="addSp delSp modSp mod">
        <pc:chgData name="Robbin Bouwmeester" userId="1dbfebabfc25a55a" providerId="LiveId" clId="{75D63595-F797-482E-A4A0-2F4889B74D4F}" dt="2026-10-18T07:23:46.979" v="48" actId="22"/>
        <pc:sldMkLst>
          <pc:docMk/>
          <pc:sldMk cId="3595107892" sldId="802"/>
        </pc:sldMkLst>
        <pc:graphicFrameChg chg="add">
          <ac:chgData name="Robbin Bouwmeester" userId="1dbfebabfc25a55a" providerId="LiveId" clId="{75D63595-F797-482E-A4A0-2F4889B74D4F}" dt="2026-10-18T07:23:46.979" v="48" actId="22"/>
          <ac:graphicFrameMkLst>
            <pc:docMk/>
            <pc:sldMk cId="3595107892" sldId="802"/>
            <ac:graphicFrameMk id="39" creationId="{C4AAF57F-675E-5178-CEC1-1349853695A5}"/>
          </ac:graphicFrameMkLst>
        </pc:graphicFrameChg>
      </pc:sldChg>
      <pc:sldChg chg="addSp delSp modSp mod">
        <pc:chgData name="Robbin Bouwmeester" userId="1dbfebabfc25a55a" providerId="LiveId" clId="{75D63595-F797-482E-A4A0-2F4889B74D4F}" dt="2026-10-18T07:24:04.124" v="52" actId="22"/>
        <pc:sldMkLst>
          <pc:docMk/>
          <pc:sldMk cId="1864226116" sldId="803"/>
        </pc:sldMkLst>
        <pc:graphicFrameChg chg="add">
          <ac:chgData name="Robbin Bouwmeester" userId="1dbfebabfc25a55a" providerId="LiveId" clId="{75D63595-F797-482E-A4A0-2F4889B74D4F}" dt="2026-10-18T07:24:04.124" v="52" actId="22"/>
          <ac:graphicFrameMkLst>
            <pc:docMk/>
            <pc:sldMk cId="1864226116" sldId="803"/>
            <ac:graphicFrameMk id="39" creationId="{7E8CE4DB-E828-F31F-EC5A-C50DE0338FE5}"/>
          </ac:graphicFrameMkLst>
        </pc:graphicFrameChg>
      </pc:sldChg>
      <pc:sldChg chg="addSp delSp modSp add mod">
        <pc:chgData name="Robbin Bouwmeester" userId="1dbfebabfc25a55a" providerId="LiveId" clId="{75D63595-F797-482E-A4A0-2F4889B74D4F}" dt="2026-10-18T07:44:37.584" v="250" actId="14100"/>
        <pc:sldMkLst>
          <pc:docMk/>
          <pc:sldMk cId="1788030275" sldId="826"/>
        </pc:sldMkLst>
        <pc:spChg chg="add mod">
          <ac:chgData name="Robbin Bouwmeester" userId="1dbfebabfc25a55a" providerId="LiveId" clId="{75D63595-F797-482E-A4A0-2F4889B74D4F}" dt="2026-10-18T07:44:37.584" v="250" actId="14100"/>
          <ac:spMkLst>
            <pc:docMk/>
            <pc:sldMk cId="1788030275" sldId="826"/>
            <ac:spMk id="7" creationId="{9C36F054-B57C-8973-4918-20F45B024A15}"/>
          </ac:spMkLst>
        </pc:spChg>
        <pc:picChg chg="add mod">
          <ac:chgData name="Robbin Bouwmeester" userId="1dbfebabfc25a55a" providerId="LiveId" clId="{75D63595-F797-482E-A4A0-2F4889B74D4F}" dt="2026-10-18T07:34:56.991" v="108" actId="1076"/>
          <ac:picMkLst>
            <pc:docMk/>
            <pc:sldMk cId="1788030275" sldId="826"/>
            <ac:picMk id="4" creationId="{630F44B6-535F-8554-23A4-2DDF0040D734}"/>
          </ac:picMkLst>
        </pc:picChg>
      </pc:sldChg>
      <pc:sldChg chg="addSp delSp modSp add mod">
        <pc:chgData name="Robbin Bouwmeester" userId="1dbfebabfc25a55a" providerId="LiveId" clId="{75D63595-F797-482E-A4A0-2F4889B74D4F}" dt="2026-10-18T07:45:25.139" v="260" actId="1076"/>
        <pc:sldMkLst>
          <pc:docMk/>
          <pc:sldMk cId="2192834522" sldId="827"/>
        </pc:sldMkLst>
        <pc:spChg chg="add mod">
          <ac:chgData name="Robbin Bouwmeester" userId="1dbfebabfc25a55a" providerId="LiveId" clId="{75D63595-F797-482E-A4A0-2F4889B74D4F}" dt="2026-10-18T07:45:25.139" v="260" actId="1076"/>
          <ac:spMkLst>
            <pc:docMk/>
            <pc:sldMk cId="2192834522" sldId="827"/>
            <ac:spMk id="5" creationId="{7087E584-8942-9854-4CE7-32D4333F16F0}"/>
          </ac:spMkLst>
        </pc:spChg>
        <pc:spChg chg="add mod">
          <ac:chgData name="Robbin Bouwmeester" userId="1dbfebabfc25a55a" providerId="LiveId" clId="{75D63595-F797-482E-A4A0-2F4889B74D4F}" dt="2026-10-18T07:45:25.139" v="260" actId="1076"/>
          <ac:spMkLst>
            <pc:docMk/>
            <pc:sldMk cId="2192834522" sldId="827"/>
            <ac:spMk id="8" creationId="{7ECAF4B6-DCAC-EB7C-3311-7F9888646C08}"/>
          </ac:spMkLst>
        </pc:spChg>
      </pc:sldChg>
      <pc:sldChg chg="add">
        <pc:chgData name="Robbin Bouwmeester" userId="1dbfebabfc25a55a" providerId="LiveId" clId="{75D63595-F797-482E-A4A0-2F4889B74D4F}" dt="2026-10-24T15:05:09.169" v="323" actId="2890"/>
        <pc:sldMkLst>
          <pc:docMk/>
          <pc:sldMk cId="425196115" sldId="82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r">
              <a:defRPr sz="1200"/>
            </a:lvl1pPr>
          </a:lstStyle>
          <a:p>
            <a:fld id="{855A244C-9F30-4C83-A8DE-CCD8ECA97FB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721106"/>
            <a:ext cx="3078427" cy="513507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993" y="9721106"/>
            <a:ext cx="3078427" cy="513507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r">
              <a:defRPr sz="1200"/>
            </a:lvl1pPr>
          </a:lstStyle>
          <a:p>
            <a:fld id="{A548FC6E-990A-4504-A305-C473D62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3413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r">
              <a:defRPr sz="1200"/>
            </a:lvl1pPr>
          </a:lstStyle>
          <a:p>
            <a:fld id="{60BDB998-4A18-4804-8747-3DD07DA81E2F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7938"/>
            <a:ext cx="6145213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088" tIns="47544" rIns="95088" bIns="47544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5088" tIns="47544" rIns="95088" bIns="475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3507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3507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r">
              <a:defRPr sz="1200"/>
            </a:lvl1pPr>
          </a:lstStyle>
          <a:p>
            <a:fld id="{04016DE9-CA4A-4D53-B0D8-48C51F82471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5947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2700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3FF0-1538-F475-ED2E-FC161F047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0CB30-BD35-22F5-7D6C-EAB485C53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0D7A5-12EA-D82C-31A8-5AA07EA1F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5F5D7-B81A-EC14-06CE-86CB7B5CB2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4585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781EB-8733-7D6D-5C4F-9B4AE7868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2FE2C4-90BE-D10A-3D11-D918FCD1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8059E8-AD8E-0BAB-02A8-F539C989F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ACE24-5C48-C839-BEF6-4F92F3FC2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6221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B1B07-ACDD-B38C-5B8A-33311638E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D18BC-FDB2-2127-90EC-C66226BF4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D9585-C617-999D-0D31-2C4DB2A5D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DD3D8-4779-77A9-8951-444F4C3B3C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2095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BC760-F61E-7637-C709-19D997F1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6929BB-4E0C-5232-1611-8151CB3C4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B8591-13B4-0F8F-68A1-B639A6B79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C4067-03DE-AAC1-40E3-FC8211376B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780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0C0D-12E4-7D8B-6E07-AFD223484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44D71-FD2C-C912-D757-031A27DE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ACD1F-B1D8-1111-9A25-F2D8B9F57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A4F8B-B9A5-7DC7-E44F-D6DCE2E26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00497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6C0B7-9EB5-D4A0-0531-2751426A7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CF07D-058C-D3AB-4B67-F5346060C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5BA6F-CEC0-2EBC-FD2A-E171E3467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E351F-E0E8-FC9D-0356-00EA5277F8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74239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D496A-639B-AFE9-F4E7-40E72174F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AD22E-704B-C5B2-AF8F-C28B322EC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393C8B-0AF7-2EF8-77CA-C654549CF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BE9ED-3038-962C-B591-CC696AB5CE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19736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58FA4-6EFD-CB9B-0550-5587F260A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BC770-17D7-CA16-03A9-66C5545EF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92EA29-B4BA-F892-F6A6-EC0DC31E9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E97AF-9C1A-9626-BEEE-42771AE763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56692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B89B1-5EA5-E3B8-B4F4-F734D794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C526C-C6C0-A108-6971-EF9D063E1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BBDDB-1D32-D788-3723-3A9A4CF88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6BDFD-6A1C-7311-F03D-7DCE160FA4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96287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EFD47-D353-8565-22FD-7BD3D31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005A5-B5D3-7144-CB49-C0BACCD9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F73E1-160A-F9AF-713F-6515A688F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https://www.nature.com/articles/s41598-025-09439-4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https://www.sciencedirect.com/science/article/pii/S0933365719303173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A0A6D-1091-CFB2-67F6-55BADDD9A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67587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3B367-700E-976B-FA1A-111F839B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902E2-E0AB-3257-9462-D1EB6588D5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B48E0-A627-1491-7898-2689E3CA7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https://www.mdpi.com/2076-3417/12/10/4861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6C1AF-B541-4DE8-C2BF-8A8D56566C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576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DEE29-57AC-C78D-3F90-479C3D371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87E97-F717-E30C-F51C-1C560334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144DEF-0A9B-58E2-6EB2-8B9AC0F6E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https://www.nature.com/articles/s41467-020-15432-4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184C9-76A3-7B45-8F8B-D047ED2DD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8962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D8D1B-C348-76DB-4E3A-FAD291017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8C6C5-86C1-AFED-AFBC-66BD8A670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13F1F5-2A18-A9B7-1F71-0538560F7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https://jcheminf.biomedcentral.com/articles/10.1186/s13321-020-00441-8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035B5-F7EB-015F-9219-2E548665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8632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BAA37-EAE4-FF2F-41FF-5A63FB5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459D-16F7-F493-B822-E3BF13468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F059C-88C0-FE9A-B921-B1AE2693D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https://www.nature.com/articles/s41586-021-03819-2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8063B8-59CE-6D2A-E8BB-396A02C12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8542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B7255-FC06-EC17-7EE5-B4FA2F441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CA1A8B-8474-C2FC-50B0-BB89DDDA1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09712D-A3C7-BAEB-E87D-7CEE412D3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NL" dirty="0"/>
              <a:t>https://www.nature.com/articles/s41586-023-06160-y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B060D-20DE-3486-801C-5FC7E0B988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902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E7EC4-1C89-CA04-3769-1891BBF6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A5BD78-961E-D56A-3417-FF1B839F3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C7F535-F17F-1EF8-2F20-AD7C780A4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https://pubs.acs.org/doi/10.1021/acscentsci.7b00572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CD36C-01D3-2383-036D-40E8FE3A2C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58212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61FBE-3A35-9CDF-5926-A7DC479A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EBB71C-F0CF-76B7-BC4C-3BE26AB6C7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9A191-EC7A-445E-B5C0-70FBF9873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https://pubs.acs.org/doi/10.1021/acscentsci.7b00572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AC4DC-D1E8-D9DA-9F09-502D5D2B8C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617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A8FA-A4F8-BDDE-FC4F-802DF30D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9A52EE-5751-B107-CA78-945FD23A5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89E9A-614A-AF20-8C28-13D68AB37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https://pubs.acs.org/doi/10.1021/acscentsci.7b00572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9E454-8ADB-1781-5FB3-232DD9A73F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5618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A5A0-97DE-1E2F-8DB0-376F0899E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4CB032-61FE-FE66-D922-50E27F2B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628B0-69B2-6D79-5FDB-4A3D4CBEF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B4FA9-75D6-1CED-08E4-D561F34F44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39988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B7FE3-B781-3371-62AA-5566DA3E7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8B118-40A0-0BBE-4FBC-527DC9214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ADDED-0695-7FAD-AF9B-7330D2D19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5F529-7265-A2CB-5DB2-8FD4DE1FFE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2198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AB47-22DE-7F69-04A3-2C7CCBF9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3CF89-C2DE-D4FE-EB49-A11E76E5D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AC6AA-050E-AD97-9C21-C8AA11CA6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CB987-84CA-C25F-4532-B77D089C8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27394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8E1D4-2C03-4A6D-78B3-8D7D546D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A36B3-F701-0E6B-EF51-54BA929CF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A79C0-2F4B-F644-023E-C5F951CFC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!!! Change the reference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C93F3-5206-814A-0FC9-5B2D7987F0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1248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0EE35-92F8-7979-7E90-3DF97630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6F25D-00B3-6FCB-FAF1-A28B1E79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AEE65-405C-3781-1D5A-1DA509442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E291A-9585-237B-5F7C-E78E895E8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10582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A863-6490-D4D4-87B5-E7FC31DF4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A1DDC-59EE-808D-CEB5-73D1BE99A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C53D5-3C17-EECC-309B-B188595B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652CD-F0BD-96CF-8BD1-4391806718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54156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C791-51F3-8512-1A2C-2CAD4DABF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60C0E-7780-5B12-ACBB-699EC2D5F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BEC85-CC83-DE25-640C-6D411293A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!!! Change ref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9D26D-8F8A-72B6-A230-BEA33A550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31693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B94A-7E84-2849-C833-12E80EE6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EB5CA-38AE-1E2D-B1A1-A65B97C3A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3493AF-71F2-2066-EFC4-3A9818A88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E09E7-879E-0560-474F-AACDCEFEC8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14995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!!! Add </a:t>
            </a:r>
            <a:r>
              <a:rPr lang="en-US" dirty="0" err="1"/>
              <a:t>qr</a:t>
            </a:r>
            <a:r>
              <a:rPr lang="en-US" dirty="0"/>
              <a:t> to slides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F26344-8E19-4932-9CA1-05E0C8BB4E8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204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858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3989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1250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7740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325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637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0638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3193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791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8406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75971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Intro/Outr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 hasCustomPrompt="1"/>
          </p:nvPr>
        </p:nvSpPr>
        <p:spPr>
          <a:xfrm>
            <a:off x="353485" y="1017588"/>
            <a:ext cx="11366500" cy="5118100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Picture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5C1079-0F86-490C-9F83-910CD24182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9230" y="6356350"/>
            <a:ext cx="1104569" cy="365125"/>
          </a:xfrm>
        </p:spPr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568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5B71-03B9-4F2E-8002-FAA5F7C59FD1}" type="datetimeFigureOut">
              <a:rPr lang="nl-NL" smtClean="0"/>
              <a:t>24-10-2026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67E854-951B-4257-BF63-EAFBFE0DA03A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2119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github.com/CompOmics/ML_AI_Analytical_Chemistry_Cours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1.svg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scientificamerican.com/article/using-pigeons-to-diagnose-cancer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svg"/><Relationship Id="rId9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scientificamerican.com/article/using-pigeons-to-diagnose-cancer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DA22BA6-7AA7-A24F-D805-01C85B18B1F6}"/>
              </a:ext>
            </a:extLst>
          </p:cNvPr>
          <p:cNvGrpSpPr/>
          <p:nvPr/>
        </p:nvGrpSpPr>
        <p:grpSpPr>
          <a:xfrm>
            <a:off x="6744568" y="4487594"/>
            <a:ext cx="2188406" cy="1845546"/>
            <a:chOff x="3185452" y="4487594"/>
            <a:chExt cx="2188406" cy="1845546"/>
          </a:xfrm>
        </p:grpSpPr>
        <p:pic>
          <p:nvPicPr>
            <p:cNvPr id="5" name="Picture 4" descr="Robbin BOUWMEESTER | PostDoc Position | Doctor | Ghent University, Gent ...">
              <a:extLst>
                <a:ext uri="{FF2B5EF4-FFF2-40B4-BE49-F238E27FC236}">
                  <a16:creationId xmlns:a16="http://schemas.microsoft.com/office/drawing/2014/main" id="{4AE1B03F-0FA1-BA3F-F8DC-2674E512A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077" y="4487594"/>
              <a:ext cx="1513156" cy="151315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69C097-EDDD-A76E-5B4B-5A1DAF7BC57F}"/>
                </a:ext>
              </a:extLst>
            </p:cNvPr>
            <p:cNvSpPr txBox="1"/>
            <p:nvPr/>
          </p:nvSpPr>
          <p:spPr>
            <a:xfrm>
              <a:off x="3185452" y="6056141"/>
              <a:ext cx="21884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dr. Robbin Bouwmeester</a:t>
              </a:r>
              <a:endParaRPr lang="en-NL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57BB19D-6A8D-E8D2-ECE4-2BB41CC6D783}"/>
              </a:ext>
            </a:extLst>
          </p:cNvPr>
          <p:cNvGrpSpPr/>
          <p:nvPr/>
        </p:nvGrpSpPr>
        <p:grpSpPr>
          <a:xfrm>
            <a:off x="8560913" y="4461992"/>
            <a:ext cx="2188406" cy="1871148"/>
            <a:chOff x="5001797" y="4461992"/>
            <a:chExt cx="2188406" cy="1871148"/>
          </a:xfrm>
        </p:grpSpPr>
        <p:pic>
          <p:nvPicPr>
            <p:cNvPr id="4" name="Picture 3" descr="Cérémonie du 10 avril 2024 - Cercle Gutenberg">
              <a:extLst>
                <a:ext uri="{FF2B5EF4-FFF2-40B4-BE49-F238E27FC236}">
                  <a16:creationId xmlns:a16="http://schemas.microsoft.com/office/drawing/2014/main" id="{3D9D9140-C1A5-9D07-A06D-02C2A6357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445" t="13747" r="7375" b="20174"/>
            <a:stretch>
              <a:fillRect/>
            </a:stretch>
          </p:blipFill>
          <p:spPr>
            <a:xfrm>
              <a:off x="5416060" y="4461992"/>
              <a:ext cx="1427871" cy="15167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3CC182-A44C-5A7F-E735-354E47F6E545}"/>
                </a:ext>
              </a:extLst>
            </p:cNvPr>
            <p:cNvSpPr txBox="1"/>
            <p:nvPr/>
          </p:nvSpPr>
          <p:spPr>
            <a:xfrm>
              <a:off x="5001797" y="6056141"/>
              <a:ext cx="21884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prof. Lennart Martens</a:t>
              </a:r>
              <a:endParaRPr lang="en-NL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17122DE-0577-3BF4-C375-0C7A8802B01E}"/>
              </a:ext>
            </a:extLst>
          </p:cNvPr>
          <p:cNvGrpSpPr/>
          <p:nvPr/>
        </p:nvGrpSpPr>
        <p:grpSpPr>
          <a:xfrm>
            <a:off x="10204488" y="4451326"/>
            <a:ext cx="2188406" cy="1881814"/>
            <a:chOff x="6645372" y="4451326"/>
            <a:chExt cx="2188406" cy="1881814"/>
          </a:xfrm>
        </p:grpSpPr>
        <p:pic>
          <p:nvPicPr>
            <p:cNvPr id="7" name="Picture 6" descr="Jerome PANSANEL | Head of the SCIGNE Platform | PhD in Chemistry ...">
              <a:extLst>
                <a:ext uri="{FF2B5EF4-FFF2-40B4-BE49-F238E27FC236}">
                  <a16:creationId xmlns:a16="http://schemas.microsoft.com/office/drawing/2014/main" id="{D3DCE995-E14E-B87C-C3A3-33D422550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496" r="28245" b="14446"/>
            <a:stretch>
              <a:fillRect/>
            </a:stretch>
          </p:blipFill>
          <p:spPr>
            <a:xfrm>
              <a:off x="7053775" y="4451326"/>
              <a:ext cx="1371600" cy="154942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A17D6DD-46A6-69B3-BFFA-1DC8F9C7418D}"/>
                </a:ext>
              </a:extLst>
            </p:cNvPr>
            <p:cNvSpPr txBox="1"/>
            <p:nvPr/>
          </p:nvSpPr>
          <p:spPr>
            <a:xfrm>
              <a:off x="6645372" y="6056141"/>
              <a:ext cx="21884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prof. </a:t>
              </a:r>
              <a:r>
                <a:rPr lang="en-NL" sz="1200" dirty="0"/>
                <a:t>Jerome </a:t>
              </a:r>
              <a:r>
                <a:rPr lang="en-NL" sz="1200" dirty="0" err="1"/>
                <a:t>Pansanel</a:t>
              </a:r>
              <a:endParaRPr lang="en-NL" sz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0C769D3-6BC6-0789-440D-44ABD8973ED5}"/>
              </a:ext>
            </a:extLst>
          </p:cNvPr>
          <p:cNvGrpSpPr/>
          <p:nvPr/>
        </p:nvGrpSpPr>
        <p:grpSpPr>
          <a:xfrm>
            <a:off x="8322505" y="519627"/>
            <a:ext cx="2188406" cy="1703990"/>
            <a:chOff x="8257296" y="345536"/>
            <a:chExt cx="2188406" cy="1703990"/>
          </a:xfrm>
        </p:grpSpPr>
        <p:pic>
          <p:nvPicPr>
            <p:cNvPr id="2" name="Picture 1" descr="CompOmics – Computational Omics and Systems Biology Group">
              <a:extLst>
                <a:ext uri="{FF2B5EF4-FFF2-40B4-BE49-F238E27FC236}">
                  <a16:creationId xmlns:a16="http://schemas.microsoft.com/office/drawing/2014/main" id="{D369E40C-8761-3EC7-BCFA-E0E807035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65699" y="345536"/>
              <a:ext cx="1371600" cy="13716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272FFB-1369-5A97-4114-6D76E98FDEB4}"/>
                </a:ext>
              </a:extLst>
            </p:cNvPr>
            <p:cNvSpPr txBox="1"/>
            <p:nvPr/>
          </p:nvSpPr>
          <p:spPr>
            <a:xfrm>
              <a:off x="8257296" y="1772527"/>
              <a:ext cx="21884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dr. Ralf Gabriels</a:t>
              </a:r>
              <a:endParaRPr lang="en-NL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B8EA309-09C7-1569-22D7-41984B25C415}"/>
              </a:ext>
            </a:extLst>
          </p:cNvPr>
          <p:cNvGrpSpPr/>
          <p:nvPr/>
        </p:nvGrpSpPr>
        <p:grpSpPr>
          <a:xfrm>
            <a:off x="10003594" y="519627"/>
            <a:ext cx="2188406" cy="1703989"/>
            <a:chOff x="9938385" y="345536"/>
            <a:chExt cx="2188406" cy="1703989"/>
          </a:xfrm>
        </p:grpSpPr>
        <p:pic>
          <p:nvPicPr>
            <p:cNvPr id="3" name="Picture 2" descr="Sven Degroeve | UGent.AI">
              <a:extLst>
                <a:ext uri="{FF2B5EF4-FFF2-40B4-BE49-F238E27FC236}">
                  <a16:creationId xmlns:a16="http://schemas.microsoft.com/office/drawing/2014/main" id="{8F65FBC4-7248-3486-C291-DC10F013F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346788" y="345536"/>
              <a:ext cx="1371600" cy="13716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A1EBB58-B487-1541-A435-DF5E64C3250F}"/>
                </a:ext>
              </a:extLst>
            </p:cNvPr>
            <p:cNvSpPr txBox="1"/>
            <p:nvPr/>
          </p:nvSpPr>
          <p:spPr>
            <a:xfrm>
              <a:off x="9938385" y="1772526"/>
              <a:ext cx="21884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dr. Sven Degroeve</a:t>
              </a:r>
              <a:endParaRPr lang="en-NL" sz="120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30E11CF9-5997-FEA7-A689-BF82E07B679B}"/>
              </a:ext>
            </a:extLst>
          </p:cNvPr>
          <p:cNvSpPr txBox="1"/>
          <p:nvPr/>
        </p:nvSpPr>
        <p:spPr>
          <a:xfrm>
            <a:off x="8259640" y="14501"/>
            <a:ext cx="3868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Material revised from:</a:t>
            </a:r>
            <a:endParaRPr lang="en-N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223809-7109-E4C4-11FB-91F94E1789F5}"/>
              </a:ext>
            </a:extLst>
          </p:cNvPr>
          <p:cNvSpPr txBox="1"/>
          <p:nvPr/>
        </p:nvSpPr>
        <p:spPr>
          <a:xfrm>
            <a:off x="7589080" y="4015291"/>
            <a:ext cx="3868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Teachers:</a:t>
            </a:r>
            <a:endParaRPr lang="en-N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7FEA2F-379C-8EA4-3EA9-99EEA5863F95}"/>
              </a:ext>
            </a:extLst>
          </p:cNvPr>
          <p:cNvSpPr txBox="1"/>
          <p:nvPr/>
        </p:nvSpPr>
        <p:spPr>
          <a:xfrm>
            <a:off x="604910" y="3795385"/>
            <a:ext cx="7162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7"/>
              </a:rPr>
              <a:t>https://github.com/CompOmics/ML_AI_Analytical_Chemistry_Course</a:t>
            </a:r>
            <a:endParaRPr lang="nl-BE" dirty="0"/>
          </a:p>
          <a:p>
            <a:endParaRPr lang="en-NL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8DC26EB-6887-C114-2B5A-5927DEE4FF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7236" y="299341"/>
            <a:ext cx="4170249" cy="318377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4CAF4AC-CD72-B63A-27D0-9EAAD8B8D2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6745" y="4129759"/>
            <a:ext cx="2338156" cy="233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38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F083D-83EA-63BE-432C-B5B0CBFE8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0B3BD-DDC4-D4E8-A714-F81D3A67B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2418"/>
            <a:ext cx="12192000" cy="696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96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2BC1EBD-56C9-4975-8209-D484E5E92DD8}"/>
              </a:ext>
            </a:extLst>
          </p:cNvPr>
          <p:cNvSpPr txBox="1">
            <a:spLocks/>
          </p:cNvSpPr>
          <p:nvPr/>
        </p:nvSpPr>
        <p:spPr>
          <a:xfrm>
            <a:off x="578734" y="259609"/>
            <a:ext cx="1132370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Human expert competing with Artificial Intelligence (Machine Learning model) to classify benign or malignant breast cancer slides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32FF54-798F-489C-8652-3364D530836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3</a:t>
            </a:fld>
            <a:endParaRPr lang="nl-BE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5FCDA6-4E1B-965F-2240-02FFFA286BEE}"/>
              </a:ext>
            </a:extLst>
          </p:cNvPr>
          <p:cNvGrpSpPr/>
          <p:nvPr/>
        </p:nvGrpSpPr>
        <p:grpSpPr>
          <a:xfrm>
            <a:off x="988290" y="2262906"/>
            <a:ext cx="3296912" cy="3208482"/>
            <a:chOff x="711199" y="234950"/>
            <a:chExt cx="5703456" cy="555047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52F7175F-E850-3D81-1413-79BFE218A5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33" r="47387" b="58278"/>
            <a:stretch>
              <a:fillRect/>
            </a:stretch>
          </p:blipFill>
          <p:spPr bwMode="auto">
            <a:xfrm>
              <a:off x="711200" y="234950"/>
              <a:ext cx="5703455" cy="2665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35E7F3-7D09-601F-B74D-C366BCEFD87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333" t="289" r="-113" b="57989"/>
            <a:stretch>
              <a:fillRect/>
            </a:stretch>
          </p:blipFill>
          <p:spPr bwMode="auto">
            <a:xfrm>
              <a:off x="711199" y="3120159"/>
              <a:ext cx="5703455" cy="2665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" name="Graphic 10" descr="Doctor female with solid fill">
            <a:extLst>
              <a:ext uri="{FF2B5EF4-FFF2-40B4-BE49-F238E27FC236}">
                <a16:creationId xmlns:a16="http://schemas.microsoft.com/office/drawing/2014/main" id="{B6D0AB61-C53B-B8B2-E289-88CE2B1E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37343" y="2079444"/>
            <a:ext cx="1778000" cy="1778000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E1EEC339-E24D-C354-CC9A-D63B5EE96A3B}"/>
              </a:ext>
            </a:extLst>
          </p:cNvPr>
          <p:cNvSpPr/>
          <p:nvPr/>
        </p:nvSpPr>
        <p:spPr>
          <a:xfrm>
            <a:off x="4581237" y="268149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07A9FFBD-3C6A-9BBD-E7F0-9B3DAD2991B7}"/>
              </a:ext>
            </a:extLst>
          </p:cNvPr>
          <p:cNvSpPr/>
          <p:nvPr/>
        </p:nvSpPr>
        <p:spPr>
          <a:xfrm>
            <a:off x="4581237" y="4881161"/>
            <a:ext cx="586510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1032" name="Picture 8" descr="Artificial Neural Network Icons - Free SVG &amp; PNG Artificial Neural Network  Images - Noun Project">
            <a:extLst>
              <a:ext uri="{FF2B5EF4-FFF2-40B4-BE49-F238E27FC236}">
                <a16:creationId xmlns:a16="http://schemas.microsoft.com/office/drawing/2014/main" id="{4F812668-CF5F-6F4A-8105-ECA7AFE23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520" y="4425260"/>
            <a:ext cx="1272020" cy="1272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B6D7495-03C0-A8FC-044B-279BF02E5994}"/>
              </a:ext>
            </a:extLst>
          </p:cNvPr>
          <p:cNvSpPr txBox="1"/>
          <p:nvPr/>
        </p:nvSpPr>
        <p:spPr>
          <a:xfrm>
            <a:off x="4596719" y="1767600"/>
            <a:ext cx="3296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Human Expert</a:t>
            </a:r>
            <a:endParaRPr lang="en-NL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9E77A0-C947-986B-3079-353119B97FA5}"/>
              </a:ext>
            </a:extLst>
          </p:cNvPr>
          <p:cNvSpPr txBox="1"/>
          <p:nvPr/>
        </p:nvSpPr>
        <p:spPr>
          <a:xfrm>
            <a:off x="4796074" y="4083864"/>
            <a:ext cx="3296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Machine Learning</a:t>
            </a:r>
            <a:endParaRPr lang="en-NL" b="1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7F02B7FA-573C-B408-2D26-24EFDB1F176C}"/>
              </a:ext>
            </a:extLst>
          </p:cNvPr>
          <p:cNvSpPr/>
          <p:nvPr/>
        </p:nvSpPr>
        <p:spPr>
          <a:xfrm>
            <a:off x="7740074" y="3688151"/>
            <a:ext cx="500157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0A65542-7773-F9C5-9DCD-B2B32BFCB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1352" y="2905988"/>
            <a:ext cx="2815178" cy="1896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9443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6AA45-FF9D-6117-4B8E-46805100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52201A38-07E5-661D-F76B-D2B2D585C210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I lied; multiple pigeons learned to do this in just 14 days. Machine Learning works with the same principles though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AA6150-9091-ADBF-CDDE-B588825057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4</a:t>
            </a:fld>
            <a:endParaRPr lang="nl-BE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C6960BD-12FC-2FD6-0C13-36009F350E32}"/>
              </a:ext>
            </a:extLst>
          </p:cNvPr>
          <p:cNvGrpSpPr/>
          <p:nvPr/>
        </p:nvGrpSpPr>
        <p:grpSpPr>
          <a:xfrm>
            <a:off x="988290" y="2262906"/>
            <a:ext cx="3296912" cy="3208482"/>
            <a:chOff x="711199" y="234950"/>
            <a:chExt cx="5703456" cy="555047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362136DB-9CD1-784B-2A25-29BBC852B2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33" r="47387" b="58278"/>
            <a:stretch>
              <a:fillRect/>
            </a:stretch>
          </p:blipFill>
          <p:spPr bwMode="auto">
            <a:xfrm>
              <a:off x="711200" y="234950"/>
              <a:ext cx="5703455" cy="2665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D56484D-38A9-A98C-B865-4DE140278D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333" t="289" r="-113" b="57989"/>
            <a:stretch>
              <a:fillRect/>
            </a:stretch>
          </p:blipFill>
          <p:spPr bwMode="auto">
            <a:xfrm>
              <a:off x="711199" y="3120159"/>
              <a:ext cx="5703455" cy="2665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" name="Graphic 10" descr="Doctor female with solid fill">
            <a:extLst>
              <a:ext uri="{FF2B5EF4-FFF2-40B4-BE49-F238E27FC236}">
                <a16:creationId xmlns:a16="http://schemas.microsoft.com/office/drawing/2014/main" id="{F8468703-D5C5-63D5-57FC-EB3BC77CF3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37343" y="2079444"/>
            <a:ext cx="1778000" cy="1778000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B1FB64DB-CF5F-889F-E861-77CF7872A766}"/>
              </a:ext>
            </a:extLst>
          </p:cNvPr>
          <p:cNvSpPr/>
          <p:nvPr/>
        </p:nvSpPr>
        <p:spPr>
          <a:xfrm>
            <a:off x="4581237" y="268149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83DCCF5-0B76-2EDA-FE70-530FC9A30370}"/>
              </a:ext>
            </a:extLst>
          </p:cNvPr>
          <p:cNvSpPr/>
          <p:nvPr/>
        </p:nvSpPr>
        <p:spPr>
          <a:xfrm>
            <a:off x="4581237" y="4881161"/>
            <a:ext cx="586510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782C77-C6A6-1D91-F292-56A15533789C}"/>
              </a:ext>
            </a:extLst>
          </p:cNvPr>
          <p:cNvSpPr txBox="1"/>
          <p:nvPr/>
        </p:nvSpPr>
        <p:spPr>
          <a:xfrm>
            <a:off x="4596719" y="1767600"/>
            <a:ext cx="3296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Human Expert</a:t>
            </a:r>
            <a:endParaRPr lang="en-NL" b="1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7CA35625-0F9C-4C2C-28BB-B7AE43F86D36}"/>
              </a:ext>
            </a:extLst>
          </p:cNvPr>
          <p:cNvSpPr/>
          <p:nvPr/>
        </p:nvSpPr>
        <p:spPr>
          <a:xfrm>
            <a:off x="7740074" y="3688151"/>
            <a:ext cx="500157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3807F4A2-ACB2-F4A9-5FED-CA7820CFE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1352" y="2905988"/>
            <a:ext cx="2815178" cy="1896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Pigeon 0.5 pics??? #pigeonsofinstagram #petpigeons #funnymemes #pointfive  #animalsmemes #birds #birdsofinstagram #petbirds #cuteanimals #funny  #goofymemes #cute #birdmemes">
            <a:extLst>
              <a:ext uri="{FF2B5EF4-FFF2-40B4-BE49-F238E27FC236}">
                <a16:creationId xmlns:a16="http://schemas.microsoft.com/office/drawing/2014/main" id="{CA81F3FE-AAE7-1B9C-C06C-3B5C3B89F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30080" y="3930716"/>
            <a:ext cx="1536989" cy="191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0431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A17BC-BE3D-0DBD-7B9C-5804043A7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EDE2FD2E-0FC3-BD3B-615F-87BB6838F668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ML trains a model from </a:t>
            </a:r>
            <a:r>
              <a:rPr lang="en-US" sz="3000" dirty="0">
                <a:highlight>
                  <a:srgbClr val="00FFFF"/>
                </a:highlight>
              </a:rPr>
              <a:t>experience</a:t>
            </a:r>
            <a:r>
              <a:rPr lang="en-US" sz="3000" dirty="0"/>
              <a:t> (data) with respect to a </a:t>
            </a:r>
            <a:r>
              <a:rPr lang="en-US" sz="3000" dirty="0">
                <a:highlight>
                  <a:srgbClr val="00FFFF"/>
                </a:highlight>
              </a:rPr>
              <a:t>task </a:t>
            </a:r>
            <a:r>
              <a:rPr lang="en-US" sz="3000" dirty="0"/>
              <a:t>and </a:t>
            </a:r>
            <a:r>
              <a:rPr lang="en-US" sz="3000" dirty="0">
                <a:highlight>
                  <a:srgbClr val="00FFFF"/>
                </a:highlight>
              </a:rPr>
              <a:t>performance measure</a:t>
            </a:r>
            <a:r>
              <a:rPr lang="en-US" sz="3000" dirty="0"/>
              <a:t> that should be able to </a:t>
            </a:r>
            <a:r>
              <a:rPr lang="en-US" sz="3000" dirty="0">
                <a:highlight>
                  <a:srgbClr val="00FFFF"/>
                </a:highlight>
              </a:rPr>
              <a:t>generalize</a:t>
            </a:r>
            <a:endParaRPr lang="x-none" sz="3000" dirty="0">
              <a:highlight>
                <a:srgbClr val="00FFFF"/>
              </a:highligh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2FD4F0-D12B-BD0B-5477-7DDD63737F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5</a:t>
            </a:fld>
            <a:endParaRPr lang="nl-B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EDBE337-C83F-D6F9-963D-F256FE3EC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6472" y="1260475"/>
            <a:ext cx="7620000" cy="509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3FBAD5-88BD-22C0-300C-42529157CCA4}"/>
              </a:ext>
            </a:extLst>
          </p:cNvPr>
          <p:cNvSpPr txBox="1"/>
          <p:nvPr/>
        </p:nvSpPr>
        <p:spPr>
          <a:xfrm>
            <a:off x="2346036" y="64137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Using Pigeons to Diagnose Cancer | Scientific American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16390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D94D-8050-8863-CF28-982868A0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4D342F6B-0C5D-9BAC-4467-D35949958AF4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ML trains a model from </a:t>
            </a:r>
            <a:r>
              <a:rPr lang="en-US" sz="3000" dirty="0">
                <a:highlight>
                  <a:srgbClr val="00FFFF"/>
                </a:highlight>
              </a:rPr>
              <a:t>experience</a:t>
            </a:r>
            <a:r>
              <a:rPr lang="en-US" sz="3000" dirty="0"/>
              <a:t> (data) with respect to a </a:t>
            </a:r>
            <a:r>
              <a:rPr lang="en-US" sz="3000" dirty="0">
                <a:highlight>
                  <a:srgbClr val="00FFFF"/>
                </a:highlight>
              </a:rPr>
              <a:t>task </a:t>
            </a:r>
            <a:r>
              <a:rPr lang="en-US" sz="3000" dirty="0"/>
              <a:t>and </a:t>
            </a:r>
            <a:r>
              <a:rPr lang="en-US" sz="3000" dirty="0">
                <a:highlight>
                  <a:srgbClr val="00FFFF"/>
                </a:highlight>
              </a:rPr>
              <a:t>performance measure</a:t>
            </a:r>
            <a:r>
              <a:rPr lang="en-US" sz="3000" dirty="0"/>
              <a:t> that should be able to </a:t>
            </a:r>
            <a:r>
              <a:rPr lang="en-US" sz="3000" dirty="0">
                <a:highlight>
                  <a:srgbClr val="00FFFF"/>
                </a:highlight>
              </a:rPr>
              <a:t>generalize</a:t>
            </a:r>
            <a:endParaRPr lang="x-none" sz="3000" dirty="0">
              <a:highlight>
                <a:srgbClr val="00FFFF"/>
              </a:highligh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05CAAA-3C54-771A-BB03-7ED25374C9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6</a:t>
            </a:fld>
            <a:endParaRPr lang="nl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0F44B6-535F-8554-23A4-2DDF0040D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746" y="1908028"/>
            <a:ext cx="7912507" cy="35688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36F054-B57C-8973-4918-20F45B024A15}"/>
              </a:ext>
            </a:extLst>
          </p:cNvPr>
          <p:cNvSpPr txBox="1"/>
          <p:nvPr/>
        </p:nvSpPr>
        <p:spPr>
          <a:xfrm>
            <a:off x="578735" y="6387146"/>
            <a:ext cx="103630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Rosenblatt, F. (1958). The perceptron: a probabilistic model for information storage and organization in the brain. Psychological review, 65(6), 386.</a:t>
            </a:r>
            <a:endParaRPr lang="en-NL" sz="1200" dirty="0"/>
          </a:p>
        </p:txBody>
      </p:sp>
    </p:spTree>
    <p:extLst>
      <p:ext uri="{BB962C8B-B14F-4D97-AF65-F5344CB8AC3E}">
        <p14:creationId xmlns:p14="http://schemas.microsoft.com/office/powerpoint/2010/main" val="1788030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6C038-FDC3-0CBD-AD84-0970BBAC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7E3C9B-7280-72B7-01A2-0C5DBD00E8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87E584-8942-9854-4CE7-32D4333F16F0}"/>
              </a:ext>
            </a:extLst>
          </p:cNvPr>
          <p:cNvSpPr txBox="1"/>
          <p:nvPr/>
        </p:nvSpPr>
        <p:spPr>
          <a:xfrm>
            <a:off x="1445526" y="985925"/>
            <a:ext cx="932464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/>
              <a:t>“field of study that gives computers the ability to learn without being explicitly programmed.”</a:t>
            </a:r>
          </a:p>
          <a:p>
            <a:r>
              <a:rPr lang="en-US" sz="3200" b="1" i="1" dirty="0"/>
              <a:t>Arthur Samuel - 1958</a:t>
            </a:r>
            <a:endParaRPr lang="en-NL" sz="3200" b="1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CAF4B6-DCAC-EB7C-3311-7F9888646C08}"/>
                  </a:ext>
                </a:extLst>
              </p:cNvPr>
              <p:cNvSpPr txBox="1"/>
              <p:nvPr/>
            </p:nvSpPr>
            <p:spPr>
              <a:xfrm>
                <a:off x="1445525" y="3066610"/>
                <a:ext cx="9688408" cy="2554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/>
                  <a:t>“A computer program is said to learn from experience E with respect to some class of tasks T and performance measure P, if its performance at tasks in T, as measured by P, improves with experience E. ~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”</a:t>
                </a:r>
              </a:p>
              <a:p>
                <a:r>
                  <a:rPr lang="en-US" sz="3200" b="1" i="1" dirty="0"/>
                  <a:t>Tom M. Mitchell - 1997</a:t>
                </a:r>
                <a:endParaRPr lang="en-NL" sz="3200" b="1" i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CAF4B6-DCAC-EB7C-3311-7F9888646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525" y="3066610"/>
                <a:ext cx="9688408" cy="2554545"/>
              </a:xfrm>
              <a:prstGeom prst="rect">
                <a:avLst/>
              </a:prstGeom>
              <a:blipFill>
                <a:blip r:embed="rId3"/>
                <a:stretch>
                  <a:fillRect l="-1573" t="-3103" b="-692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283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005C-C482-AF4F-3B9F-33A7F94B8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9EB981EB-CDF1-F539-90F8-258E7A566396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Machine learning maps between data (features) and a target value, from a trained model you can obtain predictions when providing the model with only data and an unknown target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F57F8F-D1E9-A7E4-FA6B-EF6BF05299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8</a:t>
            </a:fld>
            <a:endParaRPr lang="nl-BE" dirty="0"/>
          </a:p>
        </p:txBody>
      </p:sp>
      <p:pic>
        <p:nvPicPr>
          <p:cNvPr id="13" name="Graphic 12" descr="Table outline">
            <a:extLst>
              <a:ext uri="{FF2B5EF4-FFF2-40B4-BE49-F238E27FC236}">
                <a16:creationId xmlns:a16="http://schemas.microsoft.com/office/drawing/2014/main" id="{645E7226-83B2-88A7-822F-E7B4CE0730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9396412" y="2563223"/>
            <a:ext cx="1038530" cy="20769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2F38F5-76AD-F3ED-2682-A02094AF074B}"/>
              </a:ext>
            </a:extLst>
          </p:cNvPr>
          <p:cNvSpPr txBox="1"/>
          <p:nvPr/>
        </p:nvSpPr>
        <p:spPr>
          <a:xfrm>
            <a:off x="434340" y="2404861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 (features)</a:t>
            </a:r>
            <a:endParaRPr lang="en-NL" sz="2800" dirty="0"/>
          </a:p>
        </p:txBody>
      </p:sp>
      <p:pic>
        <p:nvPicPr>
          <p:cNvPr id="16" name="Graphic 15" descr="Table outline">
            <a:extLst>
              <a:ext uri="{FF2B5EF4-FFF2-40B4-BE49-F238E27FC236}">
                <a16:creationId xmlns:a16="http://schemas.microsoft.com/office/drawing/2014/main" id="{1415B447-AD25-B843-C56F-EF102A7D8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050" y="2563223"/>
            <a:ext cx="2705100" cy="2705100"/>
          </a:xfrm>
          <a:prstGeom prst="rect">
            <a:avLst/>
          </a:prstGeom>
        </p:spPr>
      </p:pic>
      <p:pic>
        <p:nvPicPr>
          <p:cNvPr id="2056" name="Picture 8" descr="Decision Tree Icon: Over 4,065 Royalty-Free Licensable Stock Illustrations  &amp; Drawings | Shutterstock">
            <a:extLst>
              <a:ext uri="{FF2B5EF4-FFF2-40B4-BE49-F238E27FC236}">
                <a16:creationId xmlns:a16="http://schemas.microsoft.com/office/drawing/2014/main" id="{5CB0489B-0E3A-E524-E0C6-1206A95A1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788338" y="2928081"/>
            <a:ext cx="2615324" cy="2615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AF34428-0407-B922-2766-82F2C15B89EE}"/>
              </a:ext>
            </a:extLst>
          </p:cNvPr>
          <p:cNvSpPr txBox="1"/>
          <p:nvPr/>
        </p:nvSpPr>
        <p:spPr>
          <a:xfrm>
            <a:off x="4396740" y="2404861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</a:t>
            </a:r>
            <a:endParaRPr lang="en-NL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C0241B-B406-A8BE-E4CA-2587A80C847C}"/>
              </a:ext>
            </a:extLst>
          </p:cNvPr>
          <p:cNvSpPr txBox="1"/>
          <p:nvPr/>
        </p:nvSpPr>
        <p:spPr>
          <a:xfrm>
            <a:off x="8359140" y="2404861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Target</a:t>
            </a:r>
            <a:endParaRPr lang="en-NL" sz="28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56F657A-5C18-6AB8-3460-E1FC63F88A47}"/>
              </a:ext>
            </a:extLst>
          </p:cNvPr>
          <p:cNvSpPr/>
          <p:nvPr/>
        </p:nvSpPr>
        <p:spPr>
          <a:xfrm>
            <a:off x="3976448" y="3735664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CB8ECC7-0F37-BF77-FDD0-8D1EE82F51A7}"/>
              </a:ext>
            </a:extLst>
          </p:cNvPr>
          <p:cNvSpPr/>
          <p:nvPr/>
        </p:nvSpPr>
        <p:spPr>
          <a:xfrm>
            <a:off x="8029782" y="3735664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A1746FE-DC28-FE91-A289-396A0CB9C3E2}"/>
              </a:ext>
            </a:extLst>
          </p:cNvPr>
          <p:cNvSpPr/>
          <p:nvPr/>
        </p:nvSpPr>
        <p:spPr>
          <a:xfrm rot="10800000">
            <a:off x="7998013" y="4212310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85764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F14D7-8A8C-9D50-4929-CCFF5E8DA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8A741D0B-DB7C-06DD-A88B-3175D711B3DB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Skin melanoma as a simplified example of how a model learns;</a:t>
            </a:r>
          </a:p>
          <a:p>
            <a:pPr>
              <a:defRPr/>
            </a:pPr>
            <a:r>
              <a:rPr lang="en-US" sz="3000" dirty="0"/>
              <a:t>note that a computer only works with numbers!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FCAE67-B752-5859-D7A6-E07F85DB22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9</a:t>
            </a:fld>
            <a:endParaRPr lang="nl-BE" dirty="0"/>
          </a:p>
        </p:txBody>
      </p:sp>
      <p:pic>
        <p:nvPicPr>
          <p:cNvPr id="13" name="Graphic 12" descr="Table outline">
            <a:extLst>
              <a:ext uri="{FF2B5EF4-FFF2-40B4-BE49-F238E27FC236}">
                <a16:creationId xmlns:a16="http://schemas.microsoft.com/office/drawing/2014/main" id="{41A86312-7F85-6E35-459B-73554F272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9396412" y="1951037"/>
            <a:ext cx="1038530" cy="20769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4C3BE2F-07DC-BE08-E41E-CCD050F382EC}"/>
              </a:ext>
            </a:extLst>
          </p:cNvPr>
          <p:cNvSpPr txBox="1"/>
          <p:nvPr/>
        </p:nvSpPr>
        <p:spPr>
          <a:xfrm>
            <a:off x="4343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 (features)</a:t>
            </a:r>
            <a:endParaRPr lang="en-NL" sz="2800" dirty="0"/>
          </a:p>
        </p:txBody>
      </p:sp>
      <p:pic>
        <p:nvPicPr>
          <p:cNvPr id="2056" name="Picture 8" descr="Decision Tree Icon: Over 4,065 Royalty-Free Licensable Stock Illustrations  &amp; Drawings | Shutterstock">
            <a:extLst>
              <a:ext uri="{FF2B5EF4-FFF2-40B4-BE49-F238E27FC236}">
                <a16:creationId xmlns:a16="http://schemas.microsoft.com/office/drawing/2014/main" id="{0BEB037E-9EF6-2F4C-5C68-60B63F4B29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614"/>
          <a:stretch>
            <a:fillRect/>
          </a:stretch>
        </p:blipFill>
        <p:spPr bwMode="auto">
          <a:xfrm rot="5400000">
            <a:off x="5358662" y="1745571"/>
            <a:ext cx="1474676" cy="2615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097946-82C5-18C2-E729-E8B564D53BB9}"/>
              </a:ext>
            </a:extLst>
          </p:cNvPr>
          <p:cNvSpPr txBox="1"/>
          <p:nvPr/>
        </p:nvSpPr>
        <p:spPr>
          <a:xfrm>
            <a:off x="43967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</a:t>
            </a:r>
            <a:endParaRPr lang="en-NL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E0B1E2-053E-9599-3FAD-704818F9F80B}"/>
              </a:ext>
            </a:extLst>
          </p:cNvPr>
          <p:cNvSpPr txBox="1"/>
          <p:nvPr/>
        </p:nvSpPr>
        <p:spPr>
          <a:xfrm>
            <a:off x="83591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Target</a:t>
            </a:r>
            <a:endParaRPr lang="en-NL" sz="28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7217A4D-7C58-9A92-5E35-B344F478611A}"/>
              </a:ext>
            </a:extLst>
          </p:cNvPr>
          <p:cNvSpPr/>
          <p:nvPr/>
        </p:nvSpPr>
        <p:spPr>
          <a:xfrm>
            <a:off x="4358414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F35974A4-77CB-8D10-3631-E2DD659F3E7F}"/>
              </a:ext>
            </a:extLst>
          </p:cNvPr>
          <p:cNvSpPr/>
          <p:nvPr/>
        </p:nvSpPr>
        <p:spPr>
          <a:xfrm>
            <a:off x="8029782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D29E626-86C4-BCF2-488F-AA8F7AA58755}"/>
              </a:ext>
            </a:extLst>
          </p:cNvPr>
          <p:cNvSpPr/>
          <p:nvPr/>
        </p:nvSpPr>
        <p:spPr>
          <a:xfrm rot="10800000">
            <a:off x="7998013" y="3600124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C1346F-31E2-BF2B-7B6B-A2A486E3ED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06" t="19772" r="61498" b="63021"/>
          <a:stretch>
            <a:fillRect/>
          </a:stretch>
        </p:blipFill>
        <p:spPr>
          <a:xfrm>
            <a:off x="818556" y="3444102"/>
            <a:ext cx="868102" cy="672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9D43F6-B6A0-15BF-2DB5-FCE51E7812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98" t="7546" r="4437" b="65193"/>
          <a:stretch>
            <a:fillRect/>
          </a:stretch>
        </p:blipFill>
        <p:spPr>
          <a:xfrm>
            <a:off x="864276" y="5025886"/>
            <a:ext cx="735925" cy="709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1A7F6B-BF94-D48E-E59A-E48F600FC2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4683" t="63497" r="42500" b="12320"/>
          <a:stretch>
            <a:fillRect/>
          </a:stretch>
        </p:blipFill>
        <p:spPr>
          <a:xfrm>
            <a:off x="864276" y="4213941"/>
            <a:ext cx="735924" cy="68100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5E73C5B-BC2F-7137-54A6-9CB3F16C46DF}"/>
              </a:ext>
            </a:extLst>
          </p:cNvPr>
          <p:cNvSpPr/>
          <p:nvPr/>
        </p:nvSpPr>
        <p:spPr>
          <a:xfrm>
            <a:off x="1849755" y="262509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F129E1-0505-64DE-04E7-E45CAE275614}"/>
              </a:ext>
            </a:extLst>
          </p:cNvPr>
          <p:cNvSpPr/>
          <p:nvPr/>
        </p:nvSpPr>
        <p:spPr>
          <a:xfrm>
            <a:off x="1849754" y="340868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41EC08-71D1-EDD9-8F5E-9C5BB28CB8B8}"/>
              </a:ext>
            </a:extLst>
          </p:cNvPr>
          <p:cNvSpPr/>
          <p:nvPr/>
        </p:nvSpPr>
        <p:spPr>
          <a:xfrm>
            <a:off x="1849754" y="4193445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7A614F-D06E-2215-855A-86FB6C77126A}"/>
              </a:ext>
            </a:extLst>
          </p:cNvPr>
          <p:cNvSpPr/>
          <p:nvPr/>
        </p:nvSpPr>
        <p:spPr>
          <a:xfrm>
            <a:off x="1849753" y="5010102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5292BA-4C54-547D-B705-0F839BDCA0B6}"/>
              </a:ext>
            </a:extLst>
          </p:cNvPr>
          <p:cNvSpPr txBox="1"/>
          <p:nvPr/>
        </p:nvSpPr>
        <p:spPr>
          <a:xfrm>
            <a:off x="1849754" y="2722880"/>
            <a:ext cx="2261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Eccentricity</a:t>
            </a:r>
            <a:endParaRPr lang="en-NL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D079-8B6B-BFC3-5565-9EE1D320EC61}"/>
              </a:ext>
            </a:extLst>
          </p:cNvPr>
          <p:cNvSpPr txBox="1"/>
          <p:nvPr/>
        </p:nvSpPr>
        <p:spPr>
          <a:xfrm>
            <a:off x="1888238" y="352289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endParaRPr lang="en-NL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A5982D-F004-1B67-F78A-B48EA29AD375}"/>
              </a:ext>
            </a:extLst>
          </p:cNvPr>
          <p:cNvSpPr txBox="1"/>
          <p:nvPr/>
        </p:nvSpPr>
        <p:spPr>
          <a:xfrm>
            <a:off x="1849753" y="433188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-0.5</a:t>
            </a:r>
            <a:endParaRPr lang="en-NL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9C1CE9-DA3E-A203-1C58-D07B95B71B05}"/>
              </a:ext>
            </a:extLst>
          </p:cNvPr>
          <p:cNvSpPr txBox="1"/>
          <p:nvPr/>
        </p:nvSpPr>
        <p:spPr>
          <a:xfrm>
            <a:off x="1849753" y="514988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1.8</a:t>
            </a:r>
            <a:endParaRPr lang="en-NL" sz="2400" dirty="0"/>
          </a:p>
        </p:txBody>
      </p:sp>
      <p:pic>
        <p:nvPicPr>
          <p:cNvPr id="25" name="Picture 24" descr="Chart, histogram&#10;&#10;Description automatically generated">
            <a:extLst>
              <a:ext uri="{FF2B5EF4-FFF2-40B4-BE49-F238E27FC236}">
                <a16:creationId xmlns:a16="http://schemas.microsoft.com/office/drawing/2014/main" id="{E1BCA76B-B87A-F70D-BF8A-0A682B0364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549" y="3790571"/>
            <a:ext cx="2711527" cy="26518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80E06BB-1CA7-B192-3D72-690AACA1E273}"/>
              </a:ext>
            </a:extLst>
          </p:cNvPr>
          <p:cNvSpPr txBox="1"/>
          <p:nvPr/>
        </p:nvSpPr>
        <p:spPr>
          <a:xfrm>
            <a:off x="8927783" y="2625090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F61A3D-3C22-5A97-5340-937A1FA43327}"/>
              </a:ext>
            </a:extLst>
          </p:cNvPr>
          <p:cNvSpPr txBox="1"/>
          <p:nvPr/>
        </p:nvSpPr>
        <p:spPr>
          <a:xfrm>
            <a:off x="8927783" y="306425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0</a:t>
            </a:r>
            <a:endParaRPr lang="en-NL" sz="2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CB82AF-000F-5B26-8846-BB2B51971C6A}"/>
              </a:ext>
            </a:extLst>
          </p:cNvPr>
          <p:cNvSpPr txBox="1"/>
          <p:nvPr/>
        </p:nvSpPr>
        <p:spPr>
          <a:xfrm>
            <a:off x="8927783" y="352289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90E17D-3A6B-E00D-A3C9-FC2C8D067BA9}"/>
              </a:ext>
            </a:extLst>
          </p:cNvPr>
          <p:cNvSpPr txBox="1"/>
          <p:nvPr/>
        </p:nvSpPr>
        <p:spPr>
          <a:xfrm>
            <a:off x="6443206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&gt; -2.0</a:t>
            </a:r>
            <a:endParaRPr lang="en-N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6694E6-9B10-2684-58C3-CA00798ACBD7}"/>
              </a:ext>
            </a:extLst>
          </p:cNvPr>
          <p:cNvSpPr txBox="1"/>
          <p:nvPr/>
        </p:nvSpPr>
        <p:spPr>
          <a:xfrm>
            <a:off x="4936561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&lt;= -2.0</a:t>
            </a:r>
            <a:endParaRPr lang="en-N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EE22B6-61B7-7565-560A-F674AF9783E4}"/>
              </a:ext>
            </a:extLst>
          </p:cNvPr>
          <p:cNvSpPr txBox="1"/>
          <p:nvPr/>
        </p:nvSpPr>
        <p:spPr>
          <a:xfrm>
            <a:off x="6496247" y="3452468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en-N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36C2A3-5778-DE01-15E1-8AC1D03573FB}"/>
              </a:ext>
            </a:extLst>
          </p:cNvPr>
          <p:cNvSpPr txBox="1"/>
          <p:nvPr/>
        </p:nvSpPr>
        <p:spPr>
          <a:xfrm>
            <a:off x="5376760" y="3436854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  <a:endParaRPr lang="en-NL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D2283C-367F-28D4-C36D-0549CD708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92310"/>
              </p:ext>
            </p:extLst>
          </p:nvPr>
        </p:nvGraphicFramePr>
        <p:xfrm>
          <a:off x="616633" y="2768601"/>
          <a:ext cx="3398520" cy="300887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9260">
                  <a:extLst>
                    <a:ext uri="{9D8B030D-6E8A-4147-A177-3AD203B41FA5}">
                      <a16:colId xmlns:a16="http://schemas.microsoft.com/office/drawing/2014/main" val="912856294"/>
                    </a:ext>
                  </a:extLst>
                </a:gridCol>
                <a:gridCol w="1699260">
                  <a:extLst>
                    <a:ext uri="{9D8B030D-6E8A-4147-A177-3AD203B41FA5}">
                      <a16:colId xmlns:a16="http://schemas.microsoft.com/office/drawing/2014/main" val="1868988534"/>
                    </a:ext>
                  </a:extLst>
                </a:gridCol>
              </a:tblGrid>
              <a:tr h="626126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1031175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82694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555617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47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30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21366-6D90-1987-4954-21D87B3EF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8E8086B3-3C0B-1A50-3163-B792BB498A9E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 random decision boundary to start, the difference between predictions and target are used to move the boundary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45BF0E-05BA-16EE-E2E9-8E31EE748F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10</a:t>
            </a:fld>
            <a:endParaRPr lang="nl-BE" dirty="0"/>
          </a:p>
        </p:txBody>
      </p:sp>
      <p:pic>
        <p:nvPicPr>
          <p:cNvPr id="13" name="Graphic 12" descr="Table outline">
            <a:extLst>
              <a:ext uri="{FF2B5EF4-FFF2-40B4-BE49-F238E27FC236}">
                <a16:creationId xmlns:a16="http://schemas.microsoft.com/office/drawing/2014/main" id="{0E66A0BA-946C-462B-3990-FF887E0BA8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10384701" y="1951037"/>
            <a:ext cx="1038530" cy="20769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7D7DF5-2379-88A3-ADC0-0E3DCE7699BA}"/>
              </a:ext>
            </a:extLst>
          </p:cNvPr>
          <p:cNvSpPr txBox="1"/>
          <p:nvPr/>
        </p:nvSpPr>
        <p:spPr>
          <a:xfrm>
            <a:off x="4343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 (features)</a:t>
            </a:r>
            <a:endParaRPr lang="en-NL" sz="2800" dirty="0"/>
          </a:p>
        </p:txBody>
      </p:sp>
      <p:pic>
        <p:nvPicPr>
          <p:cNvPr id="2056" name="Picture 8" descr="Decision Tree Icon: Over 4,065 Royalty-Free Licensable Stock Illustrations  &amp; Drawings | Shutterstock">
            <a:extLst>
              <a:ext uri="{FF2B5EF4-FFF2-40B4-BE49-F238E27FC236}">
                <a16:creationId xmlns:a16="http://schemas.microsoft.com/office/drawing/2014/main" id="{49F1967C-F512-D51A-2EAD-D57C7ABBDE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614"/>
          <a:stretch>
            <a:fillRect/>
          </a:stretch>
        </p:blipFill>
        <p:spPr bwMode="auto">
          <a:xfrm rot="5400000">
            <a:off x="5358662" y="1745571"/>
            <a:ext cx="1474676" cy="2615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1C45431-5DD1-73E8-BE8E-E175C32854DF}"/>
              </a:ext>
            </a:extLst>
          </p:cNvPr>
          <p:cNvSpPr txBox="1"/>
          <p:nvPr/>
        </p:nvSpPr>
        <p:spPr>
          <a:xfrm>
            <a:off x="43967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</a:t>
            </a:r>
            <a:endParaRPr lang="en-NL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20A349-6712-C067-551D-E96C387883A1}"/>
              </a:ext>
            </a:extLst>
          </p:cNvPr>
          <p:cNvSpPr txBox="1"/>
          <p:nvPr/>
        </p:nvSpPr>
        <p:spPr>
          <a:xfrm>
            <a:off x="9347429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Target</a:t>
            </a:r>
            <a:endParaRPr lang="en-NL" sz="28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7CBF4DD9-472E-554B-B47E-5634C238D204}"/>
              </a:ext>
            </a:extLst>
          </p:cNvPr>
          <p:cNvSpPr/>
          <p:nvPr/>
        </p:nvSpPr>
        <p:spPr>
          <a:xfrm>
            <a:off x="4358414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8BE9D55-F74E-BD9A-5D9C-E6DF43B08F94}"/>
              </a:ext>
            </a:extLst>
          </p:cNvPr>
          <p:cNvSpPr/>
          <p:nvPr/>
        </p:nvSpPr>
        <p:spPr>
          <a:xfrm>
            <a:off x="8029782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753373-5982-0033-F3DD-AE97E2668C25}"/>
              </a:ext>
            </a:extLst>
          </p:cNvPr>
          <p:cNvSpPr/>
          <p:nvPr/>
        </p:nvSpPr>
        <p:spPr>
          <a:xfrm rot="10800000">
            <a:off x="7998013" y="3600124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ECD279-5B7F-8FFB-AE11-B26E15FCB4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06" t="19772" r="61498" b="63021"/>
          <a:stretch>
            <a:fillRect/>
          </a:stretch>
        </p:blipFill>
        <p:spPr>
          <a:xfrm>
            <a:off x="818556" y="3444102"/>
            <a:ext cx="868102" cy="672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F04BEF-1BF5-5FF3-0CC4-010F5E244E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98" t="7546" r="4437" b="65193"/>
          <a:stretch>
            <a:fillRect/>
          </a:stretch>
        </p:blipFill>
        <p:spPr>
          <a:xfrm>
            <a:off x="864276" y="5025886"/>
            <a:ext cx="735925" cy="709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8DDEE8-A05C-A5A0-CE54-4B3FD0242A4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4683" t="63497" r="42500" b="12320"/>
          <a:stretch>
            <a:fillRect/>
          </a:stretch>
        </p:blipFill>
        <p:spPr>
          <a:xfrm>
            <a:off x="864276" y="4213941"/>
            <a:ext cx="735924" cy="68100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504CE47-09CA-A3B8-6B10-896088A60CBA}"/>
              </a:ext>
            </a:extLst>
          </p:cNvPr>
          <p:cNvSpPr/>
          <p:nvPr/>
        </p:nvSpPr>
        <p:spPr>
          <a:xfrm>
            <a:off x="1849755" y="262509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6380D-372E-0F1F-C6F9-7A325C8B191D}"/>
              </a:ext>
            </a:extLst>
          </p:cNvPr>
          <p:cNvSpPr/>
          <p:nvPr/>
        </p:nvSpPr>
        <p:spPr>
          <a:xfrm>
            <a:off x="1849754" y="340868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F24145-A1C3-9810-AE30-E3CAD36F9A10}"/>
              </a:ext>
            </a:extLst>
          </p:cNvPr>
          <p:cNvSpPr/>
          <p:nvPr/>
        </p:nvSpPr>
        <p:spPr>
          <a:xfrm>
            <a:off x="1849754" y="4193445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3AC329-3A6E-660A-F14D-71F3DE1F0451}"/>
              </a:ext>
            </a:extLst>
          </p:cNvPr>
          <p:cNvSpPr/>
          <p:nvPr/>
        </p:nvSpPr>
        <p:spPr>
          <a:xfrm>
            <a:off x="1849753" y="5010102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31F21-A49F-4132-5E34-375BA144AE59}"/>
              </a:ext>
            </a:extLst>
          </p:cNvPr>
          <p:cNvSpPr txBox="1"/>
          <p:nvPr/>
        </p:nvSpPr>
        <p:spPr>
          <a:xfrm>
            <a:off x="1849754" y="2722880"/>
            <a:ext cx="2261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Eccentricity</a:t>
            </a:r>
            <a:endParaRPr lang="en-NL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300CAD-404E-CEC1-A583-9366D86C41F8}"/>
              </a:ext>
            </a:extLst>
          </p:cNvPr>
          <p:cNvSpPr txBox="1"/>
          <p:nvPr/>
        </p:nvSpPr>
        <p:spPr>
          <a:xfrm>
            <a:off x="1888238" y="352289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endParaRPr lang="en-NL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0FCDBD-5CCC-5AD4-2C09-8C7DE274F57B}"/>
              </a:ext>
            </a:extLst>
          </p:cNvPr>
          <p:cNvSpPr txBox="1"/>
          <p:nvPr/>
        </p:nvSpPr>
        <p:spPr>
          <a:xfrm>
            <a:off x="1849753" y="433188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-0.5</a:t>
            </a:r>
            <a:endParaRPr lang="en-NL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2C0060-B7BC-AAF2-4FA4-58A0E562753D}"/>
              </a:ext>
            </a:extLst>
          </p:cNvPr>
          <p:cNvSpPr txBox="1"/>
          <p:nvPr/>
        </p:nvSpPr>
        <p:spPr>
          <a:xfrm>
            <a:off x="1849753" y="514988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1.8</a:t>
            </a:r>
            <a:endParaRPr lang="en-NL" sz="2400" dirty="0"/>
          </a:p>
        </p:txBody>
      </p:sp>
      <p:pic>
        <p:nvPicPr>
          <p:cNvPr id="25" name="Picture 24" descr="Chart, histogram&#10;&#10;Description automatically generated">
            <a:extLst>
              <a:ext uri="{FF2B5EF4-FFF2-40B4-BE49-F238E27FC236}">
                <a16:creationId xmlns:a16="http://schemas.microsoft.com/office/drawing/2014/main" id="{6BB6E7A0-496B-48A2-3061-F5F0188A51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549" y="3790571"/>
            <a:ext cx="2711527" cy="26518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02374F3-9A16-BA9B-24F7-BADD186B22CE}"/>
              </a:ext>
            </a:extLst>
          </p:cNvPr>
          <p:cNvSpPr txBox="1"/>
          <p:nvPr/>
        </p:nvSpPr>
        <p:spPr>
          <a:xfrm>
            <a:off x="9916072" y="2625090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65072-9144-6993-9237-F77519A83219}"/>
              </a:ext>
            </a:extLst>
          </p:cNvPr>
          <p:cNvSpPr txBox="1"/>
          <p:nvPr/>
        </p:nvSpPr>
        <p:spPr>
          <a:xfrm>
            <a:off x="9916072" y="306425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0</a:t>
            </a:r>
            <a:endParaRPr lang="en-NL" sz="2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0753CF-BAA1-09B4-0DF4-AF674D1254DF}"/>
              </a:ext>
            </a:extLst>
          </p:cNvPr>
          <p:cNvSpPr txBox="1"/>
          <p:nvPr/>
        </p:nvSpPr>
        <p:spPr>
          <a:xfrm>
            <a:off x="9916072" y="352289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0ED92-480A-4E27-FF4A-018A474A3B1E}"/>
              </a:ext>
            </a:extLst>
          </p:cNvPr>
          <p:cNvSpPr txBox="1"/>
          <p:nvPr/>
        </p:nvSpPr>
        <p:spPr>
          <a:xfrm>
            <a:off x="6443206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&gt; -2.0</a:t>
            </a:r>
            <a:endParaRPr lang="en-N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EC8B51-D39E-2723-6C44-422223DB9799}"/>
              </a:ext>
            </a:extLst>
          </p:cNvPr>
          <p:cNvSpPr txBox="1"/>
          <p:nvPr/>
        </p:nvSpPr>
        <p:spPr>
          <a:xfrm>
            <a:off x="4936561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&lt;= -2.0</a:t>
            </a:r>
            <a:endParaRPr lang="en-N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B9A24E-89B2-78E6-8502-A27E9E23EC61}"/>
              </a:ext>
            </a:extLst>
          </p:cNvPr>
          <p:cNvSpPr txBox="1"/>
          <p:nvPr/>
        </p:nvSpPr>
        <p:spPr>
          <a:xfrm>
            <a:off x="6496247" y="3452468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en-N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3E2F93-FEDB-C7A1-F1BB-8A84BC5B74C3}"/>
              </a:ext>
            </a:extLst>
          </p:cNvPr>
          <p:cNvSpPr txBox="1"/>
          <p:nvPr/>
        </p:nvSpPr>
        <p:spPr>
          <a:xfrm>
            <a:off x="5376760" y="3436854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  <a:endParaRPr lang="en-NL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EE016F9-658B-891E-FF10-DF66F362E890}"/>
              </a:ext>
            </a:extLst>
          </p:cNvPr>
          <p:cNvCxnSpPr/>
          <p:nvPr/>
        </p:nvCxnSpPr>
        <p:spPr>
          <a:xfrm>
            <a:off x="5569525" y="3826493"/>
            <a:ext cx="0" cy="2588172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Table outline">
            <a:extLst>
              <a:ext uri="{FF2B5EF4-FFF2-40B4-BE49-F238E27FC236}">
                <a16:creationId xmlns:a16="http://schemas.microsoft.com/office/drawing/2014/main" id="{1885B5E7-2345-3680-682D-BABE1C2E19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8699072" y="1946421"/>
            <a:ext cx="1038530" cy="2076953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CEC4343-EE4E-DF6C-E629-8AB8ED9F240E}"/>
              </a:ext>
            </a:extLst>
          </p:cNvPr>
          <p:cNvSpPr txBox="1"/>
          <p:nvPr/>
        </p:nvSpPr>
        <p:spPr>
          <a:xfrm>
            <a:off x="7661800" y="1788059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Predictions</a:t>
            </a:r>
            <a:endParaRPr lang="en-NL" sz="28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DB5FB3-847E-5580-B875-9E12DFBFC954}"/>
              </a:ext>
            </a:extLst>
          </p:cNvPr>
          <p:cNvSpPr txBox="1"/>
          <p:nvPr/>
        </p:nvSpPr>
        <p:spPr>
          <a:xfrm>
            <a:off x="8230443" y="2620474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FFB4E7-A443-3BDD-4BF2-9597AFA90B67}"/>
              </a:ext>
            </a:extLst>
          </p:cNvPr>
          <p:cNvSpPr txBox="1"/>
          <p:nvPr/>
        </p:nvSpPr>
        <p:spPr>
          <a:xfrm>
            <a:off x="8230443" y="305964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311FCC-EC34-00D1-56CC-12DE46B44873}"/>
              </a:ext>
            </a:extLst>
          </p:cNvPr>
          <p:cNvSpPr txBox="1"/>
          <p:nvPr/>
        </p:nvSpPr>
        <p:spPr>
          <a:xfrm>
            <a:off x="8230443" y="351828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C4AAF57F-675E-5178-CEC1-134985369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44558"/>
              </p:ext>
            </p:extLst>
          </p:nvPr>
        </p:nvGraphicFramePr>
        <p:xfrm>
          <a:off x="616633" y="2768601"/>
          <a:ext cx="3398520" cy="300887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9260">
                  <a:extLst>
                    <a:ext uri="{9D8B030D-6E8A-4147-A177-3AD203B41FA5}">
                      <a16:colId xmlns:a16="http://schemas.microsoft.com/office/drawing/2014/main" val="912856294"/>
                    </a:ext>
                  </a:extLst>
                </a:gridCol>
                <a:gridCol w="1699260">
                  <a:extLst>
                    <a:ext uri="{9D8B030D-6E8A-4147-A177-3AD203B41FA5}">
                      <a16:colId xmlns:a16="http://schemas.microsoft.com/office/drawing/2014/main" val="1868988534"/>
                    </a:ext>
                  </a:extLst>
                </a:gridCol>
              </a:tblGrid>
              <a:tr h="626126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1031175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82694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555617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47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510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E9243-67D3-ACB7-6A5A-FE4DC680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F31A3419-BCFA-963D-3797-D36C10D55F6E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 decision boundary is optimized; based on presented </a:t>
            </a:r>
            <a:r>
              <a:rPr lang="en-US" sz="3000" dirty="0">
                <a:highlight>
                  <a:srgbClr val="00FFFF"/>
                </a:highlight>
              </a:rPr>
              <a:t>data</a:t>
            </a:r>
            <a:r>
              <a:rPr lang="en-US" sz="3000" dirty="0"/>
              <a:t> for a </a:t>
            </a:r>
            <a:r>
              <a:rPr lang="en-US" sz="3000" dirty="0">
                <a:highlight>
                  <a:srgbClr val="00FFFF"/>
                </a:highlight>
              </a:rPr>
              <a:t>task </a:t>
            </a:r>
            <a:r>
              <a:rPr lang="en-US" sz="3000" dirty="0"/>
              <a:t>and </a:t>
            </a:r>
            <a:r>
              <a:rPr lang="en-US" sz="3000" dirty="0">
                <a:highlight>
                  <a:srgbClr val="00FFFF"/>
                </a:highlight>
              </a:rPr>
              <a:t>performance measure</a:t>
            </a:r>
            <a:r>
              <a:rPr lang="en-US" sz="3000" dirty="0"/>
              <a:t> that should be able to </a:t>
            </a:r>
            <a:r>
              <a:rPr lang="en-US" sz="3000" dirty="0">
                <a:highlight>
                  <a:srgbClr val="00FFFF"/>
                </a:highlight>
              </a:rPr>
              <a:t>generalize</a:t>
            </a:r>
            <a:r>
              <a:rPr lang="en-US" sz="3000" dirty="0"/>
              <a:t> 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4F7390-4651-A3E6-39F7-B7F60AE1AB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11</a:t>
            </a:fld>
            <a:endParaRPr lang="nl-BE" dirty="0"/>
          </a:p>
        </p:txBody>
      </p:sp>
      <p:pic>
        <p:nvPicPr>
          <p:cNvPr id="13" name="Graphic 12" descr="Table outline">
            <a:extLst>
              <a:ext uri="{FF2B5EF4-FFF2-40B4-BE49-F238E27FC236}">
                <a16:creationId xmlns:a16="http://schemas.microsoft.com/office/drawing/2014/main" id="{55B07B52-1DF6-C013-0365-FD24C8843F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10384701" y="1951037"/>
            <a:ext cx="1038530" cy="20769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AC3A48E-B165-0171-7DCE-005176E370E1}"/>
              </a:ext>
            </a:extLst>
          </p:cNvPr>
          <p:cNvSpPr txBox="1"/>
          <p:nvPr/>
        </p:nvSpPr>
        <p:spPr>
          <a:xfrm>
            <a:off x="4343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 (features)</a:t>
            </a:r>
            <a:endParaRPr lang="en-NL" sz="2800" dirty="0"/>
          </a:p>
        </p:txBody>
      </p:sp>
      <p:pic>
        <p:nvPicPr>
          <p:cNvPr id="2056" name="Picture 8" descr="Decision Tree Icon: Over 4,065 Royalty-Free Licensable Stock Illustrations  &amp; Drawings | Shutterstock">
            <a:extLst>
              <a:ext uri="{FF2B5EF4-FFF2-40B4-BE49-F238E27FC236}">
                <a16:creationId xmlns:a16="http://schemas.microsoft.com/office/drawing/2014/main" id="{D4CDF49A-1E3A-6FBE-FD27-AE5F24176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788338" y="2315895"/>
            <a:ext cx="2615324" cy="2615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FE79CF-FEA5-A0EB-8BF4-30021B66A0CF}"/>
              </a:ext>
            </a:extLst>
          </p:cNvPr>
          <p:cNvSpPr txBox="1"/>
          <p:nvPr/>
        </p:nvSpPr>
        <p:spPr>
          <a:xfrm>
            <a:off x="4396740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</a:t>
            </a:r>
            <a:endParaRPr lang="en-NL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B24BB3-EFFB-FAC8-FCF4-0DB8A0DBFA65}"/>
              </a:ext>
            </a:extLst>
          </p:cNvPr>
          <p:cNvSpPr txBox="1"/>
          <p:nvPr/>
        </p:nvSpPr>
        <p:spPr>
          <a:xfrm>
            <a:off x="9347429" y="1792675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Target</a:t>
            </a:r>
            <a:endParaRPr lang="en-NL" sz="2800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1C3C3BA-E56C-B54A-F729-C933F9FC2D9D}"/>
              </a:ext>
            </a:extLst>
          </p:cNvPr>
          <p:cNvSpPr/>
          <p:nvPr/>
        </p:nvSpPr>
        <p:spPr>
          <a:xfrm>
            <a:off x="4358414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9D6FE694-4CA7-4C45-4EC9-BE2398A6B968}"/>
              </a:ext>
            </a:extLst>
          </p:cNvPr>
          <p:cNvSpPr/>
          <p:nvPr/>
        </p:nvSpPr>
        <p:spPr>
          <a:xfrm>
            <a:off x="8029782" y="3123478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2DFE83C-0735-05C2-B9FB-97D345E32744}"/>
              </a:ext>
            </a:extLst>
          </p:cNvPr>
          <p:cNvSpPr/>
          <p:nvPr/>
        </p:nvSpPr>
        <p:spPr>
          <a:xfrm rot="10800000">
            <a:off x="7998013" y="3600124"/>
            <a:ext cx="586509" cy="36021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0DC484-A32B-9037-CB8E-5F3E6729AA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06" t="19772" r="61498" b="63021"/>
          <a:stretch>
            <a:fillRect/>
          </a:stretch>
        </p:blipFill>
        <p:spPr>
          <a:xfrm>
            <a:off x="818556" y="3444102"/>
            <a:ext cx="868102" cy="672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16D92C-722A-8BE8-7594-0557D2954D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98" t="7546" r="4437" b="65193"/>
          <a:stretch>
            <a:fillRect/>
          </a:stretch>
        </p:blipFill>
        <p:spPr>
          <a:xfrm>
            <a:off x="864276" y="5025886"/>
            <a:ext cx="735925" cy="709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9BD556-BE6F-47B9-46E9-20C1254F13B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4683" t="63497" r="42500" b="12320"/>
          <a:stretch>
            <a:fillRect/>
          </a:stretch>
        </p:blipFill>
        <p:spPr>
          <a:xfrm>
            <a:off x="864276" y="4213941"/>
            <a:ext cx="735924" cy="68100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F91A93-A7AC-929E-BEE1-26112051A1DF}"/>
              </a:ext>
            </a:extLst>
          </p:cNvPr>
          <p:cNvSpPr/>
          <p:nvPr/>
        </p:nvSpPr>
        <p:spPr>
          <a:xfrm>
            <a:off x="1849755" y="262509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33DF9C-3CF7-CDA2-ECE2-6DA85F1C5C7B}"/>
              </a:ext>
            </a:extLst>
          </p:cNvPr>
          <p:cNvSpPr/>
          <p:nvPr/>
        </p:nvSpPr>
        <p:spPr>
          <a:xfrm>
            <a:off x="1849754" y="3408680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D35DA5-2EC8-0E5A-262F-81571E64F678}"/>
              </a:ext>
            </a:extLst>
          </p:cNvPr>
          <p:cNvSpPr/>
          <p:nvPr/>
        </p:nvSpPr>
        <p:spPr>
          <a:xfrm>
            <a:off x="1849754" y="4193445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C81BAD-F3EA-15B2-1F55-C4EE00F2E7A4}"/>
              </a:ext>
            </a:extLst>
          </p:cNvPr>
          <p:cNvSpPr/>
          <p:nvPr/>
        </p:nvSpPr>
        <p:spPr>
          <a:xfrm>
            <a:off x="1849753" y="5010102"/>
            <a:ext cx="2261235" cy="721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58C58-7F6E-A851-52C6-05858EA0A85B}"/>
              </a:ext>
            </a:extLst>
          </p:cNvPr>
          <p:cNvSpPr txBox="1"/>
          <p:nvPr/>
        </p:nvSpPr>
        <p:spPr>
          <a:xfrm>
            <a:off x="1849754" y="2722880"/>
            <a:ext cx="2261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Eccentricity</a:t>
            </a:r>
            <a:endParaRPr lang="en-NL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4F964B-EEB6-0C1A-CF42-AEAD62DC94A7}"/>
              </a:ext>
            </a:extLst>
          </p:cNvPr>
          <p:cNvSpPr txBox="1"/>
          <p:nvPr/>
        </p:nvSpPr>
        <p:spPr>
          <a:xfrm>
            <a:off x="1888238" y="352289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endParaRPr lang="en-NL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779FA1-7957-8003-B9C2-3EC320A94BDF}"/>
              </a:ext>
            </a:extLst>
          </p:cNvPr>
          <p:cNvSpPr txBox="1"/>
          <p:nvPr/>
        </p:nvSpPr>
        <p:spPr>
          <a:xfrm>
            <a:off x="1849753" y="4331889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-0.5</a:t>
            </a:r>
            <a:endParaRPr lang="en-NL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94CADA-C91F-2857-939D-EC74B2476409}"/>
              </a:ext>
            </a:extLst>
          </p:cNvPr>
          <p:cNvSpPr txBox="1"/>
          <p:nvPr/>
        </p:nvSpPr>
        <p:spPr>
          <a:xfrm>
            <a:off x="1849753" y="514988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1.8</a:t>
            </a:r>
            <a:endParaRPr lang="en-NL" sz="2400" dirty="0"/>
          </a:p>
        </p:txBody>
      </p:sp>
      <p:pic>
        <p:nvPicPr>
          <p:cNvPr id="25" name="Picture 24" descr="Chart, histogram&#10;&#10;Description automatically generated">
            <a:extLst>
              <a:ext uri="{FF2B5EF4-FFF2-40B4-BE49-F238E27FC236}">
                <a16:creationId xmlns:a16="http://schemas.microsoft.com/office/drawing/2014/main" id="{50CFA6F2-466E-1BFE-91E2-509B4CCFDB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549" y="3790571"/>
            <a:ext cx="2711527" cy="26518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2E21D88-C29E-70C6-E381-3F80F7979106}"/>
              </a:ext>
            </a:extLst>
          </p:cNvPr>
          <p:cNvSpPr txBox="1"/>
          <p:nvPr/>
        </p:nvSpPr>
        <p:spPr>
          <a:xfrm>
            <a:off x="9916072" y="2625090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ACC277-F593-D4EC-0D86-74F4C348C762}"/>
              </a:ext>
            </a:extLst>
          </p:cNvPr>
          <p:cNvSpPr txBox="1"/>
          <p:nvPr/>
        </p:nvSpPr>
        <p:spPr>
          <a:xfrm>
            <a:off x="9916072" y="306425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0</a:t>
            </a:r>
            <a:endParaRPr lang="en-NL" sz="2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9DF9A1-D372-37ED-658F-CBDCFDB7D610}"/>
              </a:ext>
            </a:extLst>
          </p:cNvPr>
          <p:cNvSpPr txBox="1"/>
          <p:nvPr/>
        </p:nvSpPr>
        <p:spPr>
          <a:xfrm>
            <a:off x="9916072" y="3522898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A89F6E-3CA2-8905-5595-C75FB68C52A7}"/>
              </a:ext>
            </a:extLst>
          </p:cNvPr>
          <p:cNvSpPr txBox="1"/>
          <p:nvPr/>
        </p:nvSpPr>
        <p:spPr>
          <a:xfrm>
            <a:off x="6443206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&gt; 1.0</a:t>
            </a:r>
            <a:endParaRPr lang="en-N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D594F5-7EFF-810D-68B0-2F7272F9258C}"/>
              </a:ext>
            </a:extLst>
          </p:cNvPr>
          <p:cNvSpPr txBox="1"/>
          <p:nvPr/>
        </p:nvSpPr>
        <p:spPr>
          <a:xfrm>
            <a:off x="4936561" y="2938812"/>
            <a:ext cx="1363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&lt;= 1.0</a:t>
            </a:r>
            <a:endParaRPr lang="en-N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D24478-8EF9-C777-D160-B3B0AAB489C4}"/>
              </a:ext>
            </a:extLst>
          </p:cNvPr>
          <p:cNvSpPr txBox="1"/>
          <p:nvPr/>
        </p:nvSpPr>
        <p:spPr>
          <a:xfrm>
            <a:off x="6496247" y="3452468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en-N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C3B94C-C379-06FD-A42A-3FB2552B7456}"/>
              </a:ext>
            </a:extLst>
          </p:cNvPr>
          <p:cNvSpPr txBox="1"/>
          <p:nvPr/>
        </p:nvSpPr>
        <p:spPr>
          <a:xfrm>
            <a:off x="5376760" y="3436854"/>
            <a:ext cx="24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  <a:endParaRPr lang="en-NL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A30FD4-4581-EB91-9F7E-B0AAEC45D108}"/>
              </a:ext>
            </a:extLst>
          </p:cNvPr>
          <p:cNvCxnSpPr/>
          <p:nvPr/>
        </p:nvCxnSpPr>
        <p:spPr>
          <a:xfrm>
            <a:off x="6548580" y="3826493"/>
            <a:ext cx="0" cy="2588172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Table outline">
            <a:extLst>
              <a:ext uri="{FF2B5EF4-FFF2-40B4-BE49-F238E27FC236}">
                <a16:creationId xmlns:a16="http://schemas.microsoft.com/office/drawing/2014/main" id="{390E844E-CEFA-6335-7E5A-D5101B31E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609" b="23221"/>
          <a:stretch>
            <a:fillRect/>
          </a:stretch>
        </p:blipFill>
        <p:spPr>
          <a:xfrm>
            <a:off x="8699072" y="1946421"/>
            <a:ext cx="1038530" cy="2076953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5A098D6-CB51-BDB7-14A5-9E435C431BF0}"/>
              </a:ext>
            </a:extLst>
          </p:cNvPr>
          <p:cNvSpPr txBox="1"/>
          <p:nvPr/>
        </p:nvSpPr>
        <p:spPr>
          <a:xfrm>
            <a:off x="7661800" y="1788059"/>
            <a:ext cx="3398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Predictions</a:t>
            </a:r>
            <a:endParaRPr lang="en-NL" sz="28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FE09D-6196-8F13-46C3-EAFE8FF2F8C1}"/>
              </a:ext>
            </a:extLst>
          </p:cNvPr>
          <p:cNvSpPr txBox="1"/>
          <p:nvPr/>
        </p:nvSpPr>
        <p:spPr>
          <a:xfrm>
            <a:off x="8230443" y="2620474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04A492-83E5-A553-0447-8A2B80D829C2}"/>
              </a:ext>
            </a:extLst>
          </p:cNvPr>
          <p:cNvSpPr txBox="1"/>
          <p:nvPr/>
        </p:nvSpPr>
        <p:spPr>
          <a:xfrm>
            <a:off x="8230443" y="305964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0</a:t>
            </a:r>
            <a:endParaRPr lang="en-NL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F5FCB6-C521-F5B3-1AEF-68E12E09B556}"/>
              </a:ext>
            </a:extLst>
          </p:cNvPr>
          <p:cNvSpPr txBox="1"/>
          <p:nvPr/>
        </p:nvSpPr>
        <p:spPr>
          <a:xfrm>
            <a:off x="8230443" y="3518282"/>
            <a:ext cx="22612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  <a:endParaRPr lang="en-NL" sz="2400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7E8CE4DB-E828-F31F-EC5A-C50DE0338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44558"/>
              </p:ext>
            </p:extLst>
          </p:nvPr>
        </p:nvGraphicFramePr>
        <p:xfrm>
          <a:off x="616633" y="2768601"/>
          <a:ext cx="3398520" cy="300887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9260">
                  <a:extLst>
                    <a:ext uri="{9D8B030D-6E8A-4147-A177-3AD203B41FA5}">
                      <a16:colId xmlns:a16="http://schemas.microsoft.com/office/drawing/2014/main" val="912856294"/>
                    </a:ext>
                  </a:extLst>
                </a:gridCol>
                <a:gridCol w="1699260">
                  <a:extLst>
                    <a:ext uri="{9D8B030D-6E8A-4147-A177-3AD203B41FA5}">
                      <a16:colId xmlns:a16="http://schemas.microsoft.com/office/drawing/2014/main" val="1868988534"/>
                    </a:ext>
                  </a:extLst>
                </a:gridCol>
              </a:tblGrid>
              <a:tr h="626126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1031175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82694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555617"/>
                  </a:ext>
                </a:extLst>
              </a:tr>
              <a:tr h="794251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47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226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ACB8-223D-1B88-0F70-ED28E29A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1FF2753D-8D44-E444-6B93-18D15EA6C50D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72EF0-C767-764B-3B14-00A84CBF4D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12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854AD9A-7207-DD11-95A6-EEAEBB9E054E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5576A2A0-7CBB-71CF-BDE7-CC796DA626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FAAA5-72A4-AAF2-2E76-FB76F0F30BC2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B19658-1B88-B230-D76A-D722B261BE40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521B894A-CD9D-B749-97C5-8720CBE049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493AF7A-6ED2-6E37-E902-28CE527DE220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7A4E55-33B7-B5C4-0B2D-B1382D1EF313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800E4EFC-DCB5-5270-A8DB-E31DEB3E61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5359E6-BE94-F214-EBD0-D1897042FEB0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0D9B4A-F119-1361-B08B-6A1226A00294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45874E30-4748-13DD-6236-4DFD014840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DE263FB-FCDE-0C4E-20D7-81F0CAC2A33A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9D328EC-F6EB-2895-DD28-68B1CDFC8203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46A0E31B-8B2B-130A-BABF-EE1C027B44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A1F8F-46CE-2631-F2ED-2C75217048E2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6F20FFF-C379-CF18-4CF0-ED03B69AC92D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AE8E5019-AADE-F3AF-BFB3-51EC34089B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D915B7C5-5899-FE24-0D95-6339D412B5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EA047F6E-6DD8-9291-7826-F11229218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26386D-90EC-3E35-FE19-37593A5FF6BE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</p:spTree>
    <p:extLst>
      <p:ext uri="{BB962C8B-B14F-4D97-AF65-F5344CB8AC3E}">
        <p14:creationId xmlns:p14="http://schemas.microsoft.com/office/powerpoint/2010/main" val="2398551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AEFC4-D01E-4AA9-F1C1-E3980B1E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09AAC627-ADC9-3274-F4B6-6E2DF945EFD6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C7BBF5-F3A6-E2DA-C9E6-0C3D9C8E7E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13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A16DE0-F2E6-BF33-59F3-71B3B53A45B5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94B39EA2-CDD6-B445-808D-7E9A1A04D6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C9799B-EF5E-DF18-9DFA-311A47C9E39A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74DBB-52C8-B492-BFB0-DC7307BB997C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7F4E9CC2-39F4-2082-F517-CC05592215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CC84CD5-BA31-D903-5E74-1CA42B7F9031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6229166-22CE-C122-5666-3EFADE1BB35F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DBC4A35A-B59E-AAEC-9957-6C59266A12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C226B0C-6EBB-0255-0071-8C5E8697645D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D0F8C9-03B5-8B95-7A9F-2AADB6C5B147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C056A9BD-615D-94C7-A037-38A4B7D8CA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48E5CCE-6868-72D8-8ABE-D8851803469F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602A2F6-DDB4-3886-509A-9F96F73CDF2B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7C0D8B82-9175-71F9-21A3-AE5BE292DD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CC215DB-6448-A0EB-4C3D-6681DEFA2B42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1C556F4-2583-E35D-7B05-54A8A034D277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2A417034-E0BE-FD96-2AB6-D9E0DD67DD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83B53609-CCB7-C8B2-424A-4D4EB153F1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C6CD0D4C-0694-CAE1-17C8-47603E130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9EE2779-1D75-BBA1-4070-20EF1B0C0A83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90671E7-CC68-B849-B567-7952D0657608}"/>
              </a:ext>
            </a:extLst>
          </p:cNvPr>
          <p:cNvSpPr txBox="1"/>
          <p:nvPr/>
        </p:nvSpPr>
        <p:spPr>
          <a:xfrm>
            <a:off x="8403589" y="1655097"/>
            <a:ext cx="315110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Tabular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Tree-based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Neural-network 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Disease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Anomaly detection</a:t>
            </a:r>
            <a:endParaRPr lang="en-NL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1A5655A-EC4F-CF04-178F-8A603A501494}"/>
              </a:ext>
            </a:extLst>
          </p:cNvPr>
          <p:cNvSpPr/>
          <p:nvPr/>
        </p:nvSpPr>
        <p:spPr>
          <a:xfrm>
            <a:off x="510805" y="1198068"/>
            <a:ext cx="2323723" cy="1830891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71FF2F-3513-1D2B-E00D-0927581CF826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Ning et al. Scientific Reports (2025); Lauritsen et al. Artificial Intelligence in Medicine (2020) 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05089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29FAA-AAB5-9C80-487E-89D15654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0D201E65-F4BC-C8F0-48E9-4593C6AE0E3C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400347-18A9-4749-8007-1389E08F47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14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97E1407-38C2-0836-BD10-0B4117780B8A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A44261C0-1D15-31B5-A821-6B2D17B73F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70274B-DDAA-BCF7-B8CF-882FF488B46C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C05F933-6C42-D69F-7DAC-7CED75E80D87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C686F54E-30A8-31C7-8CD5-4BB0AA10C0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54E66C-D6C5-A8EA-C9FB-CB38C065220E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55F73DB-966D-ADE5-2A54-399E046598E1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2C56D9BE-AC51-796D-7739-F76E1BCDB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8BCC316-F392-937B-C1A6-73898B22530F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E7CE70F-2908-E57B-E530-932BC19A8FF4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1A08CC57-C2C1-9E44-C570-87BE6903B6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C9EE95B-545D-FCC3-C792-2D8EA7344D1D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C8C83D-AC54-48C4-3564-10FA33DCD2C2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CD6C23E4-00FA-8C77-C605-D41411B221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62071F-69D4-9BD0-C4EE-0A47DFF248F4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7679E9-DE17-61B0-2CC9-7573A504E642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C3B2E383-EF4C-2383-6B50-F30BBD1CD0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40BE149A-F475-895C-4B1E-654720CD68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04E9516D-AE8A-785A-F4B7-A4729F698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49E0494-CC31-D8E4-140E-6EE15C200C11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850DC67-1E64-CCF3-249B-FC9D41A70378}"/>
              </a:ext>
            </a:extLst>
          </p:cNvPr>
          <p:cNvSpPr txBox="1"/>
          <p:nvPr/>
        </p:nvSpPr>
        <p:spPr>
          <a:xfrm>
            <a:off x="8403589" y="1655097"/>
            <a:ext cx="315110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Images/videos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Tree-based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Continuous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Convolutional </a:t>
            </a:r>
          </a:p>
          <a:p>
            <a:r>
              <a:rPr lang="en-US" dirty="0"/>
              <a:t>     Neural-network 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Disease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Segmentation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Anomaly detection</a:t>
            </a:r>
            <a:endParaRPr lang="en-NL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858FD19-792A-16C9-427E-B73B934E57B8}"/>
              </a:ext>
            </a:extLst>
          </p:cNvPr>
          <p:cNvSpPr/>
          <p:nvPr/>
        </p:nvSpPr>
        <p:spPr>
          <a:xfrm>
            <a:off x="2939973" y="1198068"/>
            <a:ext cx="2323723" cy="1830891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29E51E-7B66-6D5A-B2DB-E7F360B7AA58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 Dinh et al. Applied Sciences (2022)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159908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A51EE-378D-86DF-C383-7536175E9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82F6D46F-0E8B-4196-C478-B0BE5EC06350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8E897E-BFD4-2EA4-D58E-C157E0C02A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15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25A1E1-8F1C-8EC0-1BEB-491D9FF0DFBD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74F5B95F-9F95-BC2A-7536-DE084A44A4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887B5E4-BFA5-A26F-F11B-4EE7830744DC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1A5CDE-2191-36A8-EC67-EC0532152764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78FC36B6-6841-1173-24AA-CFC8F4FE3A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A14C4D-8BD9-358D-E2F8-7324EDF8B681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F221181-A0DF-BED1-4F01-F2F058D68BB2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C0DC336E-B53E-3F45-119E-EAF79A53BC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BACB00-BB6D-31E8-E5ED-32C9127E2CB1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9B8F168-B0AB-F70D-4FE3-221B8633B700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20D486E5-58A8-ABDF-AE88-58873DFDA2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EB135D8-0257-C1D1-8D7D-2591FE8AB6BC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287B7F-08A5-88C0-1193-EFDD860C1C83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8069B9FB-66C6-F2F0-0F34-579E5A71B6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123BFB-7206-3400-1C49-EC0895D988C0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D0DC439-04D0-F72F-6F15-9FEA1875DAD7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C03504E9-4D0B-DF96-66AD-7BE6A4A1E5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418BD62B-51C1-9CCC-4ED9-A6C319B4EC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D7A158C1-E02B-8BC1-C513-51E3044DB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05B6831-709B-3D58-E0C6-7D0B309FC57A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BB4FF57-D1F8-ED57-94E0-E42EFF3E22FD}"/>
              </a:ext>
            </a:extLst>
          </p:cNvPr>
          <p:cNvSpPr txBox="1"/>
          <p:nvPr/>
        </p:nvSpPr>
        <p:spPr>
          <a:xfrm>
            <a:off x="8403589" y="1655097"/>
            <a:ext cx="315110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Temporal ordered (sequential)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Tree-based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Continuous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Recurrent </a:t>
            </a:r>
          </a:p>
          <a:p>
            <a:r>
              <a:rPr lang="en-US" dirty="0"/>
              <a:t>     Neural-network 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Disease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Anomaly detection</a:t>
            </a:r>
            <a:endParaRPr lang="en-NL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082A16-9DC4-C6A8-1759-9BD39D47CD25}"/>
              </a:ext>
            </a:extLst>
          </p:cNvPr>
          <p:cNvSpPr/>
          <p:nvPr/>
        </p:nvSpPr>
        <p:spPr>
          <a:xfrm>
            <a:off x="5415323" y="1198068"/>
            <a:ext cx="2323723" cy="1830891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A9573-7B2D-FB1B-5D7C-F38BD81944CB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 Dinh et al. Applied Sciences (2022)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505904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3EC0-BF4F-743C-4A64-459F80D4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3E536A72-B307-D1D1-6CE2-F88620FB05FA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47D12A-BE19-A997-34B4-9B1C4A963E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16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EBC610-8769-F4BB-1A25-41949FB99156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2B5A8EC7-8C18-25A4-136D-B35DAB3DA0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649EAE-EDAF-E5F5-D7A7-49072E0A3B24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BA9D8E-92E0-DDE0-0C01-3C56DA8F115D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E46C9A14-2A36-E8CE-BE23-678CA0A409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D9624C-BD4A-EC50-3662-82C115E68A5A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04F7BD4-F5BB-53A6-6937-89C221D2B068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FE9FD5B3-213A-222D-D836-D4D783CC27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FB9D0A0-3A57-8A83-0996-A99A50219571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C2C0F50-0CC1-8FF7-140B-894FB3F371A6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0FCCAB75-0EFE-DD20-9F55-2F6135D24B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FA2E4A1-3749-FFD1-3C7D-E59731B2CE7A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C70CB78-856B-B73F-26DD-0D15482A0993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B4DB38D7-D19B-ACE7-BF13-3234BC3DBB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2CBF7CE-749D-CAED-0C96-ED40BAC378E7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714333C-5E85-1DA8-31E9-B8E1A7333EED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D6A31614-176D-E431-35AF-CE6E875356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5449BDF2-FC8B-FB7A-B6F1-097C2930E8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5A5BDCAB-F7F2-4BBB-40CA-394F5473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D65E04-614C-96B1-88F4-7931D6423B3B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604A900-510D-9F1C-A4DB-7AE7FA0144A4}"/>
              </a:ext>
            </a:extLst>
          </p:cNvPr>
          <p:cNvSpPr txBox="1"/>
          <p:nvPr/>
        </p:nvSpPr>
        <p:spPr>
          <a:xfrm>
            <a:off x="8403589" y="1655097"/>
            <a:ext cx="3151101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Tabular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Structural (2D/3D)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Tree-based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Continuous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Recurrent/Convolutional/Graph Neural-networks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Drug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IC50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Drug stability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497A78B-FAAA-AC26-A1D3-80DB1BDABE8D}"/>
              </a:ext>
            </a:extLst>
          </p:cNvPr>
          <p:cNvSpPr/>
          <p:nvPr/>
        </p:nvSpPr>
        <p:spPr>
          <a:xfrm>
            <a:off x="508105" y="3340086"/>
            <a:ext cx="2323723" cy="1830891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D4F9B-081A-DE36-7DD7-8F88CB157B13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Arus</a:t>
            </a:r>
            <a:r>
              <a:rPr lang="en-US" dirty="0"/>
              <a:t>-Pous et al. Journal of Cheminformatics (2020)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061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00DD-DBEA-22D8-4534-594B2A55C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FC9752E7-06FF-058D-8526-574E093B1344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44F5C1-F8C9-2295-2AE7-FA55623E3B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17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DA05D5-EC2E-C2E1-912A-3433E9222A14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C917F4F5-A4F4-D4DC-57DC-F1049ABAD9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3EFC11F-BD9B-A090-7E9E-2438010240D0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C78EBE1-A917-D0AE-0C35-9B1E685D45E8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50A27D79-A80C-7EC3-2860-C1D304FB42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16319FE-7777-95E2-46D3-BA8BFBA0267F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96EE42-C6F5-1529-33C2-A443006DFC4C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62EACD08-BEC3-6079-6943-E5AD35175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D9C2A7B-E817-B1FB-D42A-A28A08F81D37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3FE903-6A95-9442-5BF0-5ED0A8E78703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000FD604-85F2-2D56-E409-0B42050600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91535A-0DE3-9D78-521F-250EE1865B9F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92094B-280D-A264-981A-0E5D9DAF9786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41DE8A46-7896-E2EA-5301-55D69F9850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D06358E-8C9D-004C-61C4-38EC43B7C3C9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3570DA-1830-CF16-176D-FB26AAB74AFF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9741D6E9-A199-D1AD-FE24-85005B558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24696A9F-5C66-9FEB-7B61-2C49158CBF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4CA813EB-A519-83B6-0C9F-AB4B40BD7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F0737E-32F3-DAD3-01B3-0493CC070929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00C7EDD-8633-0F21-89C6-D6D01783E722}"/>
              </a:ext>
            </a:extLst>
          </p:cNvPr>
          <p:cNvSpPr txBox="1"/>
          <p:nvPr/>
        </p:nvSpPr>
        <p:spPr>
          <a:xfrm>
            <a:off x="8403589" y="1655097"/>
            <a:ext cx="3151101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Tabular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Tree-based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Continuous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Recurrent</a:t>
            </a:r>
          </a:p>
          <a:p>
            <a:r>
              <a:rPr lang="en-US" dirty="0"/>
              <a:t>     Neural-networks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Pathogenicity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Interactions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5D17D6C-1F5C-D384-CCE3-F6FFD7103511}"/>
              </a:ext>
            </a:extLst>
          </p:cNvPr>
          <p:cNvSpPr/>
          <p:nvPr/>
        </p:nvSpPr>
        <p:spPr>
          <a:xfrm>
            <a:off x="2587604" y="3340086"/>
            <a:ext cx="2694938" cy="2829805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14437B-D732-107C-1FA6-77BCF495F9A1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Jumper et al. Nature (2021)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279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FEC4E-A0C6-8AA7-9D30-82AD33B12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04CE73FB-3864-E675-CBCB-CCFC0BB294AA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has an impact on many different healthcare topics; from small molecules to medical records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EA9C3-EDCA-3208-D66A-38769F250E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18</a:t>
            </a:fld>
            <a:endParaRPr lang="nl-B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C66AB32-2801-FF6E-EDDF-335B27FEB780}"/>
              </a:ext>
            </a:extLst>
          </p:cNvPr>
          <p:cNvGrpSpPr/>
          <p:nvPr/>
        </p:nvGrpSpPr>
        <p:grpSpPr>
          <a:xfrm>
            <a:off x="932026" y="3429000"/>
            <a:ext cx="1481282" cy="1283732"/>
            <a:chOff x="1110519" y="1447922"/>
            <a:chExt cx="1481282" cy="1283732"/>
          </a:xfrm>
        </p:grpSpPr>
        <p:pic>
          <p:nvPicPr>
            <p:cNvPr id="4" name="Graphic 3" descr="Medicine outline">
              <a:extLst>
                <a:ext uri="{FF2B5EF4-FFF2-40B4-BE49-F238E27FC236}">
                  <a16:creationId xmlns:a16="http://schemas.microsoft.com/office/drawing/2014/main" id="{1D03D963-DE0C-9C2F-4B65-7988C1A017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27018" y="1817254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15BC103-7403-F46B-F7F7-4D02C9E152EE}"/>
                </a:ext>
              </a:extLst>
            </p:cNvPr>
            <p:cNvSpPr txBox="1"/>
            <p:nvPr/>
          </p:nvSpPr>
          <p:spPr>
            <a:xfrm>
              <a:off x="1110519" y="1447922"/>
              <a:ext cx="14812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Drug design</a:t>
              </a:r>
              <a:endParaRPr lang="en-NL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F9189E7-3D2B-05C6-A7F0-E07BE8FECD12}"/>
              </a:ext>
            </a:extLst>
          </p:cNvPr>
          <p:cNvGrpSpPr/>
          <p:nvPr/>
        </p:nvGrpSpPr>
        <p:grpSpPr>
          <a:xfrm>
            <a:off x="5638270" y="3454679"/>
            <a:ext cx="1906464" cy="1258053"/>
            <a:chOff x="2214841" y="1473601"/>
            <a:chExt cx="1906464" cy="1258053"/>
          </a:xfrm>
        </p:grpSpPr>
        <p:pic>
          <p:nvPicPr>
            <p:cNvPr id="6" name="Graphic 5" descr="Document outline">
              <a:extLst>
                <a:ext uri="{FF2B5EF4-FFF2-40B4-BE49-F238E27FC236}">
                  <a16:creationId xmlns:a16="http://schemas.microsoft.com/office/drawing/2014/main" id="{69343187-FFC8-B5F8-52F4-14CB4F1D32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0873" y="1817254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0D9880A-667F-927A-B9D3-F1B26C6A1B83}"/>
                </a:ext>
              </a:extLst>
            </p:cNvPr>
            <p:cNvSpPr txBox="1"/>
            <p:nvPr/>
          </p:nvSpPr>
          <p:spPr>
            <a:xfrm>
              <a:off x="2214841" y="1473601"/>
              <a:ext cx="1906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records</a:t>
              </a:r>
              <a:endParaRPr lang="en-NL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4F252B-38F7-C8F7-C36A-445E7899C706}"/>
              </a:ext>
            </a:extLst>
          </p:cNvPr>
          <p:cNvGrpSpPr/>
          <p:nvPr/>
        </p:nvGrpSpPr>
        <p:grpSpPr>
          <a:xfrm>
            <a:off x="3149752" y="1320912"/>
            <a:ext cx="1953339" cy="1614589"/>
            <a:chOff x="4272394" y="1400506"/>
            <a:chExt cx="1953339" cy="1614589"/>
          </a:xfrm>
        </p:grpSpPr>
        <p:pic>
          <p:nvPicPr>
            <p:cNvPr id="3074" name="Picture 2" descr="4,5 duizend ct scan icon rechtenvrije illustraties, stockfoto's en  -afbeeldingen | Shutterstock">
              <a:extLst>
                <a:ext uri="{FF2B5EF4-FFF2-40B4-BE49-F238E27FC236}">
                  <a16:creationId xmlns:a16="http://schemas.microsoft.com/office/drawing/2014/main" id="{6923804B-DB71-CC82-0303-F373B49F79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84986" y="1533813"/>
              <a:ext cx="1481282" cy="1481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C299A4-4A00-EB29-BA48-6242030025B4}"/>
                </a:ext>
              </a:extLst>
            </p:cNvPr>
            <p:cNvSpPr txBox="1"/>
            <p:nvPr/>
          </p:nvSpPr>
          <p:spPr>
            <a:xfrm>
              <a:off x="4272394" y="1400506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Medical imaging</a:t>
              </a:r>
              <a:endParaRPr lang="en-NL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59BB6E-ECD6-7F1D-E218-7094FC777755}"/>
              </a:ext>
            </a:extLst>
          </p:cNvPr>
          <p:cNvGrpSpPr/>
          <p:nvPr/>
        </p:nvGrpSpPr>
        <p:grpSpPr>
          <a:xfrm>
            <a:off x="5638270" y="1422510"/>
            <a:ext cx="1953339" cy="1283732"/>
            <a:chOff x="7527788" y="1473601"/>
            <a:chExt cx="1953339" cy="1283732"/>
          </a:xfrm>
        </p:grpSpPr>
        <p:pic>
          <p:nvPicPr>
            <p:cNvPr id="12" name="Graphic 11" descr="Heart organ outline">
              <a:extLst>
                <a:ext uri="{FF2B5EF4-FFF2-40B4-BE49-F238E27FC236}">
                  <a16:creationId xmlns:a16="http://schemas.microsoft.com/office/drawing/2014/main" id="{292BF521-2315-BB1E-338F-C60437581F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12545" y="1842933"/>
              <a:ext cx="914400" cy="9144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332E0ED-549B-DFB3-08C6-2828FEE914F7}"/>
                </a:ext>
              </a:extLst>
            </p:cNvPr>
            <p:cNvSpPr txBox="1"/>
            <p:nvPr/>
          </p:nvSpPr>
          <p:spPr>
            <a:xfrm>
              <a:off x="7527788" y="1473601"/>
              <a:ext cx="19533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ECG</a:t>
              </a:r>
              <a:endParaRPr lang="en-NL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5747BA5-FE51-0B69-58AF-49E85191E0B5}"/>
              </a:ext>
            </a:extLst>
          </p:cNvPr>
          <p:cNvGrpSpPr/>
          <p:nvPr/>
        </p:nvGrpSpPr>
        <p:grpSpPr>
          <a:xfrm>
            <a:off x="454081" y="1294953"/>
            <a:ext cx="2364434" cy="1676565"/>
            <a:chOff x="4375764" y="4351894"/>
            <a:chExt cx="2364434" cy="1676565"/>
          </a:xfrm>
        </p:grpSpPr>
        <p:pic>
          <p:nvPicPr>
            <p:cNvPr id="10" name="Graphic 9" descr="Test tubes outline">
              <a:extLst>
                <a:ext uri="{FF2B5EF4-FFF2-40B4-BE49-F238E27FC236}">
                  <a16:creationId xmlns:a16="http://schemas.microsoft.com/office/drawing/2014/main" id="{DB56086D-BB1F-648A-2C77-610026E62B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53709" y="4619914"/>
              <a:ext cx="1408545" cy="1408545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B6FBC1-D51D-5400-BDB0-DB5030F53EBF}"/>
                </a:ext>
              </a:extLst>
            </p:cNvPr>
            <p:cNvSpPr txBox="1"/>
            <p:nvPr/>
          </p:nvSpPr>
          <p:spPr>
            <a:xfrm>
              <a:off x="4375764" y="435189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Biomedical analytics</a:t>
              </a:r>
              <a:endParaRPr lang="en-NL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F5F2DC0-3412-C56E-4917-312E7AF34C17}"/>
              </a:ext>
            </a:extLst>
          </p:cNvPr>
          <p:cNvGrpSpPr/>
          <p:nvPr/>
        </p:nvGrpSpPr>
        <p:grpSpPr>
          <a:xfrm>
            <a:off x="2528822" y="3463843"/>
            <a:ext cx="2613416" cy="3023670"/>
            <a:chOff x="1011857" y="3480234"/>
            <a:chExt cx="2613416" cy="3023670"/>
          </a:xfrm>
        </p:grpSpPr>
        <p:pic>
          <p:nvPicPr>
            <p:cNvPr id="3080" name="Picture 8" descr="Guaifenesin Metabolite (Glyceryl Guaiacolate Metabolite) - CAS - 13057-65-3  | Axios Research">
              <a:extLst>
                <a:ext uri="{FF2B5EF4-FFF2-40B4-BE49-F238E27FC236}">
                  <a16:creationId xmlns:a16="http://schemas.microsoft.com/office/drawing/2014/main" id="{9F4BECED-5FE7-3C92-4EA5-F1BF12530C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7018" y="4536560"/>
              <a:ext cx="1967344" cy="1967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Protein icon vector illustration symbol design | Premium Vector">
              <a:extLst>
                <a:ext uri="{FF2B5EF4-FFF2-40B4-BE49-F238E27FC236}">
                  <a16:creationId xmlns:a16="http://schemas.microsoft.com/office/drawing/2014/main" id="{B8D19FDF-9F9C-549E-439D-EE4EB0F81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9710" y="3664900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A black dna strand symbol&#10;&#10;AI-generated content may be incorrect.">
              <a:extLst>
                <a:ext uri="{FF2B5EF4-FFF2-40B4-BE49-F238E27FC236}">
                  <a16:creationId xmlns:a16="http://schemas.microsoft.com/office/drawing/2014/main" id="{C2DB0038-F9B5-9B6F-C8D7-101A3CB22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1857" y="3870482"/>
              <a:ext cx="1398833" cy="11199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33B2C92-1602-56AE-2166-A3B1C3B005FB}"/>
                </a:ext>
              </a:extLst>
            </p:cNvPr>
            <p:cNvSpPr txBox="1"/>
            <p:nvPr/>
          </p:nvSpPr>
          <p:spPr>
            <a:xfrm>
              <a:off x="1260839" y="3480234"/>
              <a:ext cx="2364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Omics</a:t>
              </a:r>
              <a:endParaRPr lang="en-NL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3E778198-C617-01F7-91D2-1AC8A93055E7}"/>
              </a:ext>
            </a:extLst>
          </p:cNvPr>
          <p:cNvSpPr txBox="1"/>
          <p:nvPr/>
        </p:nvSpPr>
        <p:spPr>
          <a:xfrm>
            <a:off x="8403589" y="1655097"/>
            <a:ext cx="31511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Type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Human written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Type of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Transformer Neural-networks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Recurrent</a:t>
            </a:r>
          </a:p>
          <a:p>
            <a:r>
              <a:rPr lang="en-US" dirty="0"/>
              <a:t>     Neural-networks</a:t>
            </a:r>
          </a:p>
          <a:p>
            <a:r>
              <a:rPr lang="en-US" dirty="0"/>
              <a:t>     (deep learning)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the underlying textual structure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525CE90-DE97-AC2F-7C98-843062BA44D1}"/>
              </a:ext>
            </a:extLst>
          </p:cNvPr>
          <p:cNvSpPr/>
          <p:nvPr/>
        </p:nvSpPr>
        <p:spPr>
          <a:xfrm>
            <a:off x="5424276" y="3297829"/>
            <a:ext cx="2364434" cy="1588207"/>
          </a:xfrm>
          <a:prstGeom prst="roundRect">
            <a:avLst>
              <a:gd name="adj" fmla="val 6073"/>
            </a:avLst>
          </a:prstGeom>
          <a:solidFill>
            <a:schemeClr val="bg1">
              <a:lumMod val="85000"/>
              <a:alpha val="13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73797-C12D-0E4E-7D33-E324DCBF8F00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Yao Jiang et al. Nature (2023)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4504523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2811-874F-3BEB-4197-B23A0DD3D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C973A5EC-1B80-34A1-7E84-8BC3C0293434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Drug design with variational auto-encoders; able to sample the latent space to find potentially interesting drugs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E4DDA1-900F-4FB1-EBE8-2B4BC65651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19</a:t>
            </a:fld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F952F04-262B-8C6F-F189-8D5099086CC7}"/>
              </a:ext>
            </a:extLst>
          </p:cNvPr>
          <p:cNvGrpSpPr/>
          <p:nvPr/>
        </p:nvGrpSpPr>
        <p:grpSpPr>
          <a:xfrm>
            <a:off x="2373269" y="1229005"/>
            <a:ext cx="7121290" cy="3633614"/>
            <a:chOff x="2699189" y="1585172"/>
            <a:chExt cx="6638775" cy="3387412"/>
          </a:xfrm>
        </p:grpSpPr>
        <p:pic>
          <p:nvPicPr>
            <p:cNvPr id="4" name="Picture 3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6F355C9-8FDD-8D38-547B-4E967EA88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9189" y="1585172"/>
              <a:ext cx="6536752" cy="3387412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344AB64-160A-70AD-60F2-48812A803DC1}"/>
                </a:ext>
              </a:extLst>
            </p:cNvPr>
            <p:cNvSpPr/>
            <p:nvPr/>
          </p:nvSpPr>
          <p:spPr>
            <a:xfrm>
              <a:off x="2699189" y="1585172"/>
              <a:ext cx="2039066" cy="17491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68E6E0B-381F-D44E-E7E4-10CB3FC5F914}"/>
                </a:ext>
              </a:extLst>
            </p:cNvPr>
            <p:cNvSpPr/>
            <p:nvPr/>
          </p:nvSpPr>
          <p:spPr>
            <a:xfrm>
              <a:off x="7091080" y="1585172"/>
              <a:ext cx="2246884" cy="17491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2B12AA1-A4DA-1A1A-021E-796EB674F232}"/>
              </a:ext>
            </a:extLst>
          </p:cNvPr>
          <p:cNvSpPr/>
          <p:nvPr/>
        </p:nvSpPr>
        <p:spPr>
          <a:xfrm>
            <a:off x="4627418" y="1330036"/>
            <a:ext cx="2530764" cy="3011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94B435-032A-7E27-18AE-9E60354FFF82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Gomez-</a:t>
            </a:r>
            <a:r>
              <a:rPr lang="en-US" dirty="0" err="1"/>
              <a:t>Bombarelli</a:t>
            </a:r>
            <a:r>
              <a:rPr lang="en-US" dirty="0"/>
              <a:t> et al. ACS Central Science (2023)</a:t>
            </a:r>
            <a:endParaRPr lang="en-NL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F3BDB29-EC0E-FB23-90E5-1558254C0842}"/>
              </a:ext>
            </a:extLst>
          </p:cNvPr>
          <p:cNvGrpSpPr/>
          <p:nvPr/>
        </p:nvGrpSpPr>
        <p:grpSpPr>
          <a:xfrm>
            <a:off x="3061038" y="5100734"/>
            <a:ext cx="1104569" cy="1089891"/>
            <a:chOff x="3061038" y="5100734"/>
            <a:chExt cx="1104569" cy="1089891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228510C-2F7A-23E8-FA80-41F9B9884F2C}"/>
                </a:ext>
              </a:extLst>
            </p:cNvPr>
            <p:cNvSpPr/>
            <p:nvPr/>
          </p:nvSpPr>
          <p:spPr>
            <a:xfrm>
              <a:off x="3061038" y="5100734"/>
              <a:ext cx="1104569" cy="1089891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7231CC-D25D-FC14-7BA7-45D2C4F2F01C}"/>
                </a:ext>
              </a:extLst>
            </p:cNvPr>
            <p:cNvSpPr/>
            <p:nvPr/>
          </p:nvSpPr>
          <p:spPr>
            <a:xfrm>
              <a:off x="3158838" y="5181600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238D1ED-AED0-6F50-87F0-136DF5FE210B}"/>
                </a:ext>
              </a:extLst>
            </p:cNvPr>
            <p:cNvSpPr/>
            <p:nvPr/>
          </p:nvSpPr>
          <p:spPr>
            <a:xfrm>
              <a:off x="3661270" y="5181600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585678E-013C-4C15-A7B7-06B2B1075472}"/>
                </a:ext>
              </a:extLst>
            </p:cNvPr>
            <p:cNvSpPr/>
            <p:nvPr/>
          </p:nvSpPr>
          <p:spPr>
            <a:xfrm>
              <a:off x="3838534" y="5346049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830E8D-3612-9A8E-76A4-A2BE8DD92608}"/>
                </a:ext>
              </a:extLst>
            </p:cNvPr>
            <p:cNvSpPr/>
            <p:nvPr/>
          </p:nvSpPr>
          <p:spPr>
            <a:xfrm>
              <a:off x="3158838" y="5346049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66C8B88-4756-C052-190D-3C2B2E28C968}"/>
                </a:ext>
              </a:extLst>
            </p:cNvPr>
            <p:cNvSpPr/>
            <p:nvPr/>
          </p:nvSpPr>
          <p:spPr>
            <a:xfrm>
              <a:off x="3165452" y="5510498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4D992DC-C58C-5BDD-63EA-E54E32D42F4A}"/>
                </a:ext>
              </a:extLst>
            </p:cNvPr>
            <p:cNvSpPr/>
            <p:nvPr/>
          </p:nvSpPr>
          <p:spPr>
            <a:xfrm>
              <a:off x="3621784" y="5503593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ED9DA89-D9A2-F0FC-A861-34A4CA0F0E59}"/>
                </a:ext>
              </a:extLst>
            </p:cNvPr>
            <p:cNvSpPr/>
            <p:nvPr/>
          </p:nvSpPr>
          <p:spPr>
            <a:xfrm>
              <a:off x="3924238" y="5510498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486E06B-3753-DA50-56D3-D48817089214}"/>
                </a:ext>
              </a:extLst>
            </p:cNvPr>
            <p:cNvSpPr/>
            <p:nvPr/>
          </p:nvSpPr>
          <p:spPr>
            <a:xfrm>
              <a:off x="3158838" y="5661137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824565A-A589-8AAA-79E3-DC675785936E}"/>
                </a:ext>
              </a:extLst>
            </p:cNvPr>
            <p:cNvSpPr/>
            <p:nvPr/>
          </p:nvSpPr>
          <p:spPr>
            <a:xfrm>
              <a:off x="3661270" y="5661137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994B6AF-6253-D4A4-5B11-34D87AF000D6}"/>
                </a:ext>
              </a:extLst>
            </p:cNvPr>
            <p:cNvSpPr/>
            <p:nvPr/>
          </p:nvSpPr>
          <p:spPr>
            <a:xfrm>
              <a:off x="3838534" y="5825586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3B383-C0C7-F678-046E-1A79FBBFB3AD}"/>
                </a:ext>
              </a:extLst>
            </p:cNvPr>
            <p:cNvSpPr/>
            <p:nvPr/>
          </p:nvSpPr>
          <p:spPr>
            <a:xfrm>
              <a:off x="3158838" y="5825586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4A3C0D7-F7F5-38D1-03BC-A11800F10D3C}"/>
                </a:ext>
              </a:extLst>
            </p:cNvPr>
            <p:cNvSpPr/>
            <p:nvPr/>
          </p:nvSpPr>
          <p:spPr>
            <a:xfrm>
              <a:off x="3165452" y="5990035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C6E40D6-7E7C-FD32-2C6A-34461475784B}"/>
                </a:ext>
              </a:extLst>
            </p:cNvPr>
            <p:cNvSpPr/>
            <p:nvPr/>
          </p:nvSpPr>
          <p:spPr>
            <a:xfrm>
              <a:off x="3621784" y="5983130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5E8AF3F-5D20-87F4-E01C-DB697B14E495}"/>
                </a:ext>
              </a:extLst>
            </p:cNvPr>
            <p:cNvSpPr/>
            <p:nvPr/>
          </p:nvSpPr>
          <p:spPr>
            <a:xfrm>
              <a:off x="3924238" y="5990035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68548E7-4784-050D-5D1C-F64EC7FD38C9}"/>
              </a:ext>
            </a:extLst>
          </p:cNvPr>
          <p:cNvSpPr/>
          <p:nvPr/>
        </p:nvSpPr>
        <p:spPr>
          <a:xfrm>
            <a:off x="5326910" y="5078720"/>
            <a:ext cx="1104569" cy="1089891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022C72E-3630-848F-A97F-1CD1B04CB1B4}"/>
              </a:ext>
            </a:extLst>
          </p:cNvPr>
          <p:cNvSpPr/>
          <p:nvPr/>
        </p:nvSpPr>
        <p:spPr>
          <a:xfrm>
            <a:off x="5429598" y="5181600"/>
            <a:ext cx="424873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3EDB59-A8AB-1511-0D81-2A7FAB2A405A}"/>
              </a:ext>
            </a:extLst>
          </p:cNvPr>
          <p:cNvSpPr/>
          <p:nvPr/>
        </p:nvSpPr>
        <p:spPr>
          <a:xfrm>
            <a:off x="6109294" y="5346049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B3E2AA-18F6-8FC5-56C6-C533972BC718}"/>
              </a:ext>
            </a:extLst>
          </p:cNvPr>
          <p:cNvSpPr/>
          <p:nvPr/>
        </p:nvSpPr>
        <p:spPr>
          <a:xfrm>
            <a:off x="5892544" y="5503593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DA3FDA-5D8F-CAD9-8DD3-33130B032CB2}"/>
              </a:ext>
            </a:extLst>
          </p:cNvPr>
          <p:cNvSpPr/>
          <p:nvPr/>
        </p:nvSpPr>
        <p:spPr>
          <a:xfrm>
            <a:off x="5429598" y="5661137"/>
            <a:ext cx="424873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7341558-9787-54CC-A8DB-13B6D61399E4}"/>
              </a:ext>
            </a:extLst>
          </p:cNvPr>
          <p:cNvSpPr/>
          <p:nvPr/>
        </p:nvSpPr>
        <p:spPr>
          <a:xfrm>
            <a:off x="6109294" y="5825586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F885FC-32DA-D481-ABB3-4E032BC77091}"/>
              </a:ext>
            </a:extLst>
          </p:cNvPr>
          <p:cNvSpPr/>
          <p:nvPr/>
        </p:nvSpPr>
        <p:spPr>
          <a:xfrm>
            <a:off x="5892544" y="5983130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F630DD1-1292-9A5F-0096-A08799FDBAB7}"/>
              </a:ext>
            </a:extLst>
          </p:cNvPr>
          <p:cNvGrpSpPr/>
          <p:nvPr/>
        </p:nvGrpSpPr>
        <p:grpSpPr>
          <a:xfrm>
            <a:off x="7688918" y="5116191"/>
            <a:ext cx="1104569" cy="1089891"/>
            <a:chOff x="3061038" y="5100734"/>
            <a:chExt cx="1104569" cy="108989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0595EEF4-5A31-7FB1-23A6-21CB631385FF}"/>
                </a:ext>
              </a:extLst>
            </p:cNvPr>
            <p:cNvSpPr/>
            <p:nvPr/>
          </p:nvSpPr>
          <p:spPr>
            <a:xfrm>
              <a:off x="3061038" y="5100734"/>
              <a:ext cx="1104569" cy="1089891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7A43455-E446-B38A-3D55-7204D7750BDB}"/>
                </a:ext>
              </a:extLst>
            </p:cNvPr>
            <p:cNvSpPr/>
            <p:nvPr/>
          </p:nvSpPr>
          <p:spPr>
            <a:xfrm>
              <a:off x="3158838" y="5181600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91CDAC0-FB99-112D-CF75-10F15E06F2E7}"/>
                </a:ext>
              </a:extLst>
            </p:cNvPr>
            <p:cNvSpPr/>
            <p:nvPr/>
          </p:nvSpPr>
          <p:spPr>
            <a:xfrm>
              <a:off x="3661270" y="5181600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5C0D09E8-04AE-0CEF-F5C4-E4E4A2013F5F}"/>
                </a:ext>
              </a:extLst>
            </p:cNvPr>
            <p:cNvSpPr/>
            <p:nvPr/>
          </p:nvSpPr>
          <p:spPr>
            <a:xfrm>
              <a:off x="3838534" y="5346049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E9F9A77-242F-B683-2972-3FEEB3083BDD}"/>
                </a:ext>
              </a:extLst>
            </p:cNvPr>
            <p:cNvSpPr/>
            <p:nvPr/>
          </p:nvSpPr>
          <p:spPr>
            <a:xfrm>
              <a:off x="3158838" y="5346049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B0053B1-6E5E-7ABF-6EAE-2D9A5E376CCD}"/>
                </a:ext>
              </a:extLst>
            </p:cNvPr>
            <p:cNvSpPr/>
            <p:nvPr/>
          </p:nvSpPr>
          <p:spPr>
            <a:xfrm>
              <a:off x="3165452" y="5510498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042BD5D-AFB8-B913-3EFB-96F4A9842023}"/>
                </a:ext>
              </a:extLst>
            </p:cNvPr>
            <p:cNvSpPr/>
            <p:nvPr/>
          </p:nvSpPr>
          <p:spPr>
            <a:xfrm>
              <a:off x="3621784" y="5503593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B60DE5-FADA-727F-6C8D-4C4BE0CFCC0D}"/>
                </a:ext>
              </a:extLst>
            </p:cNvPr>
            <p:cNvSpPr/>
            <p:nvPr/>
          </p:nvSpPr>
          <p:spPr>
            <a:xfrm>
              <a:off x="3924238" y="5510498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427AFB0-F98D-B215-0E9D-9170E7B6B7EF}"/>
                </a:ext>
              </a:extLst>
            </p:cNvPr>
            <p:cNvSpPr/>
            <p:nvPr/>
          </p:nvSpPr>
          <p:spPr>
            <a:xfrm>
              <a:off x="3158838" y="5661137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E91043A8-564A-923F-BDCD-1BBC314B4DBC}"/>
                </a:ext>
              </a:extLst>
            </p:cNvPr>
            <p:cNvSpPr/>
            <p:nvPr/>
          </p:nvSpPr>
          <p:spPr>
            <a:xfrm>
              <a:off x="3661270" y="5661137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CE7B8C0-3AD2-1A40-8F48-B334DFACF0F6}"/>
                </a:ext>
              </a:extLst>
            </p:cNvPr>
            <p:cNvSpPr/>
            <p:nvPr/>
          </p:nvSpPr>
          <p:spPr>
            <a:xfrm>
              <a:off x="3838534" y="5825586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DEF19E5-8411-6F2D-8E04-4F0D37D564F2}"/>
                </a:ext>
              </a:extLst>
            </p:cNvPr>
            <p:cNvSpPr/>
            <p:nvPr/>
          </p:nvSpPr>
          <p:spPr>
            <a:xfrm>
              <a:off x="3158838" y="5825586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5BCBA27-DAF0-7A67-3D89-6BE4B9C954BC}"/>
                </a:ext>
              </a:extLst>
            </p:cNvPr>
            <p:cNvSpPr/>
            <p:nvPr/>
          </p:nvSpPr>
          <p:spPr>
            <a:xfrm>
              <a:off x="3165452" y="5990035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001AC78B-1C58-6379-376C-4C29773BA401}"/>
                </a:ext>
              </a:extLst>
            </p:cNvPr>
            <p:cNvSpPr/>
            <p:nvPr/>
          </p:nvSpPr>
          <p:spPr>
            <a:xfrm>
              <a:off x="3621784" y="5983130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712985D-8590-74DD-325D-158EE2CB1942}"/>
                </a:ext>
              </a:extLst>
            </p:cNvPr>
            <p:cNvSpPr/>
            <p:nvPr/>
          </p:nvSpPr>
          <p:spPr>
            <a:xfrm>
              <a:off x="3924238" y="5990035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5045142C-1CA6-D4C6-13CB-F4931B836095}"/>
              </a:ext>
            </a:extLst>
          </p:cNvPr>
          <p:cNvSpPr/>
          <p:nvPr/>
        </p:nvSpPr>
        <p:spPr>
          <a:xfrm>
            <a:off x="4419600" y="5466122"/>
            <a:ext cx="707232" cy="411438"/>
          </a:xfrm>
          <a:prstGeom prst="rightArrow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303725DE-665A-A9BB-2833-73B2BCB621AC}"/>
              </a:ext>
            </a:extLst>
          </p:cNvPr>
          <p:cNvSpPr/>
          <p:nvPr/>
        </p:nvSpPr>
        <p:spPr>
          <a:xfrm>
            <a:off x="6730752" y="5466122"/>
            <a:ext cx="707232" cy="411438"/>
          </a:xfrm>
          <a:prstGeom prst="rightArrow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2666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5A8-1E4F-0FFE-462A-124AAAFD6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721ADA06-A95F-8FD4-7821-FFBF8E0132E3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Drug design with variational auto-encoders; able to sample the latent space to find potentially interesting drugs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C6608B-512E-4DE8-32B2-71410615862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20</a:t>
            </a:fld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47059E9-161C-98C4-A634-1C3889667816}"/>
              </a:ext>
            </a:extLst>
          </p:cNvPr>
          <p:cNvGrpSpPr/>
          <p:nvPr/>
        </p:nvGrpSpPr>
        <p:grpSpPr>
          <a:xfrm>
            <a:off x="2373269" y="1229005"/>
            <a:ext cx="7121290" cy="3633614"/>
            <a:chOff x="2699189" y="1585172"/>
            <a:chExt cx="6638775" cy="3387412"/>
          </a:xfrm>
        </p:grpSpPr>
        <p:pic>
          <p:nvPicPr>
            <p:cNvPr id="4" name="Picture 3" descr="A diagram of a graph&#10;&#10;AI-generated content may be incorrect.">
              <a:extLst>
                <a:ext uri="{FF2B5EF4-FFF2-40B4-BE49-F238E27FC236}">
                  <a16:creationId xmlns:a16="http://schemas.microsoft.com/office/drawing/2014/main" id="{41028816-AE60-D60D-F9A7-730BF85E9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9189" y="1585172"/>
              <a:ext cx="6536752" cy="3387412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CDF7380-6345-1026-46AD-5252E121F82A}"/>
                </a:ext>
              </a:extLst>
            </p:cNvPr>
            <p:cNvSpPr/>
            <p:nvPr/>
          </p:nvSpPr>
          <p:spPr>
            <a:xfrm>
              <a:off x="2699189" y="1585172"/>
              <a:ext cx="2039066" cy="17491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F71FD8E-7E5D-F152-CFA4-CAB26D93F955}"/>
                </a:ext>
              </a:extLst>
            </p:cNvPr>
            <p:cNvSpPr/>
            <p:nvPr/>
          </p:nvSpPr>
          <p:spPr>
            <a:xfrm>
              <a:off x="7091080" y="1585172"/>
              <a:ext cx="2246884" cy="17491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8104EC5-BE2D-9384-8BE3-4ABF53A3C7A2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Gomez-</a:t>
            </a:r>
            <a:r>
              <a:rPr lang="en-US" dirty="0" err="1"/>
              <a:t>Bombarelli</a:t>
            </a:r>
            <a:r>
              <a:rPr lang="en-US" dirty="0"/>
              <a:t> et al. ACS Central Science (2023)</a:t>
            </a:r>
            <a:endParaRPr lang="en-NL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0518EF4-3EEB-6443-C318-24A1B1EC2AE5}"/>
              </a:ext>
            </a:extLst>
          </p:cNvPr>
          <p:cNvGrpSpPr/>
          <p:nvPr/>
        </p:nvGrpSpPr>
        <p:grpSpPr>
          <a:xfrm>
            <a:off x="3061038" y="5100734"/>
            <a:ext cx="1104569" cy="1089891"/>
            <a:chOff x="3061038" y="5100734"/>
            <a:chExt cx="1104569" cy="1089891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68E3270-2F29-C0FC-B2B6-8339A1C627B6}"/>
                </a:ext>
              </a:extLst>
            </p:cNvPr>
            <p:cNvSpPr/>
            <p:nvPr/>
          </p:nvSpPr>
          <p:spPr>
            <a:xfrm>
              <a:off x="3061038" y="5100734"/>
              <a:ext cx="1104569" cy="1089891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017BB50-F92E-EFD6-55DA-AAEDC5F19F0F}"/>
                </a:ext>
              </a:extLst>
            </p:cNvPr>
            <p:cNvSpPr/>
            <p:nvPr/>
          </p:nvSpPr>
          <p:spPr>
            <a:xfrm>
              <a:off x="3158838" y="5181600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A90D8D-435D-3014-190E-B3A04AF4F24E}"/>
                </a:ext>
              </a:extLst>
            </p:cNvPr>
            <p:cNvSpPr/>
            <p:nvPr/>
          </p:nvSpPr>
          <p:spPr>
            <a:xfrm>
              <a:off x="3661270" y="5181600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582E2F-2C49-BA2B-B6A6-88C18D3D98AB}"/>
                </a:ext>
              </a:extLst>
            </p:cNvPr>
            <p:cNvSpPr/>
            <p:nvPr/>
          </p:nvSpPr>
          <p:spPr>
            <a:xfrm>
              <a:off x="3838534" y="5346049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1F8CC9-A2AF-4D15-CD63-F850F07916A6}"/>
                </a:ext>
              </a:extLst>
            </p:cNvPr>
            <p:cNvSpPr/>
            <p:nvPr/>
          </p:nvSpPr>
          <p:spPr>
            <a:xfrm>
              <a:off x="3158838" y="5346049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1F9B10B-0A44-1B95-8F26-4278C24224ED}"/>
                </a:ext>
              </a:extLst>
            </p:cNvPr>
            <p:cNvSpPr/>
            <p:nvPr/>
          </p:nvSpPr>
          <p:spPr>
            <a:xfrm>
              <a:off x="3165452" y="5510498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96674D-5D7E-F939-2778-623F12874CCC}"/>
                </a:ext>
              </a:extLst>
            </p:cNvPr>
            <p:cNvSpPr/>
            <p:nvPr/>
          </p:nvSpPr>
          <p:spPr>
            <a:xfrm>
              <a:off x="3621784" y="5503593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3B417B-B574-BDA2-C322-BF070DADCC94}"/>
                </a:ext>
              </a:extLst>
            </p:cNvPr>
            <p:cNvSpPr/>
            <p:nvPr/>
          </p:nvSpPr>
          <p:spPr>
            <a:xfrm>
              <a:off x="3924238" y="5510498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70D40FB-70ED-A928-1ECF-87CAD175CCF8}"/>
                </a:ext>
              </a:extLst>
            </p:cNvPr>
            <p:cNvSpPr/>
            <p:nvPr/>
          </p:nvSpPr>
          <p:spPr>
            <a:xfrm>
              <a:off x="3158838" y="5661137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E424E02-C76F-A22E-C0C8-E522DEDA494F}"/>
                </a:ext>
              </a:extLst>
            </p:cNvPr>
            <p:cNvSpPr/>
            <p:nvPr/>
          </p:nvSpPr>
          <p:spPr>
            <a:xfrm>
              <a:off x="3661270" y="5661137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E669FAC-4002-1662-A42E-EB92E4935D49}"/>
                </a:ext>
              </a:extLst>
            </p:cNvPr>
            <p:cNvSpPr/>
            <p:nvPr/>
          </p:nvSpPr>
          <p:spPr>
            <a:xfrm>
              <a:off x="3838534" y="5825586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E8D44F0-B9B7-8F70-1C61-297ECFE33F47}"/>
                </a:ext>
              </a:extLst>
            </p:cNvPr>
            <p:cNvSpPr/>
            <p:nvPr/>
          </p:nvSpPr>
          <p:spPr>
            <a:xfrm>
              <a:off x="3158838" y="5825586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504924A-F2E8-C4A2-5FC2-0F28D18A7B61}"/>
                </a:ext>
              </a:extLst>
            </p:cNvPr>
            <p:cNvSpPr/>
            <p:nvPr/>
          </p:nvSpPr>
          <p:spPr>
            <a:xfrm>
              <a:off x="3165452" y="5990035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44B99A1-8E9C-55DB-0336-524611A6B560}"/>
                </a:ext>
              </a:extLst>
            </p:cNvPr>
            <p:cNvSpPr/>
            <p:nvPr/>
          </p:nvSpPr>
          <p:spPr>
            <a:xfrm>
              <a:off x="3621784" y="5983130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7C49DAC-BFA1-AA51-36D9-9B712B328B2B}"/>
                </a:ext>
              </a:extLst>
            </p:cNvPr>
            <p:cNvSpPr/>
            <p:nvPr/>
          </p:nvSpPr>
          <p:spPr>
            <a:xfrm>
              <a:off x="3924238" y="5990035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9C7C72C-28A8-1188-727A-4056CB38AAF2}"/>
              </a:ext>
            </a:extLst>
          </p:cNvPr>
          <p:cNvSpPr/>
          <p:nvPr/>
        </p:nvSpPr>
        <p:spPr>
          <a:xfrm>
            <a:off x="5326910" y="5078720"/>
            <a:ext cx="1104569" cy="1089891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B668A7-3398-BDB4-2EE9-AEFA15F48096}"/>
              </a:ext>
            </a:extLst>
          </p:cNvPr>
          <p:cNvSpPr/>
          <p:nvPr/>
        </p:nvSpPr>
        <p:spPr>
          <a:xfrm>
            <a:off x="5429598" y="5181600"/>
            <a:ext cx="424873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FE34C71-61FB-7DC4-B521-F9C47D10749A}"/>
              </a:ext>
            </a:extLst>
          </p:cNvPr>
          <p:cNvSpPr/>
          <p:nvPr/>
        </p:nvSpPr>
        <p:spPr>
          <a:xfrm>
            <a:off x="6109294" y="5346049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A68FAC4-5D95-E26A-12D9-C2B69CACB4FA}"/>
              </a:ext>
            </a:extLst>
          </p:cNvPr>
          <p:cNvSpPr/>
          <p:nvPr/>
        </p:nvSpPr>
        <p:spPr>
          <a:xfrm>
            <a:off x="5892544" y="5503593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A1720E9-5D06-79D4-7E44-76296962908C}"/>
              </a:ext>
            </a:extLst>
          </p:cNvPr>
          <p:cNvSpPr/>
          <p:nvPr/>
        </p:nvSpPr>
        <p:spPr>
          <a:xfrm>
            <a:off x="5429598" y="5661137"/>
            <a:ext cx="424873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DFF1BE-9264-634D-B112-DDC3E80EB324}"/>
              </a:ext>
            </a:extLst>
          </p:cNvPr>
          <p:cNvSpPr/>
          <p:nvPr/>
        </p:nvSpPr>
        <p:spPr>
          <a:xfrm>
            <a:off x="6109294" y="5825586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380DB1B-7F54-A0F6-5858-DA4E05F0A868}"/>
              </a:ext>
            </a:extLst>
          </p:cNvPr>
          <p:cNvSpPr/>
          <p:nvPr/>
        </p:nvSpPr>
        <p:spPr>
          <a:xfrm>
            <a:off x="5892544" y="5983130"/>
            <a:ext cx="247609" cy="1200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B2D05AE-918C-0F3E-DF7E-80FA5D8EF00E}"/>
              </a:ext>
            </a:extLst>
          </p:cNvPr>
          <p:cNvGrpSpPr/>
          <p:nvPr/>
        </p:nvGrpSpPr>
        <p:grpSpPr>
          <a:xfrm>
            <a:off x="7688918" y="5116191"/>
            <a:ext cx="1104569" cy="1089891"/>
            <a:chOff x="3061038" y="5100734"/>
            <a:chExt cx="1104569" cy="108989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2ACC814-2F47-35A5-5778-0D5F3D6A7285}"/>
                </a:ext>
              </a:extLst>
            </p:cNvPr>
            <p:cNvSpPr/>
            <p:nvPr/>
          </p:nvSpPr>
          <p:spPr>
            <a:xfrm>
              <a:off x="3061038" y="5100734"/>
              <a:ext cx="1104569" cy="1089891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AD1F4B1-E18B-5D0E-DEBE-35B09B3EECB5}"/>
                </a:ext>
              </a:extLst>
            </p:cNvPr>
            <p:cNvSpPr/>
            <p:nvPr/>
          </p:nvSpPr>
          <p:spPr>
            <a:xfrm>
              <a:off x="3158838" y="5181600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ADEC12-5E08-2B49-0270-1E3F7C1B48AC}"/>
                </a:ext>
              </a:extLst>
            </p:cNvPr>
            <p:cNvSpPr/>
            <p:nvPr/>
          </p:nvSpPr>
          <p:spPr>
            <a:xfrm>
              <a:off x="3661270" y="5181600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89AF05F-680A-2C44-02CB-1732DF7F35A7}"/>
                </a:ext>
              </a:extLst>
            </p:cNvPr>
            <p:cNvSpPr/>
            <p:nvPr/>
          </p:nvSpPr>
          <p:spPr>
            <a:xfrm>
              <a:off x="3838534" y="5346049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5821263-02E2-6FA4-3A9A-763653CC0BB4}"/>
                </a:ext>
              </a:extLst>
            </p:cNvPr>
            <p:cNvSpPr/>
            <p:nvPr/>
          </p:nvSpPr>
          <p:spPr>
            <a:xfrm>
              <a:off x="3158838" y="5346049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10D2E6-A1BA-2DA4-987A-AA4A3C73BA5F}"/>
                </a:ext>
              </a:extLst>
            </p:cNvPr>
            <p:cNvSpPr/>
            <p:nvPr/>
          </p:nvSpPr>
          <p:spPr>
            <a:xfrm>
              <a:off x="3165452" y="5510498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A7E5632-A4E3-E8CE-4167-14B0FD8A2168}"/>
                </a:ext>
              </a:extLst>
            </p:cNvPr>
            <p:cNvSpPr/>
            <p:nvPr/>
          </p:nvSpPr>
          <p:spPr>
            <a:xfrm>
              <a:off x="3621784" y="5503593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BF2C0FD-5388-5F6B-A409-505A3A912C5B}"/>
                </a:ext>
              </a:extLst>
            </p:cNvPr>
            <p:cNvSpPr/>
            <p:nvPr/>
          </p:nvSpPr>
          <p:spPr>
            <a:xfrm>
              <a:off x="3924238" y="5510498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F3F77C6-329E-6AFF-B6DC-ABFCB57BF739}"/>
                </a:ext>
              </a:extLst>
            </p:cNvPr>
            <p:cNvSpPr/>
            <p:nvPr/>
          </p:nvSpPr>
          <p:spPr>
            <a:xfrm>
              <a:off x="3158838" y="5661137"/>
              <a:ext cx="424873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BC1B4EF-E9BC-5AC5-DD58-4CD151D98445}"/>
                </a:ext>
              </a:extLst>
            </p:cNvPr>
            <p:cNvSpPr/>
            <p:nvPr/>
          </p:nvSpPr>
          <p:spPr>
            <a:xfrm>
              <a:off x="3661270" y="5661137"/>
              <a:ext cx="424873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F8EB03F-C3A9-2B8C-7B92-1DA409C47E4D}"/>
                </a:ext>
              </a:extLst>
            </p:cNvPr>
            <p:cNvSpPr/>
            <p:nvPr/>
          </p:nvSpPr>
          <p:spPr>
            <a:xfrm>
              <a:off x="3838534" y="5825586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CF08C59-14D2-A061-20B5-6D239A105C29}"/>
                </a:ext>
              </a:extLst>
            </p:cNvPr>
            <p:cNvSpPr/>
            <p:nvPr/>
          </p:nvSpPr>
          <p:spPr>
            <a:xfrm>
              <a:off x="3158838" y="5825586"/>
              <a:ext cx="633382" cy="12007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B495678-49C0-7983-B3D8-8356F2F41659}"/>
                </a:ext>
              </a:extLst>
            </p:cNvPr>
            <p:cNvSpPr/>
            <p:nvPr/>
          </p:nvSpPr>
          <p:spPr>
            <a:xfrm>
              <a:off x="3165452" y="5990035"/>
              <a:ext cx="424873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12FEBD9-9095-FABB-041B-2BDC036A154C}"/>
                </a:ext>
              </a:extLst>
            </p:cNvPr>
            <p:cNvSpPr/>
            <p:nvPr/>
          </p:nvSpPr>
          <p:spPr>
            <a:xfrm>
              <a:off x="3621784" y="5983130"/>
              <a:ext cx="247609" cy="1200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CD6F3E9-FAE8-12ED-D791-996DF4D50ACF}"/>
                </a:ext>
              </a:extLst>
            </p:cNvPr>
            <p:cNvSpPr/>
            <p:nvPr/>
          </p:nvSpPr>
          <p:spPr>
            <a:xfrm>
              <a:off x="3924238" y="5990035"/>
              <a:ext cx="161905" cy="1184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1859F8C5-D83A-79CF-6CA7-0CE62CF36D44}"/>
              </a:ext>
            </a:extLst>
          </p:cNvPr>
          <p:cNvSpPr/>
          <p:nvPr/>
        </p:nvSpPr>
        <p:spPr>
          <a:xfrm>
            <a:off x="4419600" y="5466122"/>
            <a:ext cx="707232" cy="411438"/>
          </a:xfrm>
          <a:prstGeom prst="rightArrow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DCDFC8EE-3B14-1F79-C057-0DB01B97380C}"/>
              </a:ext>
            </a:extLst>
          </p:cNvPr>
          <p:cNvSpPr/>
          <p:nvPr/>
        </p:nvSpPr>
        <p:spPr>
          <a:xfrm>
            <a:off x="6730752" y="5466122"/>
            <a:ext cx="707232" cy="411438"/>
          </a:xfrm>
          <a:prstGeom prst="rightArrow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3698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3AB5-143D-5055-EBA4-761CB7A3A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DB5B9F71-3A22-F504-3481-C13B02A13C03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Reconstructing ibuprofen-like molecules yields much higher percentile (likeness) scores for the variational autoencoder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08DC86-2FA3-B302-8477-08EC599C46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21</a:t>
            </a:fld>
            <a:endParaRPr lang="nl-BE" dirty="0"/>
          </a:p>
        </p:txBody>
      </p:sp>
      <p:pic>
        <p:nvPicPr>
          <p:cNvPr id="5" name="Picture 4" descr="A diagram of a chemical reaction&#10;&#10;AI-generated content may be incorrect.">
            <a:extLst>
              <a:ext uri="{FF2B5EF4-FFF2-40B4-BE49-F238E27FC236}">
                <a16:creationId xmlns:a16="http://schemas.microsoft.com/office/drawing/2014/main" id="{AAF33B64-6396-965C-62F3-FD457EA3F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969" y="1245892"/>
            <a:ext cx="8228261" cy="50616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C37648-C3A0-B28E-3232-ADF5E21491F9}"/>
              </a:ext>
            </a:extLst>
          </p:cNvPr>
          <p:cNvSpPr txBox="1"/>
          <p:nvPr/>
        </p:nvSpPr>
        <p:spPr>
          <a:xfrm>
            <a:off x="578735" y="6413725"/>
            <a:ext cx="984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Gomez-</a:t>
            </a:r>
            <a:r>
              <a:rPr lang="en-US" dirty="0" err="1"/>
              <a:t>Bombarelli</a:t>
            </a:r>
            <a:r>
              <a:rPr lang="en-US" dirty="0"/>
              <a:t> et al. ACS Central Science (2023)</a:t>
            </a:r>
            <a:endParaRPr lang="en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0600DE-69F4-DE16-CBA8-1CC286FF21E0}"/>
              </a:ext>
            </a:extLst>
          </p:cNvPr>
          <p:cNvSpPr/>
          <p:nvPr/>
        </p:nvSpPr>
        <p:spPr>
          <a:xfrm>
            <a:off x="2310384" y="5145024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692AE5-E5C3-2DE3-1C9E-4022A6557559}"/>
              </a:ext>
            </a:extLst>
          </p:cNvPr>
          <p:cNvSpPr/>
          <p:nvPr/>
        </p:nvSpPr>
        <p:spPr>
          <a:xfrm>
            <a:off x="2133600" y="5981364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C067F7-0322-761C-8085-3518A174884F}"/>
              </a:ext>
            </a:extLst>
          </p:cNvPr>
          <p:cNvSpPr/>
          <p:nvPr/>
        </p:nvSpPr>
        <p:spPr>
          <a:xfrm>
            <a:off x="3175871" y="6147226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EEE5C8-5D4D-D509-15D5-DC16AE8D05B0}"/>
              </a:ext>
            </a:extLst>
          </p:cNvPr>
          <p:cNvSpPr/>
          <p:nvPr/>
        </p:nvSpPr>
        <p:spPr>
          <a:xfrm>
            <a:off x="4740639" y="6013977"/>
            <a:ext cx="1336783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05B9BD-1A88-964E-1F26-CAF1327008B3}"/>
              </a:ext>
            </a:extLst>
          </p:cNvPr>
          <p:cNvSpPr/>
          <p:nvPr/>
        </p:nvSpPr>
        <p:spPr>
          <a:xfrm>
            <a:off x="5557648" y="6195038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58EDD-1983-F1D7-79B2-A079A0ABF834}"/>
              </a:ext>
            </a:extLst>
          </p:cNvPr>
          <p:cNvSpPr/>
          <p:nvPr/>
        </p:nvSpPr>
        <p:spPr>
          <a:xfrm>
            <a:off x="7039574" y="6013977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FD56FA-4495-0470-F91E-AD9AA14BD288}"/>
              </a:ext>
            </a:extLst>
          </p:cNvPr>
          <p:cNvSpPr/>
          <p:nvPr/>
        </p:nvSpPr>
        <p:spPr>
          <a:xfrm>
            <a:off x="8435419" y="6195038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65C5E-0EFF-F38D-F185-9550CC457334}"/>
              </a:ext>
            </a:extLst>
          </p:cNvPr>
          <p:cNvSpPr/>
          <p:nvPr/>
        </p:nvSpPr>
        <p:spPr>
          <a:xfrm>
            <a:off x="8562109" y="5170589"/>
            <a:ext cx="1859280" cy="243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50560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0698-5B0A-B406-835B-D62C22255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B5139E2A-F4F3-05F4-9D49-E18E59974A11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Computer vision is a large subfield in AI that deals with 2D and 3D images and videos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0BACCB-9E18-1F40-4AB9-979BC3838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22</a:t>
            </a:fld>
            <a:endParaRPr lang="nl-BE" dirty="0"/>
          </a:p>
        </p:txBody>
      </p:sp>
      <p:sp>
        <p:nvSpPr>
          <p:cNvPr id="2" name="Tekstvak 5">
            <a:extLst>
              <a:ext uri="{FF2B5EF4-FFF2-40B4-BE49-F238E27FC236}">
                <a16:creationId xmlns:a16="http://schemas.microsoft.com/office/drawing/2014/main" id="{B515A026-3CFF-65ED-F507-F68EF83970DB}"/>
              </a:ext>
            </a:extLst>
          </p:cNvPr>
          <p:cNvSpPr txBox="1"/>
          <p:nvPr/>
        </p:nvSpPr>
        <p:spPr>
          <a:xfrm>
            <a:off x="4023835" y="6400412"/>
            <a:ext cx="32244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dirty="0"/>
              <a:t>https://setosa.io/ev/image-kernels/</a:t>
            </a:r>
          </a:p>
        </p:txBody>
      </p:sp>
      <p:pic>
        <p:nvPicPr>
          <p:cNvPr id="4" name="Afbeelding 4">
            <a:extLst>
              <a:ext uri="{FF2B5EF4-FFF2-40B4-BE49-F238E27FC236}">
                <a16:creationId xmlns:a16="http://schemas.microsoft.com/office/drawing/2014/main" id="{237A2B4B-4C96-5965-0D4E-7957F3C813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028"/>
          <a:stretch>
            <a:fillRect/>
          </a:stretch>
        </p:blipFill>
        <p:spPr>
          <a:xfrm>
            <a:off x="578735" y="1403007"/>
            <a:ext cx="10464390" cy="495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12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D355A-BDF8-3FB9-186A-F6AF74C00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EADA0677-07AA-5840-2CCC-8A48E275E710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Filters are used to obtain small and unlocalized features of images that can be combined in subsequent convolutional layers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43B333-2FA8-E998-2C8A-BB84A19A81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23</a:t>
            </a:fld>
            <a:endParaRPr lang="nl-BE" dirty="0"/>
          </a:p>
        </p:txBody>
      </p:sp>
      <p:pic>
        <p:nvPicPr>
          <p:cNvPr id="1028" name="Picture 4" descr="Convolutional Neural Networks Explained - How To Successfully Classify  Images in Python | Towards Data Science">
            <a:extLst>
              <a:ext uri="{FF2B5EF4-FFF2-40B4-BE49-F238E27FC236}">
                <a16:creationId xmlns:a16="http://schemas.microsoft.com/office/drawing/2014/main" id="{2AE177AA-A8AF-1153-E98F-7AAB9B49C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0255" y="1200728"/>
            <a:ext cx="5832026" cy="499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8510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5E9B4-A335-4AD8-725D-5724DEB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B53554DE-4CB6-A177-87C9-F12533416BFC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Filters are used to obtain small and unlocalized features of images that can be combined in subsequent convolutional layers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F8EDA-20FC-4C34-EBB2-C05A7B6CFB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24</a:t>
            </a:fld>
            <a:endParaRPr lang="nl-BE" dirty="0"/>
          </a:p>
        </p:txBody>
      </p:sp>
      <p:pic>
        <p:nvPicPr>
          <p:cNvPr id="2050" name="Picture 2" descr="State-of-the-Art Convolutional Neural Networks Explained - DenseNet">
            <a:extLst>
              <a:ext uri="{FF2B5EF4-FFF2-40B4-BE49-F238E27FC236}">
                <a16:creationId xmlns:a16="http://schemas.microsoft.com/office/drawing/2014/main" id="{1956656E-8CF7-41B6-8E2B-7E02978A87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6449" y="1585172"/>
            <a:ext cx="8039101" cy="4528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8458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E9EF-D5A4-41B0-32AE-0A38BBDC9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2BEC100E-CE49-8137-ED0B-D809E115B7B9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COVID can be detected with high sensitivity and specificity, and also be distinguished from pneumonia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BE5ECD-1300-ECFD-0171-76300CDCAD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25</a:t>
            </a:fld>
            <a:endParaRPr lang="nl-BE" dirty="0"/>
          </a:p>
        </p:txBody>
      </p:sp>
      <p:pic>
        <p:nvPicPr>
          <p:cNvPr id="10" name="Picture 2" descr="Applied Sciences | Free Full-Text | COVID-19 Chest X-ray Classification and  Severity Assessment Using Convolutional and Transformer Neural Networks">
            <a:extLst>
              <a:ext uri="{FF2B5EF4-FFF2-40B4-BE49-F238E27FC236}">
                <a16:creationId xmlns:a16="http://schemas.microsoft.com/office/drawing/2014/main" id="{D2538F6B-68BF-D891-1D50-43F3CDBA38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35" y="1404344"/>
            <a:ext cx="5554896" cy="4193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222388-C5CA-0AEC-8E71-4F82AFA1F960}"/>
              </a:ext>
            </a:extLst>
          </p:cNvPr>
          <p:cNvSpPr txBox="1"/>
          <p:nvPr/>
        </p:nvSpPr>
        <p:spPr>
          <a:xfrm>
            <a:off x="76200" y="6581001"/>
            <a:ext cx="11277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 Dinh, T, et al. COVID-19 Chest X-ray Classification and Severity Assessment Using Convolutional and Transformer Neural Networks. Appl. Sci. 2022, 12, 4861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52C557-3AC6-584E-74A1-4CD348A1D2F1}"/>
              </a:ext>
            </a:extLst>
          </p:cNvPr>
          <p:cNvGrpSpPr/>
          <p:nvPr/>
        </p:nvGrpSpPr>
        <p:grpSpPr>
          <a:xfrm>
            <a:off x="6792173" y="1697497"/>
            <a:ext cx="4561626" cy="4047399"/>
            <a:chOff x="6792173" y="1697497"/>
            <a:chExt cx="4561626" cy="404739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E192361-A097-0CC8-D643-75EBD1B1C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61504" y="1697497"/>
              <a:ext cx="4192295" cy="3606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C12F3A8-6DBD-C34B-D2A7-C5778C951D97}"/>
                </a:ext>
              </a:extLst>
            </p:cNvPr>
            <p:cNvSpPr txBox="1"/>
            <p:nvPr/>
          </p:nvSpPr>
          <p:spPr>
            <a:xfrm>
              <a:off x="7472218" y="5375564"/>
              <a:ext cx="32419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True labels</a:t>
              </a:r>
              <a:endParaRPr lang="en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E612AD-DA48-4B63-B0C4-F5E4B4A0EB71}"/>
                </a:ext>
              </a:extLst>
            </p:cNvPr>
            <p:cNvSpPr txBox="1"/>
            <p:nvPr/>
          </p:nvSpPr>
          <p:spPr>
            <a:xfrm rot="16200000">
              <a:off x="5355857" y="3244333"/>
              <a:ext cx="32419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Predictions</a:t>
              </a:r>
              <a:endParaRPr lang="en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444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98328-3B8C-32AD-E4D9-D1ACCA9EB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BB584F2C-8B7E-A33C-2559-31989F0A8A45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ML trains a model from </a:t>
            </a:r>
            <a:r>
              <a:rPr lang="en-US" sz="3000" dirty="0">
                <a:highlight>
                  <a:srgbClr val="00FFFF"/>
                </a:highlight>
              </a:rPr>
              <a:t>experience</a:t>
            </a:r>
            <a:r>
              <a:rPr lang="en-US" sz="3000" dirty="0"/>
              <a:t> (data) with respect to a </a:t>
            </a:r>
            <a:r>
              <a:rPr lang="en-US" sz="3000" dirty="0">
                <a:highlight>
                  <a:srgbClr val="00FFFF"/>
                </a:highlight>
              </a:rPr>
              <a:t>task </a:t>
            </a:r>
            <a:r>
              <a:rPr lang="en-US" sz="3000" dirty="0"/>
              <a:t>and </a:t>
            </a:r>
            <a:r>
              <a:rPr lang="en-US" sz="3000" dirty="0">
                <a:highlight>
                  <a:srgbClr val="00FFFF"/>
                </a:highlight>
              </a:rPr>
              <a:t>performance measure</a:t>
            </a:r>
            <a:r>
              <a:rPr lang="en-US" sz="3000" dirty="0"/>
              <a:t> that should be able to </a:t>
            </a:r>
            <a:r>
              <a:rPr lang="en-US" sz="3000" dirty="0">
                <a:highlight>
                  <a:srgbClr val="00FFFF"/>
                </a:highlight>
              </a:rPr>
              <a:t>generalize</a:t>
            </a:r>
            <a:endParaRPr lang="x-none" sz="3000" dirty="0">
              <a:highlight>
                <a:srgbClr val="00FFFF"/>
              </a:highligh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9FCB83-5081-6BD6-50C0-C8E6780EC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26</a:t>
            </a:fld>
            <a:endParaRPr lang="nl-B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E1850E1-AF20-C954-1D7C-DC3F3D5AE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6472" y="1260475"/>
            <a:ext cx="7620000" cy="509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5B3B17-DAF5-34B5-FD95-0C8DF0849F2D}"/>
              </a:ext>
            </a:extLst>
          </p:cNvPr>
          <p:cNvSpPr txBox="1"/>
          <p:nvPr/>
        </p:nvSpPr>
        <p:spPr>
          <a:xfrm>
            <a:off x="2346036" y="64137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Using Pigeons to Diagnose Cancer | Scientific American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9221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4B432-F129-EEC6-F7D2-4C13CF04A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09E6D6E8-0BEA-C314-92ED-E4C202C56DC7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cheating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9DC63-481E-DE16-6D87-9D1CDB5B2A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27</a:t>
            </a:fld>
            <a:endParaRPr lang="nl-BE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6C8797-E5E1-081B-FD06-25D3E56D9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65538"/>
            <a:ext cx="12192000" cy="452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023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B6E2-3EB1-2F0F-987F-C125F0651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7ABA5F0E-8DE4-4BAF-4152-192C05EFB61B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cares about optimizing the objective function; AI can cheat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A0F1F2-23CD-55CE-EBA8-8BC981825C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28</a:t>
            </a:fld>
            <a:endParaRPr lang="nl-BE" dirty="0"/>
          </a:p>
        </p:txBody>
      </p:sp>
      <p:pic>
        <p:nvPicPr>
          <p:cNvPr id="7" name="Picture 6" descr="A close-up of several blisters&#10;&#10;AI-generated content may be incorrect.">
            <a:extLst>
              <a:ext uri="{FF2B5EF4-FFF2-40B4-BE49-F238E27FC236}">
                <a16:creationId xmlns:a16="http://schemas.microsoft.com/office/drawing/2014/main" id="{850E4A57-3586-8EB6-1603-968EB00507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4" b="644"/>
          <a:stretch/>
        </p:blipFill>
        <p:spPr>
          <a:xfrm>
            <a:off x="603247" y="850277"/>
            <a:ext cx="5492753" cy="5506073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B0084A3-A48C-5EE0-BE7C-567FE01008FF}"/>
              </a:ext>
            </a:extLst>
          </p:cNvPr>
          <p:cNvSpPr/>
          <p:nvPr/>
        </p:nvSpPr>
        <p:spPr>
          <a:xfrm>
            <a:off x="2060968" y="1521853"/>
            <a:ext cx="1288655" cy="2081460"/>
          </a:xfrm>
          <a:custGeom>
            <a:avLst/>
            <a:gdLst>
              <a:gd name="connsiteX0" fmla="*/ 962527 w 1288655"/>
              <a:gd name="connsiteY0" fmla="*/ 228600 h 2261937"/>
              <a:gd name="connsiteX1" fmla="*/ 962527 w 1288655"/>
              <a:gd name="connsiteY1" fmla="*/ 228600 h 2261937"/>
              <a:gd name="connsiteX2" fmla="*/ 625642 w 1288655"/>
              <a:gd name="connsiteY2" fmla="*/ 505326 h 2261937"/>
              <a:gd name="connsiteX3" fmla="*/ 517358 w 1288655"/>
              <a:gd name="connsiteY3" fmla="*/ 806116 h 2261937"/>
              <a:gd name="connsiteX4" fmla="*/ 457200 w 1288655"/>
              <a:gd name="connsiteY4" fmla="*/ 914400 h 2261937"/>
              <a:gd name="connsiteX5" fmla="*/ 276727 w 1288655"/>
              <a:gd name="connsiteY5" fmla="*/ 1130968 h 2261937"/>
              <a:gd name="connsiteX6" fmla="*/ 60158 w 1288655"/>
              <a:gd name="connsiteY6" fmla="*/ 1311442 h 2261937"/>
              <a:gd name="connsiteX7" fmla="*/ 24063 w 1288655"/>
              <a:gd name="connsiteY7" fmla="*/ 1431758 h 2261937"/>
              <a:gd name="connsiteX8" fmla="*/ 0 w 1288655"/>
              <a:gd name="connsiteY8" fmla="*/ 1720516 h 2261937"/>
              <a:gd name="connsiteX9" fmla="*/ 24063 w 1288655"/>
              <a:gd name="connsiteY9" fmla="*/ 2117558 h 2261937"/>
              <a:gd name="connsiteX10" fmla="*/ 84221 w 1288655"/>
              <a:gd name="connsiteY10" fmla="*/ 2213810 h 2261937"/>
              <a:gd name="connsiteX11" fmla="*/ 288758 w 1288655"/>
              <a:gd name="connsiteY11" fmla="*/ 2249905 h 2261937"/>
              <a:gd name="connsiteX12" fmla="*/ 348916 w 1288655"/>
              <a:gd name="connsiteY12" fmla="*/ 2261937 h 2261937"/>
              <a:gd name="connsiteX13" fmla="*/ 409074 w 1288655"/>
              <a:gd name="connsiteY13" fmla="*/ 1961147 h 2261937"/>
              <a:gd name="connsiteX14" fmla="*/ 469232 w 1288655"/>
              <a:gd name="connsiteY14" fmla="*/ 1900989 h 2261937"/>
              <a:gd name="connsiteX15" fmla="*/ 649706 w 1288655"/>
              <a:gd name="connsiteY15" fmla="*/ 1792705 h 2261937"/>
              <a:gd name="connsiteX16" fmla="*/ 733927 w 1288655"/>
              <a:gd name="connsiteY16" fmla="*/ 1720516 h 2261937"/>
              <a:gd name="connsiteX17" fmla="*/ 854242 w 1288655"/>
              <a:gd name="connsiteY17" fmla="*/ 1636295 h 2261937"/>
              <a:gd name="connsiteX18" fmla="*/ 926432 w 1288655"/>
              <a:gd name="connsiteY18" fmla="*/ 1383631 h 2261937"/>
              <a:gd name="connsiteX19" fmla="*/ 974558 w 1288655"/>
              <a:gd name="connsiteY19" fmla="*/ 1046747 h 2261937"/>
              <a:gd name="connsiteX20" fmla="*/ 1022685 w 1288655"/>
              <a:gd name="connsiteY20" fmla="*/ 962526 h 2261937"/>
              <a:gd name="connsiteX21" fmla="*/ 1130969 w 1288655"/>
              <a:gd name="connsiteY21" fmla="*/ 794084 h 2261937"/>
              <a:gd name="connsiteX22" fmla="*/ 1203158 w 1288655"/>
              <a:gd name="connsiteY22" fmla="*/ 673768 h 2261937"/>
              <a:gd name="connsiteX23" fmla="*/ 1227221 w 1288655"/>
              <a:gd name="connsiteY23" fmla="*/ 517358 h 2261937"/>
              <a:gd name="connsiteX24" fmla="*/ 1263316 w 1288655"/>
              <a:gd name="connsiteY24" fmla="*/ 433137 h 2261937"/>
              <a:gd name="connsiteX25" fmla="*/ 1287379 w 1288655"/>
              <a:gd name="connsiteY25" fmla="*/ 288758 h 2261937"/>
              <a:gd name="connsiteX26" fmla="*/ 1275348 w 1288655"/>
              <a:gd name="connsiteY26" fmla="*/ 204537 h 2261937"/>
              <a:gd name="connsiteX27" fmla="*/ 1215190 w 1288655"/>
              <a:gd name="connsiteY27" fmla="*/ 96252 h 2261937"/>
              <a:gd name="connsiteX28" fmla="*/ 1167063 w 1288655"/>
              <a:gd name="connsiteY28" fmla="*/ 24063 h 2261937"/>
              <a:gd name="connsiteX29" fmla="*/ 1118937 w 1288655"/>
              <a:gd name="connsiteY29" fmla="*/ 0 h 2261937"/>
              <a:gd name="connsiteX30" fmla="*/ 1034716 w 1288655"/>
              <a:gd name="connsiteY30" fmla="*/ 24063 h 2261937"/>
              <a:gd name="connsiteX31" fmla="*/ 914400 w 1288655"/>
              <a:gd name="connsiteY31" fmla="*/ 48126 h 2261937"/>
              <a:gd name="connsiteX32" fmla="*/ 866274 w 1288655"/>
              <a:gd name="connsiteY32" fmla="*/ 108284 h 2261937"/>
              <a:gd name="connsiteX33" fmla="*/ 830179 w 1288655"/>
              <a:gd name="connsiteY33" fmla="*/ 144379 h 2261937"/>
              <a:gd name="connsiteX34" fmla="*/ 818148 w 1288655"/>
              <a:gd name="connsiteY34" fmla="*/ 192505 h 2261937"/>
              <a:gd name="connsiteX35" fmla="*/ 890337 w 1288655"/>
              <a:gd name="connsiteY35" fmla="*/ 288758 h 2261937"/>
              <a:gd name="connsiteX36" fmla="*/ 914400 w 1288655"/>
              <a:gd name="connsiteY36" fmla="*/ 324852 h 2261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288655" h="2261937">
                <a:moveTo>
                  <a:pt x="962527" y="228600"/>
                </a:moveTo>
                <a:lnTo>
                  <a:pt x="962527" y="228600"/>
                </a:lnTo>
                <a:cubicBezTo>
                  <a:pt x="804915" y="333675"/>
                  <a:pt x="747299" y="355044"/>
                  <a:pt x="625642" y="505326"/>
                </a:cubicBezTo>
                <a:cubicBezTo>
                  <a:pt x="553436" y="594522"/>
                  <a:pt x="572379" y="707078"/>
                  <a:pt x="517358" y="806116"/>
                </a:cubicBezTo>
                <a:cubicBezTo>
                  <a:pt x="497305" y="842211"/>
                  <a:pt x="479249" y="879489"/>
                  <a:pt x="457200" y="914400"/>
                </a:cubicBezTo>
                <a:cubicBezTo>
                  <a:pt x="407089" y="993743"/>
                  <a:pt x="351864" y="1072528"/>
                  <a:pt x="276727" y="1130968"/>
                </a:cubicBezTo>
                <a:cubicBezTo>
                  <a:pt x="32195" y="1321160"/>
                  <a:pt x="272984" y="1072014"/>
                  <a:pt x="60158" y="1311442"/>
                </a:cubicBezTo>
                <a:cubicBezTo>
                  <a:pt x="48126" y="1351547"/>
                  <a:pt x="32275" y="1390700"/>
                  <a:pt x="24063" y="1431758"/>
                </a:cubicBezTo>
                <a:cubicBezTo>
                  <a:pt x="16228" y="1470933"/>
                  <a:pt x="1221" y="1703418"/>
                  <a:pt x="0" y="1720516"/>
                </a:cubicBezTo>
                <a:cubicBezTo>
                  <a:pt x="8021" y="1852863"/>
                  <a:pt x="13628" y="1985379"/>
                  <a:pt x="24063" y="2117558"/>
                </a:cubicBezTo>
                <a:cubicBezTo>
                  <a:pt x="27676" y="2163317"/>
                  <a:pt x="31847" y="2198846"/>
                  <a:pt x="84221" y="2213810"/>
                </a:cubicBezTo>
                <a:cubicBezTo>
                  <a:pt x="150790" y="2232830"/>
                  <a:pt x="220642" y="2237520"/>
                  <a:pt x="288758" y="2249905"/>
                </a:cubicBezTo>
                <a:cubicBezTo>
                  <a:pt x="308878" y="2253563"/>
                  <a:pt x="328863" y="2257926"/>
                  <a:pt x="348916" y="2261937"/>
                </a:cubicBezTo>
                <a:cubicBezTo>
                  <a:pt x="358477" y="2185448"/>
                  <a:pt x="363838" y="2040310"/>
                  <a:pt x="409074" y="1961147"/>
                </a:cubicBezTo>
                <a:cubicBezTo>
                  <a:pt x="423144" y="1936525"/>
                  <a:pt x="447284" y="1918947"/>
                  <a:pt x="469232" y="1900989"/>
                </a:cubicBezTo>
                <a:cubicBezTo>
                  <a:pt x="546699" y="1837607"/>
                  <a:pt x="557658" y="1855988"/>
                  <a:pt x="649706" y="1792705"/>
                </a:cubicBezTo>
                <a:cubicBezTo>
                  <a:pt x="680175" y="1771758"/>
                  <a:pt x="704556" y="1742977"/>
                  <a:pt x="733927" y="1720516"/>
                </a:cubicBezTo>
                <a:cubicBezTo>
                  <a:pt x="772814" y="1690779"/>
                  <a:pt x="814137" y="1664369"/>
                  <a:pt x="854242" y="1636295"/>
                </a:cubicBezTo>
                <a:cubicBezTo>
                  <a:pt x="896249" y="1520776"/>
                  <a:pt x="910673" y="1501826"/>
                  <a:pt x="926432" y="1383631"/>
                </a:cubicBezTo>
                <a:cubicBezTo>
                  <a:pt x="935570" y="1315096"/>
                  <a:pt x="938418" y="1137097"/>
                  <a:pt x="974558" y="1046747"/>
                </a:cubicBezTo>
                <a:cubicBezTo>
                  <a:pt x="986567" y="1016726"/>
                  <a:pt x="1005666" y="990018"/>
                  <a:pt x="1022685" y="962526"/>
                </a:cubicBezTo>
                <a:cubicBezTo>
                  <a:pt x="1057818" y="905772"/>
                  <a:pt x="1095836" y="850838"/>
                  <a:pt x="1130969" y="794084"/>
                </a:cubicBezTo>
                <a:cubicBezTo>
                  <a:pt x="1250798" y="600513"/>
                  <a:pt x="1132301" y="780055"/>
                  <a:pt x="1203158" y="673768"/>
                </a:cubicBezTo>
                <a:cubicBezTo>
                  <a:pt x="1207861" y="631443"/>
                  <a:pt x="1210551" y="563201"/>
                  <a:pt x="1227221" y="517358"/>
                </a:cubicBezTo>
                <a:cubicBezTo>
                  <a:pt x="1237659" y="488654"/>
                  <a:pt x="1251284" y="461211"/>
                  <a:pt x="1263316" y="433137"/>
                </a:cubicBezTo>
                <a:cubicBezTo>
                  <a:pt x="1271337" y="385011"/>
                  <a:pt x="1294279" y="337058"/>
                  <a:pt x="1287379" y="288758"/>
                </a:cubicBezTo>
                <a:cubicBezTo>
                  <a:pt x="1283369" y="260684"/>
                  <a:pt x="1282809" y="231896"/>
                  <a:pt x="1275348" y="204537"/>
                </a:cubicBezTo>
                <a:cubicBezTo>
                  <a:pt x="1269166" y="181868"/>
                  <a:pt x="1223564" y="111325"/>
                  <a:pt x="1215190" y="96252"/>
                </a:cubicBezTo>
                <a:cubicBezTo>
                  <a:pt x="1197999" y="65308"/>
                  <a:pt x="1196255" y="43524"/>
                  <a:pt x="1167063" y="24063"/>
                </a:cubicBezTo>
                <a:cubicBezTo>
                  <a:pt x="1152140" y="14114"/>
                  <a:pt x="1134979" y="8021"/>
                  <a:pt x="1118937" y="0"/>
                </a:cubicBezTo>
                <a:cubicBezTo>
                  <a:pt x="1090863" y="8021"/>
                  <a:pt x="1063137" y="17376"/>
                  <a:pt x="1034716" y="24063"/>
                </a:cubicBezTo>
                <a:cubicBezTo>
                  <a:pt x="994904" y="33431"/>
                  <a:pt x="950982" y="29835"/>
                  <a:pt x="914400" y="48126"/>
                </a:cubicBezTo>
                <a:cubicBezTo>
                  <a:pt x="891431" y="59610"/>
                  <a:pt x="883184" y="88958"/>
                  <a:pt x="866274" y="108284"/>
                </a:cubicBezTo>
                <a:cubicBezTo>
                  <a:pt x="855069" y="121089"/>
                  <a:pt x="842211" y="132347"/>
                  <a:pt x="830179" y="144379"/>
                </a:cubicBezTo>
                <a:cubicBezTo>
                  <a:pt x="826169" y="160421"/>
                  <a:pt x="811788" y="177241"/>
                  <a:pt x="818148" y="192505"/>
                </a:cubicBezTo>
                <a:cubicBezTo>
                  <a:pt x="833573" y="229525"/>
                  <a:pt x="868090" y="255389"/>
                  <a:pt x="890337" y="288758"/>
                </a:cubicBezTo>
                <a:lnTo>
                  <a:pt x="914400" y="324852"/>
                </a:lnTo>
              </a:path>
            </a:pathLst>
          </a:custGeom>
          <a:solidFill>
            <a:srgbClr val="FFFF00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75C19CB-7E17-E2E5-46CA-880399636FAB}"/>
              </a:ext>
            </a:extLst>
          </p:cNvPr>
          <p:cNvSpPr/>
          <p:nvPr/>
        </p:nvSpPr>
        <p:spPr>
          <a:xfrm>
            <a:off x="4890323" y="1365442"/>
            <a:ext cx="1196281" cy="2177716"/>
          </a:xfrm>
          <a:custGeom>
            <a:avLst/>
            <a:gdLst>
              <a:gd name="connsiteX0" fmla="*/ 1026038 w 1196281"/>
              <a:gd name="connsiteY0" fmla="*/ 0 h 2177716"/>
              <a:gd name="connsiteX1" fmla="*/ 1026038 w 1196281"/>
              <a:gd name="connsiteY1" fmla="*/ 0 h 2177716"/>
              <a:gd name="connsiteX2" fmla="*/ 893690 w 1196281"/>
              <a:gd name="connsiteY2" fmla="*/ 24063 h 2177716"/>
              <a:gd name="connsiteX3" fmla="*/ 677122 w 1196281"/>
              <a:gd name="connsiteY3" fmla="*/ 180474 h 2177716"/>
              <a:gd name="connsiteX4" fmla="*/ 653059 w 1196281"/>
              <a:gd name="connsiteY4" fmla="*/ 228600 h 2177716"/>
              <a:gd name="connsiteX5" fmla="*/ 508680 w 1196281"/>
              <a:gd name="connsiteY5" fmla="*/ 421106 h 2177716"/>
              <a:gd name="connsiteX6" fmla="*/ 520712 w 1196281"/>
              <a:gd name="connsiteY6" fmla="*/ 517358 h 2177716"/>
              <a:gd name="connsiteX7" fmla="*/ 544775 w 1196281"/>
              <a:gd name="connsiteY7" fmla="*/ 577516 h 2177716"/>
              <a:gd name="connsiteX8" fmla="*/ 568838 w 1196281"/>
              <a:gd name="connsiteY8" fmla="*/ 649706 h 2177716"/>
              <a:gd name="connsiteX9" fmla="*/ 544775 w 1196281"/>
              <a:gd name="connsiteY9" fmla="*/ 1082842 h 2177716"/>
              <a:gd name="connsiteX10" fmla="*/ 412427 w 1196281"/>
              <a:gd name="connsiteY10" fmla="*/ 1155032 h 2177716"/>
              <a:gd name="connsiteX11" fmla="*/ 316175 w 1196281"/>
              <a:gd name="connsiteY11" fmla="*/ 1215190 h 2177716"/>
              <a:gd name="connsiteX12" fmla="*/ 195859 w 1196281"/>
              <a:gd name="connsiteY12" fmla="*/ 1323474 h 2177716"/>
              <a:gd name="connsiteX13" fmla="*/ 159764 w 1196281"/>
              <a:gd name="connsiteY13" fmla="*/ 1347537 h 2177716"/>
              <a:gd name="connsiteX14" fmla="*/ 15385 w 1196281"/>
              <a:gd name="connsiteY14" fmla="*/ 1479885 h 2177716"/>
              <a:gd name="connsiteX15" fmla="*/ 27417 w 1196281"/>
              <a:gd name="connsiteY15" fmla="*/ 1708485 h 2177716"/>
              <a:gd name="connsiteX16" fmla="*/ 63512 w 1196281"/>
              <a:gd name="connsiteY16" fmla="*/ 1756611 h 2177716"/>
              <a:gd name="connsiteX17" fmla="*/ 75543 w 1196281"/>
              <a:gd name="connsiteY17" fmla="*/ 1816769 h 2177716"/>
              <a:gd name="connsiteX18" fmla="*/ 87575 w 1196281"/>
              <a:gd name="connsiteY18" fmla="*/ 1888958 h 2177716"/>
              <a:gd name="connsiteX19" fmla="*/ 99606 w 1196281"/>
              <a:gd name="connsiteY19" fmla="*/ 1937085 h 2177716"/>
              <a:gd name="connsiteX20" fmla="*/ 159764 w 1196281"/>
              <a:gd name="connsiteY20" fmla="*/ 1973179 h 2177716"/>
              <a:gd name="connsiteX21" fmla="*/ 340238 w 1196281"/>
              <a:gd name="connsiteY21" fmla="*/ 2057400 h 2177716"/>
              <a:gd name="connsiteX22" fmla="*/ 448522 w 1196281"/>
              <a:gd name="connsiteY22" fmla="*/ 2105527 h 2177716"/>
              <a:gd name="connsiteX23" fmla="*/ 496648 w 1196281"/>
              <a:gd name="connsiteY23" fmla="*/ 2129590 h 2177716"/>
              <a:gd name="connsiteX24" fmla="*/ 568838 w 1196281"/>
              <a:gd name="connsiteY24" fmla="*/ 2177716 h 2177716"/>
              <a:gd name="connsiteX25" fmla="*/ 821501 w 1196281"/>
              <a:gd name="connsiteY25" fmla="*/ 2153653 h 2177716"/>
              <a:gd name="connsiteX26" fmla="*/ 857596 w 1196281"/>
              <a:gd name="connsiteY26" fmla="*/ 2117558 h 2177716"/>
              <a:gd name="connsiteX27" fmla="*/ 905722 w 1196281"/>
              <a:gd name="connsiteY27" fmla="*/ 2009274 h 2177716"/>
              <a:gd name="connsiteX28" fmla="*/ 953848 w 1196281"/>
              <a:gd name="connsiteY28" fmla="*/ 1949116 h 2177716"/>
              <a:gd name="connsiteX29" fmla="*/ 989943 w 1196281"/>
              <a:gd name="connsiteY29" fmla="*/ 1876927 h 2177716"/>
              <a:gd name="connsiteX30" fmla="*/ 1026038 w 1196281"/>
              <a:gd name="connsiteY30" fmla="*/ 1816769 h 2177716"/>
              <a:gd name="connsiteX31" fmla="*/ 1038069 w 1196281"/>
              <a:gd name="connsiteY31" fmla="*/ 1732548 h 2177716"/>
              <a:gd name="connsiteX32" fmla="*/ 1050101 w 1196281"/>
              <a:gd name="connsiteY32" fmla="*/ 1540042 h 2177716"/>
              <a:gd name="connsiteX33" fmla="*/ 1074164 w 1196281"/>
              <a:gd name="connsiteY33" fmla="*/ 1479885 h 2177716"/>
              <a:gd name="connsiteX34" fmla="*/ 1086196 w 1196281"/>
              <a:gd name="connsiteY34" fmla="*/ 1431758 h 2177716"/>
              <a:gd name="connsiteX35" fmla="*/ 1098227 w 1196281"/>
              <a:gd name="connsiteY35" fmla="*/ 1130969 h 2177716"/>
              <a:gd name="connsiteX36" fmla="*/ 1110259 w 1196281"/>
              <a:gd name="connsiteY36" fmla="*/ 1082842 h 2177716"/>
              <a:gd name="connsiteX37" fmla="*/ 1134322 w 1196281"/>
              <a:gd name="connsiteY37" fmla="*/ 938463 h 2177716"/>
              <a:gd name="connsiteX38" fmla="*/ 1146354 w 1196281"/>
              <a:gd name="connsiteY38" fmla="*/ 902369 h 2177716"/>
              <a:gd name="connsiteX39" fmla="*/ 1158385 w 1196281"/>
              <a:gd name="connsiteY39" fmla="*/ 709863 h 2177716"/>
              <a:gd name="connsiteX40" fmla="*/ 1170417 w 1196281"/>
              <a:gd name="connsiteY40" fmla="*/ 673769 h 2177716"/>
              <a:gd name="connsiteX41" fmla="*/ 1182448 w 1196281"/>
              <a:gd name="connsiteY41" fmla="*/ 601579 h 2177716"/>
              <a:gd name="connsiteX42" fmla="*/ 1170417 w 1196281"/>
              <a:gd name="connsiteY42" fmla="*/ 156411 h 2177716"/>
              <a:gd name="connsiteX43" fmla="*/ 1086196 w 1196281"/>
              <a:gd name="connsiteY43" fmla="*/ 48127 h 2177716"/>
              <a:gd name="connsiteX44" fmla="*/ 1026038 w 1196281"/>
              <a:gd name="connsiteY44" fmla="*/ 0 h 217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196281" h="2177716">
                <a:moveTo>
                  <a:pt x="1026038" y="0"/>
                </a:moveTo>
                <a:lnTo>
                  <a:pt x="1026038" y="0"/>
                </a:lnTo>
                <a:cubicBezTo>
                  <a:pt x="981922" y="8021"/>
                  <a:pt x="935080" y="6817"/>
                  <a:pt x="893690" y="24063"/>
                </a:cubicBezTo>
                <a:cubicBezTo>
                  <a:pt x="827833" y="51504"/>
                  <a:pt x="727432" y="115790"/>
                  <a:pt x="677122" y="180474"/>
                </a:cubicBezTo>
                <a:cubicBezTo>
                  <a:pt x="666111" y="194631"/>
                  <a:pt x="663344" y="213907"/>
                  <a:pt x="653059" y="228600"/>
                </a:cubicBezTo>
                <a:cubicBezTo>
                  <a:pt x="607061" y="294311"/>
                  <a:pt x="508680" y="421106"/>
                  <a:pt x="508680" y="421106"/>
                </a:cubicBezTo>
                <a:cubicBezTo>
                  <a:pt x="512691" y="453190"/>
                  <a:pt x="513441" y="485852"/>
                  <a:pt x="520712" y="517358"/>
                </a:cubicBezTo>
                <a:cubicBezTo>
                  <a:pt x="525568" y="538402"/>
                  <a:pt x="537394" y="557219"/>
                  <a:pt x="544775" y="577516"/>
                </a:cubicBezTo>
                <a:cubicBezTo>
                  <a:pt x="553443" y="601354"/>
                  <a:pt x="560817" y="625643"/>
                  <a:pt x="568838" y="649706"/>
                </a:cubicBezTo>
                <a:cubicBezTo>
                  <a:pt x="560817" y="794085"/>
                  <a:pt x="665090" y="1002630"/>
                  <a:pt x="544775" y="1082842"/>
                </a:cubicBezTo>
                <a:cubicBezTo>
                  <a:pt x="452427" y="1144409"/>
                  <a:pt x="587119" y="1056768"/>
                  <a:pt x="412427" y="1155032"/>
                </a:cubicBezTo>
                <a:cubicBezTo>
                  <a:pt x="379451" y="1173581"/>
                  <a:pt x="346963" y="1193199"/>
                  <a:pt x="316175" y="1215190"/>
                </a:cubicBezTo>
                <a:cubicBezTo>
                  <a:pt x="204202" y="1295171"/>
                  <a:pt x="282324" y="1249361"/>
                  <a:pt x="195859" y="1323474"/>
                </a:cubicBezTo>
                <a:cubicBezTo>
                  <a:pt x="184880" y="1332885"/>
                  <a:pt x="170572" y="1337930"/>
                  <a:pt x="159764" y="1347537"/>
                </a:cubicBezTo>
                <a:cubicBezTo>
                  <a:pt x="-123231" y="1599090"/>
                  <a:pt x="287368" y="1253234"/>
                  <a:pt x="15385" y="1479885"/>
                </a:cubicBezTo>
                <a:cubicBezTo>
                  <a:pt x="-3927" y="1576447"/>
                  <a:pt x="-10195" y="1573083"/>
                  <a:pt x="27417" y="1708485"/>
                </a:cubicBezTo>
                <a:cubicBezTo>
                  <a:pt x="32784" y="1727806"/>
                  <a:pt x="51480" y="1740569"/>
                  <a:pt x="63512" y="1756611"/>
                </a:cubicBezTo>
                <a:cubicBezTo>
                  <a:pt x="67522" y="1776664"/>
                  <a:pt x="71885" y="1796649"/>
                  <a:pt x="75543" y="1816769"/>
                </a:cubicBezTo>
                <a:cubicBezTo>
                  <a:pt x="79907" y="1840770"/>
                  <a:pt x="82791" y="1865037"/>
                  <a:pt x="87575" y="1888958"/>
                </a:cubicBezTo>
                <a:cubicBezTo>
                  <a:pt x="90818" y="1905173"/>
                  <a:pt x="88845" y="1924530"/>
                  <a:pt x="99606" y="1937085"/>
                </a:cubicBezTo>
                <a:cubicBezTo>
                  <a:pt x="114825" y="1954840"/>
                  <a:pt x="138848" y="1962721"/>
                  <a:pt x="159764" y="1973179"/>
                </a:cubicBezTo>
                <a:cubicBezTo>
                  <a:pt x="219142" y="2002868"/>
                  <a:pt x="279889" y="2029740"/>
                  <a:pt x="340238" y="2057400"/>
                </a:cubicBezTo>
                <a:cubicBezTo>
                  <a:pt x="376145" y="2073858"/>
                  <a:pt x="413193" y="2087862"/>
                  <a:pt x="448522" y="2105527"/>
                </a:cubicBezTo>
                <a:cubicBezTo>
                  <a:pt x="464564" y="2113548"/>
                  <a:pt x="482053" y="2119165"/>
                  <a:pt x="496648" y="2129590"/>
                </a:cubicBezTo>
                <a:cubicBezTo>
                  <a:pt x="575506" y="2185917"/>
                  <a:pt x="491411" y="2151909"/>
                  <a:pt x="568838" y="2177716"/>
                </a:cubicBezTo>
                <a:cubicBezTo>
                  <a:pt x="653059" y="2169695"/>
                  <a:pt x="738677" y="2170908"/>
                  <a:pt x="821501" y="2153653"/>
                </a:cubicBezTo>
                <a:cubicBezTo>
                  <a:pt x="838159" y="2150183"/>
                  <a:pt x="846703" y="2130630"/>
                  <a:pt x="857596" y="2117558"/>
                </a:cubicBezTo>
                <a:cubicBezTo>
                  <a:pt x="907737" y="2057388"/>
                  <a:pt x="856022" y="2100391"/>
                  <a:pt x="905722" y="2009274"/>
                </a:cubicBezTo>
                <a:cubicBezTo>
                  <a:pt x="918019" y="1986730"/>
                  <a:pt x="940061" y="1970781"/>
                  <a:pt x="953848" y="1949116"/>
                </a:cubicBezTo>
                <a:cubicBezTo>
                  <a:pt x="968292" y="1926419"/>
                  <a:pt x="977060" y="1900545"/>
                  <a:pt x="989943" y="1876927"/>
                </a:cubicBezTo>
                <a:cubicBezTo>
                  <a:pt x="1001141" y="1856397"/>
                  <a:pt x="1014006" y="1836822"/>
                  <a:pt x="1026038" y="1816769"/>
                </a:cubicBezTo>
                <a:cubicBezTo>
                  <a:pt x="1030048" y="1788695"/>
                  <a:pt x="1035612" y="1760800"/>
                  <a:pt x="1038069" y="1732548"/>
                </a:cubicBezTo>
                <a:cubicBezTo>
                  <a:pt x="1043639" y="1668496"/>
                  <a:pt x="1041008" y="1603690"/>
                  <a:pt x="1050101" y="1540042"/>
                </a:cubicBezTo>
                <a:cubicBezTo>
                  <a:pt x="1053155" y="1518662"/>
                  <a:pt x="1067334" y="1500374"/>
                  <a:pt x="1074164" y="1479885"/>
                </a:cubicBezTo>
                <a:cubicBezTo>
                  <a:pt x="1079393" y="1464198"/>
                  <a:pt x="1082185" y="1447800"/>
                  <a:pt x="1086196" y="1431758"/>
                </a:cubicBezTo>
                <a:cubicBezTo>
                  <a:pt x="1090206" y="1331495"/>
                  <a:pt x="1091323" y="1231074"/>
                  <a:pt x="1098227" y="1130969"/>
                </a:cubicBezTo>
                <a:cubicBezTo>
                  <a:pt x="1099365" y="1114472"/>
                  <a:pt x="1107301" y="1099111"/>
                  <a:pt x="1110259" y="1082842"/>
                </a:cubicBezTo>
                <a:cubicBezTo>
                  <a:pt x="1123842" y="1008133"/>
                  <a:pt x="1117694" y="1004971"/>
                  <a:pt x="1134322" y="938463"/>
                </a:cubicBezTo>
                <a:cubicBezTo>
                  <a:pt x="1137398" y="926159"/>
                  <a:pt x="1142343" y="914400"/>
                  <a:pt x="1146354" y="902369"/>
                </a:cubicBezTo>
                <a:cubicBezTo>
                  <a:pt x="1150364" y="838200"/>
                  <a:pt x="1151654" y="773804"/>
                  <a:pt x="1158385" y="709863"/>
                </a:cubicBezTo>
                <a:cubicBezTo>
                  <a:pt x="1159713" y="697250"/>
                  <a:pt x="1167666" y="686149"/>
                  <a:pt x="1170417" y="673769"/>
                </a:cubicBezTo>
                <a:cubicBezTo>
                  <a:pt x="1175709" y="649955"/>
                  <a:pt x="1178438" y="625642"/>
                  <a:pt x="1182448" y="601579"/>
                </a:cubicBezTo>
                <a:cubicBezTo>
                  <a:pt x="1195907" y="426614"/>
                  <a:pt x="1209870" y="353673"/>
                  <a:pt x="1170417" y="156411"/>
                </a:cubicBezTo>
                <a:cubicBezTo>
                  <a:pt x="1165051" y="129581"/>
                  <a:pt x="1112030" y="69655"/>
                  <a:pt x="1086196" y="48127"/>
                </a:cubicBezTo>
                <a:cubicBezTo>
                  <a:pt x="1043427" y="12486"/>
                  <a:pt x="1036064" y="8021"/>
                  <a:pt x="1026038" y="0"/>
                </a:cubicBezTo>
                <a:close/>
              </a:path>
            </a:pathLst>
          </a:custGeom>
          <a:solidFill>
            <a:srgbClr val="FFFF00">
              <a:alpha val="1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5D8A14-FD83-356E-4F90-8DF9A3272CC7}"/>
              </a:ext>
            </a:extLst>
          </p:cNvPr>
          <p:cNvSpPr/>
          <p:nvPr/>
        </p:nvSpPr>
        <p:spPr>
          <a:xfrm>
            <a:off x="818234" y="5411104"/>
            <a:ext cx="2526224" cy="869544"/>
          </a:xfrm>
          <a:custGeom>
            <a:avLst/>
            <a:gdLst>
              <a:gd name="connsiteX0" fmla="*/ 2340244 w 2526224"/>
              <a:gd name="connsiteY0" fmla="*/ 125626 h 869544"/>
              <a:gd name="connsiteX1" fmla="*/ 2340244 w 2526224"/>
              <a:gd name="connsiteY1" fmla="*/ 125626 h 869544"/>
              <a:gd name="connsiteX2" fmla="*/ 1952787 w 2526224"/>
              <a:gd name="connsiteY2" fmla="*/ 1639 h 869544"/>
              <a:gd name="connsiteX3" fmla="*/ 1596326 w 2526224"/>
              <a:gd name="connsiteY3" fmla="*/ 172120 h 869544"/>
              <a:gd name="connsiteX4" fmla="*/ 1518834 w 2526224"/>
              <a:gd name="connsiteY4" fmla="*/ 203117 h 869544"/>
              <a:gd name="connsiteX5" fmla="*/ 1162373 w 2526224"/>
              <a:gd name="connsiteY5" fmla="*/ 187619 h 869544"/>
              <a:gd name="connsiteX6" fmla="*/ 914400 w 2526224"/>
              <a:gd name="connsiteY6" fmla="*/ 156622 h 869544"/>
              <a:gd name="connsiteX7" fmla="*/ 619932 w 2526224"/>
              <a:gd name="connsiteY7" fmla="*/ 187619 h 869544"/>
              <a:gd name="connsiteX8" fmla="*/ 449451 w 2526224"/>
              <a:gd name="connsiteY8" fmla="*/ 218615 h 869544"/>
              <a:gd name="connsiteX9" fmla="*/ 294468 w 2526224"/>
              <a:gd name="connsiteY9" fmla="*/ 265110 h 869544"/>
              <a:gd name="connsiteX10" fmla="*/ 247973 w 2526224"/>
              <a:gd name="connsiteY10" fmla="*/ 311605 h 869544"/>
              <a:gd name="connsiteX11" fmla="*/ 154983 w 2526224"/>
              <a:gd name="connsiteY11" fmla="*/ 327104 h 869544"/>
              <a:gd name="connsiteX12" fmla="*/ 77492 w 2526224"/>
              <a:gd name="connsiteY12" fmla="*/ 342602 h 869544"/>
              <a:gd name="connsiteX13" fmla="*/ 61993 w 2526224"/>
              <a:gd name="connsiteY13" fmla="*/ 404595 h 869544"/>
              <a:gd name="connsiteX14" fmla="*/ 0 w 2526224"/>
              <a:gd name="connsiteY14" fmla="*/ 699063 h 869544"/>
              <a:gd name="connsiteX15" fmla="*/ 46495 w 2526224"/>
              <a:gd name="connsiteY15" fmla="*/ 792053 h 869544"/>
              <a:gd name="connsiteX16" fmla="*/ 30997 w 2526224"/>
              <a:gd name="connsiteY16" fmla="*/ 838548 h 869544"/>
              <a:gd name="connsiteX17" fmla="*/ 216976 w 2526224"/>
              <a:gd name="connsiteY17" fmla="*/ 869544 h 869544"/>
              <a:gd name="connsiteX18" fmla="*/ 759417 w 2526224"/>
              <a:gd name="connsiteY18" fmla="*/ 854046 h 869544"/>
              <a:gd name="connsiteX19" fmla="*/ 914400 w 2526224"/>
              <a:gd name="connsiteY19" fmla="*/ 838548 h 869544"/>
              <a:gd name="connsiteX20" fmla="*/ 1022888 w 2526224"/>
              <a:gd name="connsiteY20" fmla="*/ 823049 h 869544"/>
              <a:gd name="connsiteX21" fmla="*/ 2262753 w 2526224"/>
              <a:gd name="connsiteY21" fmla="*/ 807551 h 869544"/>
              <a:gd name="connsiteX22" fmla="*/ 2386739 w 2526224"/>
              <a:gd name="connsiteY22" fmla="*/ 761056 h 869544"/>
              <a:gd name="connsiteX23" fmla="*/ 2448732 w 2526224"/>
              <a:gd name="connsiteY23" fmla="*/ 730059 h 869544"/>
              <a:gd name="connsiteX24" fmla="*/ 2526224 w 2526224"/>
              <a:gd name="connsiteY24" fmla="*/ 637070 h 869544"/>
              <a:gd name="connsiteX25" fmla="*/ 2495227 w 2526224"/>
              <a:gd name="connsiteY25" fmla="*/ 497585 h 869544"/>
              <a:gd name="connsiteX26" fmla="*/ 2464231 w 2526224"/>
              <a:gd name="connsiteY26" fmla="*/ 404595 h 869544"/>
              <a:gd name="connsiteX27" fmla="*/ 2448732 w 2526224"/>
              <a:gd name="connsiteY27" fmla="*/ 342602 h 869544"/>
              <a:gd name="connsiteX28" fmla="*/ 2433234 w 2526224"/>
              <a:gd name="connsiteY28" fmla="*/ 265110 h 869544"/>
              <a:gd name="connsiteX29" fmla="*/ 2386739 w 2526224"/>
              <a:gd name="connsiteY29" fmla="*/ 218615 h 869544"/>
              <a:gd name="connsiteX30" fmla="*/ 2340244 w 2526224"/>
              <a:gd name="connsiteY30" fmla="*/ 125626 h 869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526224" h="869544">
                <a:moveTo>
                  <a:pt x="2340244" y="125626"/>
                </a:moveTo>
                <a:lnTo>
                  <a:pt x="2340244" y="125626"/>
                </a:lnTo>
                <a:cubicBezTo>
                  <a:pt x="2264822" y="93302"/>
                  <a:pt x="2057814" y="-14519"/>
                  <a:pt x="1952787" y="1639"/>
                </a:cubicBezTo>
                <a:cubicBezTo>
                  <a:pt x="1777764" y="28566"/>
                  <a:pt x="1731114" y="99542"/>
                  <a:pt x="1596326" y="172120"/>
                </a:cubicBezTo>
                <a:cubicBezTo>
                  <a:pt x="1571831" y="185310"/>
                  <a:pt x="1544665" y="192785"/>
                  <a:pt x="1518834" y="203117"/>
                </a:cubicBezTo>
                <a:cubicBezTo>
                  <a:pt x="1400014" y="197951"/>
                  <a:pt x="1280955" y="196741"/>
                  <a:pt x="1162373" y="187619"/>
                </a:cubicBezTo>
                <a:cubicBezTo>
                  <a:pt x="1079317" y="181230"/>
                  <a:pt x="997701" y="156622"/>
                  <a:pt x="914400" y="156622"/>
                </a:cubicBezTo>
                <a:cubicBezTo>
                  <a:pt x="815702" y="156622"/>
                  <a:pt x="717927" y="175860"/>
                  <a:pt x="619932" y="187619"/>
                </a:cubicBezTo>
                <a:cubicBezTo>
                  <a:pt x="597544" y="190306"/>
                  <a:pt x="476791" y="211324"/>
                  <a:pt x="449451" y="218615"/>
                </a:cubicBezTo>
                <a:cubicBezTo>
                  <a:pt x="397336" y="232512"/>
                  <a:pt x="346129" y="249612"/>
                  <a:pt x="294468" y="265110"/>
                </a:cubicBezTo>
                <a:cubicBezTo>
                  <a:pt x="278970" y="280608"/>
                  <a:pt x="268002" y="302703"/>
                  <a:pt x="247973" y="311605"/>
                </a:cubicBezTo>
                <a:cubicBezTo>
                  <a:pt x="219257" y="324368"/>
                  <a:pt x="185900" y="321483"/>
                  <a:pt x="154983" y="327104"/>
                </a:cubicBezTo>
                <a:cubicBezTo>
                  <a:pt x="129066" y="331816"/>
                  <a:pt x="103322" y="337436"/>
                  <a:pt x="77492" y="342602"/>
                </a:cubicBezTo>
                <a:cubicBezTo>
                  <a:pt x="72326" y="363266"/>
                  <a:pt x="66518" y="383781"/>
                  <a:pt x="61993" y="404595"/>
                </a:cubicBezTo>
                <a:cubicBezTo>
                  <a:pt x="40685" y="502613"/>
                  <a:pt x="0" y="699063"/>
                  <a:pt x="0" y="699063"/>
                </a:cubicBezTo>
                <a:cubicBezTo>
                  <a:pt x="15498" y="730060"/>
                  <a:pt x="38977" y="758223"/>
                  <a:pt x="46495" y="792053"/>
                </a:cubicBezTo>
                <a:cubicBezTo>
                  <a:pt x="50039" y="808001"/>
                  <a:pt x="16125" y="831788"/>
                  <a:pt x="30997" y="838548"/>
                </a:cubicBezTo>
                <a:cubicBezTo>
                  <a:pt x="88212" y="864555"/>
                  <a:pt x="154983" y="859212"/>
                  <a:pt x="216976" y="869544"/>
                </a:cubicBezTo>
                <a:lnTo>
                  <a:pt x="759417" y="854046"/>
                </a:lnTo>
                <a:cubicBezTo>
                  <a:pt x="811284" y="851741"/>
                  <a:pt x="862837" y="844614"/>
                  <a:pt x="914400" y="838548"/>
                </a:cubicBezTo>
                <a:cubicBezTo>
                  <a:pt x="950680" y="834280"/>
                  <a:pt x="986368" y="823889"/>
                  <a:pt x="1022888" y="823049"/>
                </a:cubicBezTo>
                <a:cubicBezTo>
                  <a:pt x="1436099" y="813550"/>
                  <a:pt x="1849465" y="812717"/>
                  <a:pt x="2262753" y="807551"/>
                </a:cubicBezTo>
                <a:cubicBezTo>
                  <a:pt x="2313879" y="790509"/>
                  <a:pt x="2331139" y="785768"/>
                  <a:pt x="2386739" y="761056"/>
                </a:cubicBezTo>
                <a:cubicBezTo>
                  <a:pt x="2407851" y="751673"/>
                  <a:pt x="2429932" y="743488"/>
                  <a:pt x="2448732" y="730059"/>
                </a:cubicBezTo>
                <a:cubicBezTo>
                  <a:pt x="2486702" y="702937"/>
                  <a:pt x="2501507" y="674145"/>
                  <a:pt x="2526224" y="637070"/>
                </a:cubicBezTo>
                <a:cubicBezTo>
                  <a:pt x="2481883" y="504043"/>
                  <a:pt x="2549779" y="715794"/>
                  <a:pt x="2495227" y="497585"/>
                </a:cubicBezTo>
                <a:cubicBezTo>
                  <a:pt x="2487303" y="465887"/>
                  <a:pt x="2473620" y="435890"/>
                  <a:pt x="2464231" y="404595"/>
                </a:cubicBezTo>
                <a:cubicBezTo>
                  <a:pt x="2458110" y="384193"/>
                  <a:pt x="2453353" y="363395"/>
                  <a:pt x="2448732" y="342602"/>
                </a:cubicBezTo>
                <a:cubicBezTo>
                  <a:pt x="2443018" y="316887"/>
                  <a:pt x="2445015" y="288671"/>
                  <a:pt x="2433234" y="265110"/>
                </a:cubicBezTo>
                <a:cubicBezTo>
                  <a:pt x="2423432" y="245506"/>
                  <a:pt x="2402237" y="234113"/>
                  <a:pt x="2386739" y="218615"/>
                </a:cubicBezTo>
                <a:cubicBezTo>
                  <a:pt x="2368976" y="129796"/>
                  <a:pt x="2347993" y="141124"/>
                  <a:pt x="2340244" y="125626"/>
                </a:cubicBezTo>
                <a:close/>
              </a:path>
            </a:pathLst>
          </a:custGeom>
          <a:solidFill>
            <a:srgbClr val="FFFF0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9FFA0D8-84D1-B9DE-75A7-5A77E5D74317}"/>
              </a:ext>
            </a:extLst>
          </p:cNvPr>
          <p:cNvSpPr/>
          <p:nvPr/>
        </p:nvSpPr>
        <p:spPr>
          <a:xfrm>
            <a:off x="4739305" y="3613830"/>
            <a:ext cx="1363851" cy="1752418"/>
          </a:xfrm>
          <a:custGeom>
            <a:avLst/>
            <a:gdLst>
              <a:gd name="connsiteX0" fmla="*/ 0 w 1363851"/>
              <a:gd name="connsiteY0" fmla="*/ 47605 h 1752418"/>
              <a:gd name="connsiteX1" fmla="*/ 0 w 1363851"/>
              <a:gd name="connsiteY1" fmla="*/ 47605 h 1752418"/>
              <a:gd name="connsiteX2" fmla="*/ 123987 w 1363851"/>
              <a:gd name="connsiteY2" fmla="*/ 1110 h 1752418"/>
              <a:gd name="connsiteX3" fmla="*/ 247973 w 1363851"/>
              <a:gd name="connsiteY3" fmla="*/ 16608 h 1752418"/>
              <a:gd name="connsiteX4" fmla="*/ 573438 w 1363851"/>
              <a:gd name="connsiteY4" fmla="*/ 63103 h 1752418"/>
              <a:gd name="connsiteX5" fmla="*/ 697424 w 1363851"/>
              <a:gd name="connsiteY5" fmla="*/ 94100 h 1752418"/>
              <a:gd name="connsiteX6" fmla="*/ 836909 w 1363851"/>
              <a:gd name="connsiteY6" fmla="*/ 233584 h 1752418"/>
              <a:gd name="connsiteX7" fmla="*/ 929899 w 1363851"/>
              <a:gd name="connsiteY7" fmla="*/ 435062 h 1752418"/>
              <a:gd name="connsiteX8" fmla="*/ 976394 w 1363851"/>
              <a:gd name="connsiteY8" fmla="*/ 497055 h 1752418"/>
              <a:gd name="connsiteX9" fmla="*/ 1053885 w 1363851"/>
              <a:gd name="connsiteY9" fmla="*/ 636540 h 1752418"/>
              <a:gd name="connsiteX10" fmla="*/ 1131377 w 1363851"/>
              <a:gd name="connsiteY10" fmla="*/ 853517 h 1752418"/>
              <a:gd name="connsiteX11" fmla="*/ 1193370 w 1363851"/>
              <a:gd name="connsiteY11" fmla="*/ 884513 h 1752418"/>
              <a:gd name="connsiteX12" fmla="*/ 1224366 w 1363851"/>
              <a:gd name="connsiteY12" fmla="*/ 962005 h 1752418"/>
              <a:gd name="connsiteX13" fmla="*/ 1255363 w 1363851"/>
              <a:gd name="connsiteY13" fmla="*/ 1023998 h 1752418"/>
              <a:gd name="connsiteX14" fmla="*/ 1286360 w 1363851"/>
              <a:gd name="connsiteY14" fmla="*/ 1116988 h 1752418"/>
              <a:gd name="connsiteX15" fmla="*/ 1317356 w 1363851"/>
              <a:gd name="connsiteY15" fmla="*/ 1163483 h 1752418"/>
              <a:gd name="connsiteX16" fmla="*/ 1348353 w 1363851"/>
              <a:gd name="connsiteY16" fmla="*/ 1271971 h 1752418"/>
              <a:gd name="connsiteX17" fmla="*/ 1363851 w 1363851"/>
              <a:gd name="connsiteY17" fmla="*/ 1318466 h 1752418"/>
              <a:gd name="connsiteX18" fmla="*/ 1332855 w 1363851"/>
              <a:gd name="connsiteY18" fmla="*/ 1488947 h 1752418"/>
              <a:gd name="connsiteX19" fmla="*/ 1317356 w 1363851"/>
              <a:gd name="connsiteY19" fmla="*/ 1566439 h 1752418"/>
              <a:gd name="connsiteX20" fmla="*/ 1301858 w 1363851"/>
              <a:gd name="connsiteY20" fmla="*/ 1612933 h 1752418"/>
              <a:gd name="connsiteX21" fmla="*/ 1270861 w 1363851"/>
              <a:gd name="connsiteY21" fmla="*/ 1736920 h 1752418"/>
              <a:gd name="connsiteX22" fmla="*/ 1177872 w 1363851"/>
              <a:gd name="connsiteY22" fmla="*/ 1752418 h 1752418"/>
              <a:gd name="connsiteX23" fmla="*/ 914400 w 1363851"/>
              <a:gd name="connsiteY23" fmla="*/ 1566439 h 1752418"/>
              <a:gd name="connsiteX24" fmla="*/ 852407 w 1363851"/>
              <a:gd name="connsiteY24" fmla="*/ 1504445 h 1752418"/>
              <a:gd name="connsiteX25" fmla="*/ 821411 w 1363851"/>
              <a:gd name="connsiteY25" fmla="*/ 1457950 h 1752418"/>
              <a:gd name="connsiteX26" fmla="*/ 743919 w 1363851"/>
              <a:gd name="connsiteY26" fmla="*/ 1318466 h 1752418"/>
              <a:gd name="connsiteX27" fmla="*/ 712922 w 1363851"/>
              <a:gd name="connsiteY27" fmla="*/ 1240974 h 1752418"/>
              <a:gd name="connsiteX28" fmla="*/ 681926 w 1363851"/>
              <a:gd name="connsiteY28" fmla="*/ 1178981 h 1752418"/>
              <a:gd name="connsiteX29" fmla="*/ 604434 w 1363851"/>
              <a:gd name="connsiteY29" fmla="*/ 1008500 h 1752418"/>
              <a:gd name="connsiteX30" fmla="*/ 573438 w 1363851"/>
              <a:gd name="connsiteY30" fmla="*/ 946506 h 1752418"/>
              <a:gd name="connsiteX31" fmla="*/ 511444 w 1363851"/>
              <a:gd name="connsiteY31" fmla="*/ 915510 h 1752418"/>
              <a:gd name="connsiteX32" fmla="*/ 418455 w 1363851"/>
              <a:gd name="connsiteY32" fmla="*/ 853517 h 1752418"/>
              <a:gd name="connsiteX33" fmla="*/ 356461 w 1363851"/>
              <a:gd name="connsiteY33" fmla="*/ 822520 h 1752418"/>
              <a:gd name="connsiteX34" fmla="*/ 216977 w 1363851"/>
              <a:gd name="connsiteY34" fmla="*/ 698533 h 1752418"/>
              <a:gd name="connsiteX35" fmla="*/ 123987 w 1363851"/>
              <a:gd name="connsiteY35" fmla="*/ 512554 h 1752418"/>
              <a:gd name="connsiteX36" fmla="*/ 108488 w 1363851"/>
              <a:gd name="connsiteY36" fmla="*/ 388567 h 1752418"/>
              <a:gd name="connsiteX37" fmla="*/ 77492 w 1363851"/>
              <a:gd name="connsiteY37" fmla="*/ 295578 h 1752418"/>
              <a:gd name="connsiteX38" fmla="*/ 61994 w 1363851"/>
              <a:gd name="connsiteY38" fmla="*/ 140594 h 1752418"/>
              <a:gd name="connsiteX39" fmla="*/ 0 w 1363851"/>
              <a:gd name="connsiteY39" fmla="*/ 47605 h 175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63851" h="1752418">
                <a:moveTo>
                  <a:pt x="0" y="47605"/>
                </a:moveTo>
                <a:lnTo>
                  <a:pt x="0" y="47605"/>
                </a:lnTo>
                <a:cubicBezTo>
                  <a:pt x="41329" y="32107"/>
                  <a:pt x="80188" y="6585"/>
                  <a:pt x="123987" y="1110"/>
                </a:cubicBezTo>
                <a:cubicBezTo>
                  <a:pt x="165316" y="-4056"/>
                  <a:pt x="206832" y="10112"/>
                  <a:pt x="247973" y="16608"/>
                </a:cubicBezTo>
                <a:cubicBezTo>
                  <a:pt x="561093" y="66048"/>
                  <a:pt x="278683" y="33628"/>
                  <a:pt x="573438" y="63103"/>
                </a:cubicBezTo>
                <a:cubicBezTo>
                  <a:pt x="614767" y="73435"/>
                  <a:pt x="658100" y="77715"/>
                  <a:pt x="697424" y="94100"/>
                </a:cubicBezTo>
                <a:cubicBezTo>
                  <a:pt x="751581" y="116666"/>
                  <a:pt x="805543" y="195945"/>
                  <a:pt x="836909" y="233584"/>
                </a:cubicBezTo>
                <a:cubicBezTo>
                  <a:pt x="868771" y="313241"/>
                  <a:pt x="882527" y="353853"/>
                  <a:pt x="929899" y="435062"/>
                </a:cubicBezTo>
                <a:cubicBezTo>
                  <a:pt x="942914" y="457374"/>
                  <a:pt x="962066" y="475563"/>
                  <a:pt x="976394" y="497055"/>
                </a:cubicBezTo>
                <a:cubicBezTo>
                  <a:pt x="1015309" y="555429"/>
                  <a:pt x="1024345" y="577462"/>
                  <a:pt x="1053885" y="636540"/>
                </a:cubicBezTo>
                <a:cubicBezTo>
                  <a:pt x="1070033" y="709206"/>
                  <a:pt x="1073901" y="796041"/>
                  <a:pt x="1131377" y="853517"/>
                </a:cubicBezTo>
                <a:cubicBezTo>
                  <a:pt x="1147714" y="869854"/>
                  <a:pt x="1172706" y="874181"/>
                  <a:pt x="1193370" y="884513"/>
                </a:cubicBezTo>
                <a:cubicBezTo>
                  <a:pt x="1203702" y="910344"/>
                  <a:pt x="1213067" y="936582"/>
                  <a:pt x="1224366" y="962005"/>
                </a:cubicBezTo>
                <a:cubicBezTo>
                  <a:pt x="1233749" y="983117"/>
                  <a:pt x="1246782" y="1002547"/>
                  <a:pt x="1255363" y="1023998"/>
                </a:cubicBezTo>
                <a:cubicBezTo>
                  <a:pt x="1267498" y="1054334"/>
                  <a:pt x="1268236" y="1089802"/>
                  <a:pt x="1286360" y="1116988"/>
                </a:cubicBezTo>
                <a:cubicBezTo>
                  <a:pt x="1296692" y="1132486"/>
                  <a:pt x="1309026" y="1146823"/>
                  <a:pt x="1317356" y="1163483"/>
                </a:cubicBezTo>
                <a:cubicBezTo>
                  <a:pt x="1329745" y="1188261"/>
                  <a:pt x="1341730" y="1248790"/>
                  <a:pt x="1348353" y="1271971"/>
                </a:cubicBezTo>
                <a:cubicBezTo>
                  <a:pt x="1352841" y="1287679"/>
                  <a:pt x="1358685" y="1302968"/>
                  <a:pt x="1363851" y="1318466"/>
                </a:cubicBezTo>
                <a:cubicBezTo>
                  <a:pt x="1336989" y="1506506"/>
                  <a:pt x="1362083" y="1357424"/>
                  <a:pt x="1332855" y="1488947"/>
                </a:cubicBezTo>
                <a:cubicBezTo>
                  <a:pt x="1327141" y="1514662"/>
                  <a:pt x="1323745" y="1540883"/>
                  <a:pt x="1317356" y="1566439"/>
                </a:cubicBezTo>
                <a:cubicBezTo>
                  <a:pt x="1313394" y="1582288"/>
                  <a:pt x="1306156" y="1597172"/>
                  <a:pt x="1301858" y="1612933"/>
                </a:cubicBezTo>
                <a:cubicBezTo>
                  <a:pt x="1290649" y="1654033"/>
                  <a:pt x="1299163" y="1705080"/>
                  <a:pt x="1270861" y="1736920"/>
                </a:cubicBezTo>
                <a:cubicBezTo>
                  <a:pt x="1249984" y="1760407"/>
                  <a:pt x="1208868" y="1747252"/>
                  <a:pt x="1177872" y="1752418"/>
                </a:cubicBezTo>
                <a:cubicBezTo>
                  <a:pt x="1005610" y="1723708"/>
                  <a:pt x="1107101" y="1759140"/>
                  <a:pt x="914400" y="1566439"/>
                </a:cubicBezTo>
                <a:cubicBezTo>
                  <a:pt x="893735" y="1545774"/>
                  <a:pt x="868617" y="1528761"/>
                  <a:pt x="852407" y="1504445"/>
                </a:cubicBezTo>
                <a:cubicBezTo>
                  <a:pt x="842075" y="1488947"/>
                  <a:pt x="831283" y="1473745"/>
                  <a:pt x="821411" y="1457950"/>
                </a:cubicBezTo>
                <a:cubicBezTo>
                  <a:pt x="791317" y="1409800"/>
                  <a:pt x="766692" y="1369704"/>
                  <a:pt x="743919" y="1318466"/>
                </a:cubicBezTo>
                <a:cubicBezTo>
                  <a:pt x="732620" y="1293043"/>
                  <a:pt x="724221" y="1266397"/>
                  <a:pt x="712922" y="1240974"/>
                </a:cubicBezTo>
                <a:cubicBezTo>
                  <a:pt x="703539" y="1219862"/>
                  <a:pt x="690506" y="1200432"/>
                  <a:pt x="681926" y="1178981"/>
                </a:cubicBezTo>
                <a:cubicBezTo>
                  <a:pt x="599378" y="972611"/>
                  <a:pt x="706484" y="1192192"/>
                  <a:pt x="604434" y="1008500"/>
                </a:cubicBezTo>
                <a:cubicBezTo>
                  <a:pt x="593214" y="988304"/>
                  <a:pt x="589775" y="962843"/>
                  <a:pt x="573438" y="946506"/>
                </a:cubicBezTo>
                <a:cubicBezTo>
                  <a:pt x="557101" y="930169"/>
                  <a:pt x="531255" y="927397"/>
                  <a:pt x="511444" y="915510"/>
                </a:cubicBezTo>
                <a:cubicBezTo>
                  <a:pt x="479500" y="896344"/>
                  <a:pt x="450399" y="872684"/>
                  <a:pt x="418455" y="853517"/>
                </a:cubicBezTo>
                <a:cubicBezTo>
                  <a:pt x="398644" y="841630"/>
                  <a:pt x="376053" y="834765"/>
                  <a:pt x="356461" y="822520"/>
                </a:cubicBezTo>
                <a:cubicBezTo>
                  <a:pt x="310571" y="793838"/>
                  <a:pt x="248631" y="738101"/>
                  <a:pt x="216977" y="698533"/>
                </a:cubicBezTo>
                <a:cubicBezTo>
                  <a:pt x="175907" y="647195"/>
                  <a:pt x="148824" y="570507"/>
                  <a:pt x="123987" y="512554"/>
                </a:cubicBezTo>
                <a:cubicBezTo>
                  <a:pt x="118821" y="471225"/>
                  <a:pt x="117215" y="429293"/>
                  <a:pt x="108488" y="388567"/>
                </a:cubicBezTo>
                <a:cubicBezTo>
                  <a:pt x="101642" y="356619"/>
                  <a:pt x="83513" y="327691"/>
                  <a:pt x="77492" y="295578"/>
                </a:cubicBezTo>
                <a:cubicBezTo>
                  <a:pt x="67924" y="244548"/>
                  <a:pt x="69889" y="191909"/>
                  <a:pt x="61994" y="140594"/>
                </a:cubicBezTo>
                <a:cubicBezTo>
                  <a:pt x="43227" y="18613"/>
                  <a:pt x="10332" y="63103"/>
                  <a:pt x="0" y="47605"/>
                </a:cubicBezTo>
                <a:close/>
              </a:path>
            </a:pathLst>
          </a:custGeom>
          <a:solidFill>
            <a:srgbClr val="FFFF00">
              <a:alpha val="1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1BB0FB-F2E7-20A6-3A29-EF509DDAF5B8}"/>
              </a:ext>
            </a:extLst>
          </p:cNvPr>
          <p:cNvSpPr txBox="1"/>
          <p:nvPr/>
        </p:nvSpPr>
        <p:spPr>
          <a:xfrm>
            <a:off x="5311930" y="6280648"/>
            <a:ext cx="61485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Automated Classification of Skin Lesions: From Pixels to Practice - Akhila Narla ∙ Brett </a:t>
            </a:r>
            <a:r>
              <a:rPr lang="en-US" sz="800" dirty="0" err="1"/>
              <a:t>Kuprel</a:t>
            </a:r>
            <a:r>
              <a:rPr lang="en-US" sz="800" dirty="0"/>
              <a:t> ∙ Kavita Sarin ∙ Roberto Novoa ∙ Justin Ko</a:t>
            </a:r>
          </a:p>
        </p:txBody>
      </p:sp>
    </p:spTree>
    <p:extLst>
      <p:ext uri="{BB962C8B-B14F-4D97-AF65-F5344CB8AC3E}">
        <p14:creationId xmlns:p14="http://schemas.microsoft.com/office/powerpoint/2010/main" val="217468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2B5C0-AB4F-14B8-8CD0-71E99B44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3168DD70-57B2-66D3-35FD-B19AEA0D20AB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000" dirty="0"/>
              <a:t>AI cares about optimizing the objective function; AI can cheat</a:t>
            </a:r>
            <a:endParaRPr lang="x-none" sz="3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F18EC3-4CD1-E00B-35EF-1085EF3E26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29</a:t>
            </a:fld>
            <a:endParaRPr lang="nl-BE" dirty="0"/>
          </a:p>
        </p:txBody>
      </p:sp>
      <p:pic>
        <p:nvPicPr>
          <p:cNvPr id="7" name="Picture 6" descr="A close-up of several blisters&#10;&#10;AI-generated content may be incorrect.">
            <a:extLst>
              <a:ext uri="{FF2B5EF4-FFF2-40B4-BE49-F238E27FC236}">
                <a16:creationId xmlns:a16="http://schemas.microsoft.com/office/drawing/2014/main" id="{C7A6B447-3B90-A31C-769C-40900055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4" b="644"/>
          <a:stretch/>
        </p:blipFill>
        <p:spPr>
          <a:xfrm>
            <a:off x="603247" y="850277"/>
            <a:ext cx="5492753" cy="5506073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7FEF731-997E-0C2C-300B-E8EB6E62327F}"/>
              </a:ext>
            </a:extLst>
          </p:cNvPr>
          <p:cNvSpPr/>
          <p:nvPr/>
        </p:nvSpPr>
        <p:spPr>
          <a:xfrm>
            <a:off x="2060968" y="1521853"/>
            <a:ext cx="1288655" cy="2081460"/>
          </a:xfrm>
          <a:custGeom>
            <a:avLst/>
            <a:gdLst>
              <a:gd name="connsiteX0" fmla="*/ 962527 w 1288655"/>
              <a:gd name="connsiteY0" fmla="*/ 228600 h 2261937"/>
              <a:gd name="connsiteX1" fmla="*/ 962527 w 1288655"/>
              <a:gd name="connsiteY1" fmla="*/ 228600 h 2261937"/>
              <a:gd name="connsiteX2" fmla="*/ 625642 w 1288655"/>
              <a:gd name="connsiteY2" fmla="*/ 505326 h 2261937"/>
              <a:gd name="connsiteX3" fmla="*/ 517358 w 1288655"/>
              <a:gd name="connsiteY3" fmla="*/ 806116 h 2261937"/>
              <a:gd name="connsiteX4" fmla="*/ 457200 w 1288655"/>
              <a:gd name="connsiteY4" fmla="*/ 914400 h 2261937"/>
              <a:gd name="connsiteX5" fmla="*/ 276727 w 1288655"/>
              <a:gd name="connsiteY5" fmla="*/ 1130968 h 2261937"/>
              <a:gd name="connsiteX6" fmla="*/ 60158 w 1288655"/>
              <a:gd name="connsiteY6" fmla="*/ 1311442 h 2261937"/>
              <a:gd name="connsiteX7" fmla="*/ 24063 w 1288655"/>
              <a:gd name="connsiteY7" fmla="*/ 1431758 h 2261937"/>
              <a:gd name="connsiteX8" fmla="*/ 0 w 1288655"/>
              <a:gd name="connsiteY8" fmla="*/ 1720516 h 2261937"/>
              <a:gd name="connsiteX9" fmla="*/ 24063 w 1288655"/>
              <a:gd name="connsiteY9" fmla="*/ 2117558 h 2261937"/>
              <a:gd name="connsiteX10" fmla="*/ 84221 w 1288655"/>
              <a:gd name="connsiteY10" fmla="*/ 2213810 h 2261937"/>
              <a:gd name="connsiteX11" fmla="*/ 288758 w 1288655"/>
              <a:gd name="connsiteY11" fmla="*/ 2249905 h 2261937"/>
              <a:gd name="connsiteX12" fmla="*/ 348916 w 1288655"/>
              <a:gd name="connsiteY12" fmla="*/ 2261937 h 2261937"/>
              <a:gd name="connsiteX13" fmla="*/ 409074 w 1288655"/>
              <a:gd name="connsiteY13" fmla="*/ 1961147 h 2261937"/>
              <a:gd name="connsiteX14" fmla="*/ 469232 w 1288655"/>
              <a:gd name="connsiteY14" fmla="*/ 1900989 h 2261937"/>
              <a:gd name="connsiteX15" fmla="*/ 649706 w 1288655"/>
              <a:gd name="connsiteY15" fmla="*/ 1792705 h 2261937"/>
              <a:gd name="connsiteX16" fmla="*/ 733927 w 1288655"/>
              <a:gd name="connsiteY16" fmla="*/ 1720516 h 2261937"/>
              <a:gd name="connsiteX17" fmla="*/ 854242 w 1288655"/>
              <a:gd name="connsiteY17" fmla="*/ 1636295 h 2261937"/>
              <a:gd name="connsiteX18" fmla="*/ 926432 w 1288655"/>
              <a:gd name="connsiteY18" fmla="*/ 1383631 h 2261937"/>
              <a:gd name="connsiteX19" fmla="*/ 974558 w 1288655"/>
              <a:gd name="connsiteY19" fmla="*/ 1046747 h 2261937"/>
              <a:gd name="connsiteX20" fmla="*/ 1022685 w 1288655"/>
              <a:gd name="connsiteY20" fmla="*/ 962526 h 2261937"/>
              <a:gd name="connsiteX21" fmla="*/ 1130969 w 1288655"/>
              <a:gd name="connsiteY21" fmla="*/ 794084 h 2261937"/>
              <a:gd name="connsiteX22" fmla="*/ 1203158 w 1288655"/>
              <a:gd name="connsiteY22" fmla="*/ 673768 h 2261937"/>
              <a:gd name="connsiteX23" fmla="*/ 1227221 w 1288655"/>
              <a:gd name="connsiteY23" fmla="*/ 517358 h 2261937"/>
              <a:gd name="connsiteX24" fmla="*/ 1263316 w 1288655"/>
              <a:gd name="connsiteY24" fmla="*/ 433137 h 2261937"/>
              <a:gd name="connsiteX25" fmla="*/ 1287379 w 1288655"/>
              <a:gd name="connsiteY25" fmla="*/ 288758 h 2261937"/>
              <a:gd name="connsiteX26" fmla="*/ 1275348 w 1288655"/>
              <a:gd name="connsiteY26" fmla="*/ 204537 h 2261937"/>
              <a:gd name="connsiteX27" fmla="*/ 1215190 w 1288655"/>
              <a:gd name="connsiteY27" fmla="*/ 96252 h 2261937"/>
              <a:gd name="connsiteX28" fmla="*/ 1167063 w 1288655"/>
              <a:gd name="connsiteY28" fmla="*/ 24063 h 2261937"/>
              <a:gd name="connsiteX29" fmla="*/ 1118937 w 1288655"/>
              <a:gd name="connsiteY29" fmla="*/ 0 h 2261937"/>
              <a:gd name="connsiteX30" fmla="*/ 1034716 w 1288655"/>
              <a:gd name="connsiteY30" fmla="*/ 24063 h 2261937"/>
              <a:gd name="connsiteX31" fmla="*/ 914400 w 1288655"/>
              <a:gd name="connsiteY31" fmla="*/ 48126 h 2261937"/>
              <a:gd name="connsiteX32" fmla="*/ 866274 w 1288655"/>
              <a:gd name="connsiteY32" fmla="*/ 108284 h 2261937"/>
              <a:gd name="connsiteX33" fmla="*/ 830179 w 1288655"/>
              <a:gd name="connsiteY33" fmla="*/ 144379 h 2261937"/>
              <a:gd name="connsiteX34" fmla="*/ 818148 w 1288655"/>
              <a:gd name="connsiteY34" fmla="*/ 192505 h 2261937"/>
              <a:gd name="connsiteX35" fmla="*/ 890337 w 1288655"/>
              <a:gd name="connsiteY35" fmla="*/ 288758 h 2261937"/>
              <a:gd name="connsiteX36" fmla="*/ 914400 w 1288655"/>
              <a:gd name="connsiteY36" fmla="*/ 324852 h 2261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288655" h="2261937">
                <a:moveTo>
                  <a:pt x="962527" y="228600"/>
                </a:moveTo>
                <a:lnTo>
                  <a:pt x="962527" y="228600"/>
                </a:lnTo>
                <a:cubicBezTo>
                  <a:pt x="804915" y="333675"/>
                  <a:pt x="747299" y="355044"/>
                  <a:pt x="625642" y="505326"/>
                </a:cubicBezTo>
                <a:cubicBezTo>
                  <a:pt x="553436" y="594522"/>
                  <a:pt x="572379" y="707078"/>
                  <a:pt x="517358" y="806116"/>
                </a:cubicBezTo>
                <a:cubicBezTo>
                  <a:pt x="497305" y="842211"/>
                  <a:pt x="479249" y="879489"/>
                  <a:pt x="457200" y="914400"/>
                </a:cubicBezTo>
                <a:cubicBezTo>
                  <a:pt x="407089" y="993743"/>
                  <a:pt x="351864" y="1072528"/>
                  <a:pt x="276727" y="1130968"/>
                </a:cubicBezTo>
                <a:cubicBezTo>
                  <a:pt x="32195" y="1321160"/>
                  <a:pt x="272984" y="1072014"/>
                  <a:pt x="60158" y="1311442"/>
                </a:cubicBezTo>
                <a:cubicBezTo>
                  <a:pt x="48126" y="1351547"/>
                  <a:pt x="32275" y="1390700"/>
                  <a:pt x="24063" y="1431758"/>
                </a:cubicBezTo>
                <a:cubicBezTo>
                  <a:pt x="16228" y="1470933"/>
                  <a:pt x="1221" y="1703418"/>
                  <a:pt x="0" y="1720516"/>
                </a:cubicBezTo>
                <a:cubicBezTo>
                  <a:pt x="8021" y="1852863"/>
                  <a:pt x="13628" y="1985379"/>
                  <a:pt x="24063" y="2117558"/>
                </a:cubicBezTo>
                <a:cubicBezTo>
                  <a:pt x="27676" y="2163317"/>
                  <a:pt x="31847" y="2198846"/>
                  <a:pt x="84221" y="2213810"/>
                </a:cubicBezTo>
                <a:cubicBezTo>
                  <a:pt x="150790" y="2232830"/>
                  <a:pt x="220642" y="2237520"/>
                  <a:pt x="288758" y="2249905"/>
                </a:cubicBezTo>
                <a:cubicBezTo>
                  <a:pt x="308878" y="2253563"/>
                  <a:pt x="328863" y="2257926"/>
                  <a:pt x="348916" y="2261937"/>
                </a:cubicBezTo>
                <a:cubicBezTo>
                  <a:pt x="358477" y="2185448"/>
                  <a:pt x="363838" y="2040310"/>
                  <a:pt x="409074" y="1961147"/>
                </a:cubicBezTo>
                <a:cubicBezTo>
                  <a:pt x="423144" y="1936525"/>
                  <a:pt x="447284" y="1918947"/>
                  <a:pt x="469232" y="1900989"/>
                </a:cubicBezTo>
                <a:cubicBezTo>
                  <a:pt x="546699" y="1837607"/>
                  <a:pt x="557658" y="1855988"/>
                  <a:pt x="649706" y="1792705"/>
                </a:cubicBezTo>
                <a:cubicBezTo>
                  <a:pt x="680175" y="1771758"/>
                  <a:pt x="704556" y="1742977"/>
                  <a:pt x="733927" y="1720516"/>
                </a:cubicBezTo>
                <a:cubicBezTo>
                  <a:pt x="772814" y="1690779"/>
                  <a:pt x="814137" y="1664369"/>
                  <a:pt x="854242" y="1636295"/>
                </a:cubicBezTo>
                <a:cubicBezTo>
                  <a:pt x="896249" y="1520776"/>
                  <a:pt x="910673" y="1501826"/>
                  <a:pt x="926432" y="1383631"/>
                </a:cubicBezTo>
                <a:cubicBezTo>
                  <a:pt x="935570" y="1315096"/>
                  <a:pt x="938418" y="1137097"/>
                  <a:pt x="974558" y="1046747"/>
                </a:cubicBezTo>
                <a:cubicBezTo>
                  <a:pt x="986567" y="1016726"/>
                  <a:pt x="1005666" y="990018"/>
                  <a:pt x="1022685" y="962526"/>
                </a:cubicBezTo>
                <a:cubicBezTo>
                  <a:pt x="1057818" y="905772"/>
                  <a:pt x="1095836" y="850838"/>
                  <a:pt x="1130969" y="794084"/>
                </a:cubicBezTo>
                <a:cubicBezTo>
                  <a:pt x="1250798" y="600513"/>
                  <a:pt x="1132301" y="780055"/>
                  <a:pt x="1203158" y="673768"/>
                </a:cubicBezTo>
                <a:cubicBezTo>
                  <a:pt x="1207861" y="631443"/>
                  <a:pt x="1210551" y="563201"/>
                  <a:pt x="1227221" y="517358"/>
                </a:cubicBezTo>
                <a:cubicBezTo>
                  <a:pt x="1237659" y="488654"/>
                  <a:pt x="1251284" y="461211"/>
                  <a:pt x="1263316" y="433137"/>
                </a:cubicBezTo>
                <a:cubicBezTo>
                  <a:pt x="1271337" y="385011"/>
                  <a:pt x="1294279" y="337058"/>
                  <a:pt x="1287379" y="288758"/>
                </a:cubicBezTo>
                <a:cubicBezTo>
                  <a:pt x="1283369" y="260684"/>
                  <a:pt x="1282809" y="231896"/>
                  <a:pt x="1275348" y="204537"/>
                </a:cubicBezTo>
                <a:cubicBezTo>
                  <a:pt x="1269166" y="181868"/>
                  <a:pt x="1223564" y="111325"/>
                  <a:pt x="1215190" y="96252"/>
                </a:cubicBezTo>
                <a:cubicBezTo>
                  <a:pt x="1197999" y="65308"/>
                  <a:pt x="1196255" y="43524"/>
                  <a:pt x="1167063" y="24063"/>
                </a:cubicBezTo>
                <a:cubicBezTo>
                  <a:pt x="1152140" y="14114"/>
                  <a:pt x="1134979" y="8021"/>
                  <a:pt x="1118937" y="0"/>
                </a:cubicBezTo>
                <a:cubicBezTo>
                  <a:pt x="1090863" y="8021"/>
                  <a:pt x="1063137" y="17376"/>
                  <a:pt x="1034716" y="24063"/>
                </a:cubicBezTo>
                <a:cubicBezTo>
                  <a:pt x="994904" y="33431"/>
                  <a:pt x="950982" y="29835"/>
                  <a:pt x="914400" y="48126"/>
                </a:cubicBezTo>
                <a:cubicBezTo>
                  <a:pt x="891431" y="59610"/>
                  <a:pt x="883184" y="88958"/>
                  <a:pt x="866274" y="108284"/>
                </a:cubicBezTo>
                <a:cubicBezTo>
                  <a:pt x="855069" y="121089"/>
                  <a:pt x="842211" y="132347"/>
                  <a:pt x="830179" y="144379"/>
                </a:cubicBezTo>
                <a:cubicBezTo>
                  <a:pt x="826169" y="160421"/>
                  <a:pt x="811788" y="177241"/>
                  <a:pt x="818148" y="192505"/>
                </a:cubicBezTo>
                <a:cubicBezTo>
                  <a:pt x="833573" y="229525"/>
                  <a:pt x="868090" y="255389"/>
                  <a:pt x="890337" y="288758"/>
                </a:cubicBezTo>
                <a:lnTo>
                  <a:pt x="914400" y="324852"/>
                </a:lnTo>
              </a:path>
            </a:pathLst>
          </a:custGeom>
          <a:solidFill>
            <a:srgbClr val="FFFF00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0628A7-A62F-0D9B-F4C2-F2E0FE1DAB7C}"/>
              </a:ext>
            </a:extLst>
          </p:cNvPr>
          <p:cNvSpPr/>
          <p:nvPr/>
        </p:nvSpPr>
        <p:spPr>
          <a:xfrm>
            <a:off x="4890323" y="1365442"/>
            <a:ext cx="1196281" cy="2177716"/>
          </a:xfrm>
          <a:custGeom>
            <a:avLst/>
            <a:gdLst>
              <a:gd name="connsiteX0" fmla="*/ 1026038 w 1196281"/>
              <a:gd name="connsiteY0" fmla="*/ 0 h 2177716"/>
              <a:gd name="connsiteX1" fmla="*/ 1026038 w 1196281"/>
              <a:gd name="connsiteY1" fmla="*/ 0 h 2177716"/>
              <a:gd name="connsiteX2" fmla="*/ 893690 w 1196281"/>
              <a:gd name="connsiteY2" fmla="*/ 24063 h 2177716"/>
              <a:gd name="connsiteX3" fmla="*/ 677122 w 1196281"/>
              <a:gd name="connsiteY3" fmla="*/ 180474 h 2177716"/>
              <a:gd name="connsiteX4" fmla="*/ 653059 w 1196281"/>
              <a:gd name="connsiteY4" fmla="*/ 228600 h 2177716"/>
              <a:gd name="connsiteX5" fmla="*/ 508680 w 1196281"/>
              <a:gd name="connsiteY5" fmla="*/ 421106 h 2177716"/>
              <a:gd name="connsiteX6" fmla="*/ 520712 w 1196281"/>
              <a:gd name="connsiteY6" fmla="*/ 517358 h 2177716"/>
              <a:gd name="connsiteX7" fmla="*/ 544775 w 1196281"/>
              <a:gd name="connsiteY7" fmla="*/ 577516 h 2177716"/>
              <a:gd name="connsiteX8" fmla="*/ 568838 w 1196281"/>
              <a:gd name="connsiteY8" fmla="*/ 649706 h 2177716"/>
              <a:gd name="connsiteX9" fmla="*/ 544775 w 1196281"/>
              <a:gd name="connsiteY9" fmla="*/ 1082842 h 2177716"/>
              <a:gd name="connsiteX10" fmla="*/ 412427 w 1196281"/>
              <a:gd name="connsiteY10" fmla="*/ 1155032 h 2177716"/>
              <a:gd name="connsiteX11" fmla="*/ 316175 w 1196281"/>
              <a:gd name="connsiteY11" fmla="*/ 1215190 h 2177716"/>
              <a:gd name="connsiteX12" fmla="*/ 195859 w 1196281"/>
              <a:gd name="connsiteY12" fmla="*/ 1323474 h 2177716"/>
              <a:gd name="connsiteX13" fmla="*/ 159764 w 1196281"/>
              <a:gd name="connsiteY13" fmla="*/ 1347537 h 2177716"/>
              <a:gd name="connsiteX14" fmla="*/ 15385 w 1196281"/>
              <a:gd name="connsiteY14" fmla="*/ 1479885 h 2177716"/>
              <a:gd name="connsiteX15" fmla="*/ 27417 w 1196281"/>
              <a:gd name="connsiteY15" fmla="*/ 1708485 h 2177716"/>
              <a:gd name="connsiteX16" fmla="*/ 63512 w 1196281"/>
              <a:gd name="connsiteY16" fmla="*/ 1756611 h 2177716"/>
              <a:gd name="connsiteX17" fmla="*/ 75543 w 1196281"/>
              <a:gd name="connsiteY17" fmla="*/ 1816769 h 2177716"/>
              <a:gd name="connsiteX18" fmla="*/ 87575 w 1196281"/>
              <a:gd name="connsiteY18" fmla="*/ 1888958 h 2177716"/>
              <a:gd name="connsiteX19" fmla="*/ 99606 w 1196281"/>
              <a:gd name="connsiteY19" fmla="*/ 1937085 h 2177716"/>
              <a:gd name="connsiteX20" fmla="*/ 159764 w 1196281"/>
              <a:gd name="connsiteY20" fmla="*/ 1973179 h 2177716"/>
              <a:gd name="connsiteX21" fmla="*/ 340238 w 1196281"/>
              <a:gd name="connsiteY21" fmla="*/ 2057400 h 2177716"/>
              <a:gd name="connsiteX22" fmla="*/ 448522 w 1196281"/>
              <a:gd name="connsiteY22" fmla="*/ 2105527 h 2177716"/>
              <a:gd name="connsiteX23" fmla="*/ 496648 w 1196281"/>
              <a:gd name="connsiteY23" fmla="*/ 2129590 h 2177716"/>
              <a:gd name="connsiteX24" fmla="*/ 568838 w 1196281"/>
              <a:gd name="connsiteY24" fmla="*/ 2177716 h 2177716"/>
              <a:gd name="connsiteX25" fmla="*/ 821501 w 1196281"/>
              <a:gd name="connsiteY25" fmla="*/ 2153653 h 2177716"/>
              <a:gd name="connsiteX26" fmla="*/ 857596 w 1196281"/>
              <a:gd name="connsiteY26" fmla="*/ 2117558 h 2177716"/>
              <a:gd name="connsiteX27" fmla="*/ 905722 w 1196281"/>
              <a:gd name="connsiteY27" fmla="*/ 2009274 h 2177716"/>
              <a:gd name="connsiteX28" fmla="*/ 953848 w 1196281"/>
              <a:gd name="connsiteY28" fmla="*/ 1949116 h 2177716"/>
              <a:gd name="connsiteX29" fmla="*/ 989943 w 1196281"/>
              <a:gd name="connsiteY29" fmla="*/ 1876927 h 2177716"/>
              <a:gd name="connsiteX30" fmla="*/ 1026038 w 1196281"/>
              <a:gd name="connsiteY30" fmla="*/ 1816769 h 2177716"/>
              <a:gd name="connsiteX31" fmla="*/ 1038069 w 1196281"/>
              <a:gd name="connsiteY31" fmla="*/ 1732548 h 2177716"/>
              <a:gd name="connsiteX32" fmla="*/ 1050101 w 1196281"/>
              <a:gd name="connsiteY32" fmla="*/ 1540042 h 2177716"/>
              <a:gd name="connsiteX33" fmla="*/ 1074164 w 1196281"/>
              <a:gd name="connsiteY33" fmla="*/ 1479885 h 2177716"/>
              <a:gd name="connsiteX34" fmla="*/ 1086196 w 1196281"/>
              <a:gd name="connsiteY34" fmla="*/ 1431758 h 2177716"/>
              <a:gd name="connsiteX35" fmla="*/ 1098227 w 1196281"/>
              <a:gd name="connsiteY35" fmla="*/ 1130969 h 2177716"/>
              <a:gd name="connsiteX36" fmla="*/ 1110259 w 1196281"/>
              <a:gd name="connsiteY36" fmla="*/ 1082842 h 2177716"/>
              <a:gd name="connsiteX37" fmla="*/ 1134322 w 1196281"/>
              <a:gd name="connsiteY37" fmla="*/ 938463 h 2177716"/>
              <a:gd name="connsiteX38" fmla="*/ 1146354 w 1196281"/>
              <a:gd name="connsiteY38" fmla="*/ 902369 h 2177716"/>
              <a:gd name="connsiteX39" fmla="*/ 1158385 w 1196281"/>
              <a:gd name="connsiteY39" fmla="*/ 709863 h 2177716"/>
              <a:gd name="connsiteX40" fmla="*/ 1170417 w 1196281"/>
              <a:gd name="connsiteY40" fmla="*/ 673769 h 2177716"/>
              <a:gd name="connsiteX41" fmla="*/ 1182448 w 1196281"/>
              <a:gd name="connsiteY41" fmla="*/ 601579 h 2177716"/>
              <a:gd name="connsiteX42" fmla="*/ 1170417 w 1196281"/>
              <a:gd name="connsiteY42" fmla="*/ 156411 h 2177716"/>
              <a:gd name="connsiteX43" fmla="*/ 1086196 w 1196281"/>
              <a:gd name="connsiteY43" fmla="*/ 48127 h 2177716"/>
              <a:gd name="connsiteX44" fmla="*/ 1026038 w 1196281"/>
              <a:gd name="connsiteY44" fmla="*/ 0 h 217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196281" h="2177716">
                <a:moveTo>
                  <a:pt x="1026038" y="0"/>
                </a:moveTo>
                <a:lnTo>
                  <a:pt x="1026038" y="0"/>
                </a:lnTo>
                <a:cubicBezTo>
                  <a:pt x="981922" y="8021"/>
                  <a:pt x="935080" y="6817"/>
                  <a:pt x="893690" y="24063"/>
                </a:cubicBezTo>
                <a:cubicBezTo>
                  <a:pt x="827833" y="51504"/>
                  <a:pt x="727432" y="115790"/>
                  <a:pt x="677122" y="180474"/>
                </a:cubicBezTo>
                <a:cubicBezTo>
                  <a:pt x="666111" y="194631"/>
                  <a:pt x="663344" y="213907"/>
                  <a:pt x="653059" y="228600"/>
                </a:cubicBezTo>
                <a:cubicBezTo>
                  <a:pt x="607061" y="294311"/>
                  <a:pt x="508680" y="421106"/>
                  <a:pt x="508680" y="421106"/>
                </a:cubicBezTo>
                <a:cubicBezTo>
                  <a:pt x="512691" y="453190"/>
                  <a:pt x="513441" y="485852"/>
                  <a:pt x="520712" y="517358"/>
                </a:cubicBezTo>
                <a:cubicBezTo>
                  <a:pt x="525568" y="538402"/>
                  <a:pt x="537394" y="557219"/>
                  <a:pt x="544775" y="577516"/>
                </a:cubicBezTo>
                <a:cubicBezTo>
                  <a:pt x="553443" y="601354"/>
                  <a:pt x="560817" y="625643"/>
                  <a:pt x="568838" y="649706"/>
                </a:cubicBezTo>
                <a:cubicBezTo>
                  <a:pt x="560817" y="794085"/>
                  <a:pt x="665090" y="1002630"/>
                  <a:pt x="544775" y="1082842"/>
                </a:cubicBezTo>
                <a:cubicBezTo>
                  <a:pt x="452427" y="1144409"/>
                  <a:pt x="587119" y="1056768"/>
                  <a:pt x="412427" y="1155032"/>
                </a:cubicBezTo>
                <a:cubicBezTo>
                  <a:pt x="379451" y="1173581"/>
                  <a:pt x="346963" y="1193199"/>
                  <a:pt x="316175" y="1215190"/>
                </a:cubicBezTo>
                <a:cubicBezTo>
                  <a:pt x="204202" y="1295171"/>
                  <a:pt x="282324" y="1249361"/>
                  <a:pt x="195859" y="1323474"/>
                </a:cubicBezTo>
                <a:cubicBezTo>
                  <a:pt x="184880" y="1332885"/>
                  <a:pt x="170572" y="1337930"/>
                  <a:pt x="159764" y="1347537"/>
                </a:cubicBezTo>
                <a:cubicBezTo>
                  <a:pt x="-123231" y="1599090"/>
                  <a:pt x="287368" y="1253234"/>
                  <a:pt x="15385" y="1479885"/>
                </a:cubicBezTo>
                <a:cubicBezTo>
                  <a:pt x="-3927" y="1576447"/>
                  <a:pt x="-10195" y="1573083"/>
                  <a:pt x="27417" y="1708485"/>
                </a:cubicBezTo>
                <a:cubicBezTo>
                  <a:pt x="32784" y="1727806"/>
                  <a:pt x="51480" y="1740569"/>
                  <a:pt x="63512" y="1756611"/>
                </a:cubicBezTo>
                <a:cubicBezTo>
                  <a:pt x="67522" y="1776664"/>
                  <a:pt x="71885" y="1796649"/>
                  <a:pt x="75543" y="1816769"/>
                </a:cubicBezTo>
                <a:cubicBezTo>
                  <a:pt x="79907" y="1840770"/>
                  <a:pt x="82791" y="1865037"/>
                  <a:pt x="87575" y="1888958"/>
                </a:cubicBezTo>
                <a:cubicBezTo>
                  <a:pt x="90818" y="1905173"/>
                  <a:pt x="88845" y="1924530"/>
                  <a:pt x="99606" y="1937085"/>
                </a:cubicBezTo>
                <a:cubicBezTo>
                  <a:pt x="114825" y="1954840"/>
                  <a:pt x="138848" y="1962721"/>
                  <a:pt x="159764" y="1973179"/>
                </a:cubicBezTo>
                <a:cubicBezTo>
                  <a:pt x="219142" y="2002868"/>
                  <a:pt x="279889" y="2029740"/>
                  <a:pt x="340238" y="2057400"/>
                </a:cubicBezTo>
                <a:cubicBezTo>
                  <a:pt x="376145" y="2073858"/>
                  <a:pt x="413193" y="2087862"/>
                  <a:pt x="448522" y="2105527"/>
                </a:cubicBezTo>
                <a:cubicBezTo>
                  <a:pt x="464564" y="2113548"/>
                  <a:pt x="482053" y="2119165"/>
                  <a:pt x="496648" y="2129590"/>
                </a:cubicBezTo>
                <a:cubicBezTo>
                  <a:pt x="575506" y="2185917"/>
                  <a:pt x="491411" y="2151909"/>
                  <a:pt x="568838" y="2177716"/>
                </a:cubicBezTo>
                <a:cubicBezTo>
                  <a:pt x="653059" y="2169695"/>
                  <a:pt x="738677" y="2170908"/>
                  <a:pt x="821501" y="2153653"/>
                </a:cubicBezTo>
                <a:cubicBezTo>
                  <a:pt x="838159" y="2150183"/>
                  <a:pt x="846703" y="2130630"/>
                  <a:pt x="857596" y="2117558"/>
                </a:cubicBezTo>
                <a:cubicBezTo>
                  <a:pt x="907737" y="2057388"/>
                  <a:pt x="856022" y="2100391"/>
                  <a:pt x="905722" y="2009274"/>
                </a:cubicBezTo>
                <a:cubicBezTo>
                  <a:pt x="918019" y="1986730"/>
                  <a:pt x="940061" y="1970781"/>
                  <a:pt x="953848" y="1949116"/>
                </a:cubicBezTo>
                <a:cubicBezTo>
                  <a:pt x="968292" y="1926419"/>
                  <a:pt x="977060" y="1900545"/>
                  <a:pt x="989943" y="1876927"/>
                </a:cubicBezTo>
                <a:cubicBezTo>
                  <a:pt x="1001141" y="1856397"/>
                  <a:pt x="1014006" y="1836822"/>
                  <a:pt x="1026038" y="1816769"/>
                </a:cubicBezTo>
                <a:cubicBezTo>
                  <a:pt x="1030048" y="1788695"/>
                  <a:pt x="1035612" y="1760800"/>
                  <a:pt x="1038069" y="1732548"/>
                </a:cubicBezTo>
                <a:cubicBezTo>
                  <a:pt x="1043639" y="1668496"/>
                  <a:pt x="1041008" y="1603690"/>
                  <a:pt x="1050101" y="1540042"/>
                </a:cubicBezTo>
                <a:cubicBezTo>
                  <a:pt x="1053155" y="1518662"/>
                  <a:pt x="1067334" y="1500374"/>
                  <a:pt x="1074164" y="1479885"/>
                </a:cubicBezTo>
                <a:cubicBezTo>
                  <a:pt x="1079393" y="1464198"/>
                  <a:pt x="1082185" y="1447800"/>
                  <a:pt x="1086196" y="1431758"/>
                </a:cubicBezTo>
                <a:cubicBezTo>
                  <a:pt x="1090206" y="1331495"/>
                  <a:pt x="1091323" y="1231074"/>
                  <a:pt x="1098227" y="1130969"/>
                </a:cubicBezTo>
                <a:cubicBezTo>
                  <a:pt x="1099365" y="1114472"/>
                  <a:pt x="1107301" y="1099111"/>
                  <a:pt x="1110259" y="1082842"/>
                </a:cubicBezTo>
                <a:cubicBezTo>
                  <a:pt x="1123842" y="1008133"/>
                  <a:pt x="1117694" y="1004971"/>
                  <a:pt x="1134322" y="938463"/>
                </a:cubicBezTo>
                <a:cubicBezTo>
                  <a:pt x="1137398" y="926159"/>
                  <a:pt x="1142343" y="914400"/>
                  <a:pt x="1146354" y="902369"/>
                </a:cubicBezTo>
                <a:cubicBezTo>
                  <a:pt x="1150364" y="838200"/>
                  <a:pt x="1151654" y="773804"/>
                  <a:pt x="1158385" y="709863"/>
                </a:cubicBezTo>
                <a:cubicBezTo>
                  <a:pt x="1159713" y="697250"/>
                  <a:pt x="1167666" y="686149"/>
                  <a:pt x="1170417" y="673769"/>
                </a:cubicBezTo>
                <a:cubicBezTo>
                  <a:pt x="1175709" y="649955"/>
                  <a:pt x="1178438" y="625642"/>
                  <a:pt x="1182448" y="601579"/>
                </a:cubicBezTo>
                <a:cubicBezTo>
                  <a:pt x="1195907" y="426614"/>
                  <a:pt x="1209870" y="353673"/>
                  <a:pt x="1170417" y="156411"/>
                </a:cubicBezTo>
                <a:cubicBezTo>
                  <a:pt x="1165051" y="129581"/>
                  <a:pt x="1112030" y="69655"/>
                  <a:pt x="1086196" y="48127"/>
                </a:cubicBezTo>
                <a:cubicBezTo>
                  <a:pt x="1043427" y="12486"/>
                  <a:pt x="1036064" y="8021"/>
                  <a:pt x="1026038" y="0"/>
                </a:cubicBezTo>
                <a:close/>
              </a:path>
            </a:pathLst>
          </a:custGeom>
          <a:solidFill>
            <a:srgbClr val="FFFF00">
              <a:alpha val="1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E280ED-77EC-D25E-B5DE-085740E48A2D}"/>
              </a:ext>
            </a:extLst>
          </p:cNvPr>
          <p:cNvSpPr/>
          <p:nvPr/>
        </p:nvSpPr>
        <p:spPr>
          <a:xfrm>
            <a:off x="818234" y="5411104"/>
            <a:ext cx="2526224" cy="869544"/>
          </a:xfrm>
          <a:custGeom>
            <a:avLst/>
            <a:gdLst>
              <a:gd name="connsiteX0" fmla="*/ 2340244 w 2526224"/>
              <a:gd name="connsiteY0" fmla="*/ 125626 h 869544"/>
              <a:gd name="connsiteX1" fmla="*/ 2340244 w 2526224"/>
              <a:gd name="connsiteY1" fmla="*/ 125626 h 869544"/>
              <a:gd name="connsiteX2" fmla="*/ 1952787 w 2526224"/>
              <a:gd name="connsiteY2" fmla="*/ 1639 h 869544"/>
              <a:gd name="connsiteX3" fmla="*/ 1596326 w 2526224"/>
              <a:gd name="connsiteY3" fmla="*/ 172120 h 869544"/>
              <a:gd name="connsiteX4" fmla="*/ 1518834 w 2526224"/>
              <a:gd name="connsiteY4" fmla="*/ 203117 h 869544"/>
              <a:gd name="connsiteX5" fmla="*/ 1162373 w 2526224"/>
              <a:gd name="connsiteY5" fmla="*/ 187619 h 869544"/>
              <a:gd name="connsiteX6" fmla="*/ 914400 w 2526224"/>
              <a:gd name="connsiteY6" fmla="*/ 156622 h 869544"/>
              <a:gd name="connsiteX7" fmla="*/ 619932 w 2526224"/>
              <a:gd name="connsiteY7" fmla="*/ 187619 h 869544"/>
              <a:gd name="connsiteX8" fmla="*/ 449451 w 2526224"/>
              <a:gd name="connsiteY8" fmla="*/ 218615 h 869544"/>
              <a:gd name="connsiteX9" fmla="*/ 294468 w 2526224"/>
              <a:gd name="connsiteY9" fmla="*/ 265110 h 869544"/>
              <a:gd name="connsiteX10" fmla="*/ 247973 w 2526224"/>
              <a:gd name="connsiteY10" fmla="*/ 311605 h 869544"/>
              <a:gd name="connsiteX11" fmla="*/ 154983 w 2526224"/>
              <a:gd name="connsiteY11" fmla="*/ 327104 h 869544"/>
              <a:gd name="connsiteX12" fmla="*/ 77492 w 2526224"/>
              <a:gd name="connsiteY12" fmla="*/ 342602 h 869544"/>
              <a:gd name="connsiteX13" fmla="*/ 61993 w 2526224"/>
              <a:gd name="connsiteY13" fmla="*/ 404595 h 869544"/>
              <a:gd name="connsiteX14" fmla="*/ 0 w 2526224"/>
              <a:gd name="connsiteY14" fmla="*/ 699063 h 869544"/>
              <a:gd name="connsiteX15" fmla="*/ 46495 w 2526224"/>
              <a:gd name="connsiteY15" fmla="*/ 792053 h 869544"/>
              <a:gd name="connsiteX16" fmla="*/ 30997 w 2526224"/>
              <a:gd name="connsiteY16" fmla="*/ 838548 h 869544"/>
              <a:gd name="connsiteX17" fmla="*/ 216976 w 2526224"/>
              <a:gd name="connsiteY17" fmla="*/ 869544 h 869544"/>
              <a:gd name="connsiteX18" fmla="*/ 759417 w 2526224"/>
              <a:gd name="connsiteY18" fmla="*/ 854046 h 869544"/>
              <a:gd name="connsiteX19" fmla="*/ 914400 w 2526224"/>
              <a:gd name="connsiteY19" fmla="*/ 838548 h 869544"/>
              <a:gd name="connsiteX20" fmla="*/ 1022888 w 2526224"/>
              <a:gd name="connsiteY20" fmla="*/ 823049 h 869544"/>
              <a:gd name="connsiteX21" fmla="*/ 2262753 w 2526224"/>
              <a:gd name="connsiteY21" fmla="*/ 807551 h 869544"/>
              <a:gd name="connsiteX22" fmla="*/ 2386739 w 2526224"/>
              <a:gd name="connsiteY22" fmla="*/ 761056 h 869544"/>
              <a:gd name="connsiteX23" fmla="*/ 2448732 w 2526224"/>
              <a:gd name="connsiteY23" fmla="*/ 730059 h 869544"/>
              <a:gd name="connsiteX24" fmla="*/ 2526224 w 2526224"/>
              <a:gd name="connsiteY24" fmla="*/ 637070 h 869544"/>
              <a:gd name="connsiteX25" fmla="*/ 2495227 w 2526224"/>
              <a:gd name="connsiteY25" fmla="*/ 497585 h 869544"/>
              <a:gd name="connsiteX26" fmla="*/ 2464231 w 2526224"/>
              <a:gd name="connsiteY26" fmla="*/ 404595 h 869544"/>
              <a:gd name="connsiteX27" fmla="*/ 2448732 w 2526224"/>
              <a:gd name="connsiteY27" fmla="*/ 342602 h 869544"/>
              <a:gd name="connsiteX28" fmla="*/ 2433234 w 2526224"/>
              <a:gd name="connsiteY28" fmla="*/ 265110 h 869544"/>
              <a:gd name="connsiteX29" fmla="*/ 2386739 w 2526224"/>
              <a:gd name="connsiteY29" fmla="*/ 218615 h 869544"/>
              <a:gd name="connsiteX30" fmla="*/ 2340244 w 2526224"/>
              <a:gd name="connsiteY30" fmla="*/ 125626 h 869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526224" h="869544">
                <a:moveTo>
                  <a:pt x="2340244" y="125626"/>
                </a:moveTo>
                <a:lnTo>
                  <a:pt x="2340244" y="125626"/>
                </a:lnTo>
                <a:cubicBezTo>
                  <a:pt x="2264822" y="93302"/>
                  <a:pt x="2057814" y="-14519"/>
                  <a:pt x="1952787" y="1639"/>
                </a:cubicBezTo>
                <a:cubicBezTo>
                  <a:pt x="1777764" y="28566"/>
                  <a:pt x="1731114" y="99542"/>
                  <a:pt x="1596326" y="172120"/>
                </a:cubicBezTo>
                <a:cubicBezTo>
                  <a:pt x="1571831" y="185310"/>
                  <a:pt x="1544665" y="192785"/>
                  <a:pt x="1518834" y="203117"/>
                </a:cubicBezTo>
                <a:cubicBezTo>
                  <a:pt x="1400014" y="197951"/>
                  <a:pt x="1280955" y="196741"/>
                  <a:pt x="1162373" y="187619"/>
                </a:cubicBezTo>
                <a:cubicBezTo>
                  <a:pt x="1079317" y="181230"/>
                  <a:pt x="997701" y="156622"/>
                  <a:pt x="914400" y="156622"/>
                </a:cubicBezTo>
                <a:cubicBezTo>
                  <a:pt x="815702" y="156622"/>
                  <a:pt x="717927" y="175860"/>
                  <a:pt x="619932" y="187619"/>
                </a:cubicBezTo>
                <a:cubicBezTo>
                  <a:pt x="597544" y="190306"/>
                  <a:pt x="476791" y="211324"/>
                  <a:pt x="449451" y="218615"/>
                </a:cubicBezTo>
                <a:cubicBezTo>
                  <a:pt x="397336" y="232512"/>
                  <a:pt x="346129" y="249612"/>
                  <a:pt x="294468" y="265110"/>
                </a:cubicBezTo>
                <a:cubicBezTo>
                  <a:pt x="278970" y="280608"/>
                  <a:pt x="268002" y="302703"/>
                  <a:pt x="247973" y="311605"/>
                </a:cubicBezTo>
                <a:cubicBezTo>
                  <a:pt x="219257" y="324368"/>
                  <a:pt x="185900" y="321483"/>
                  <a:pt x="154983" y="327104"/>
                </a:cubicBezTo>
                <a:cubicBezTo>
                  <a:pt x="129066" y="331816"/>
                  <a:pt x="103322" y="337436"/>
                  <a:pt x="77492" y="342602"/>
                </a:cubicBezTo>
                <a:cubicBezTo>
                  <a:pt x="72326" y="363266"/>
                  <a:pt x="66518" y="383781"/>
                  <a:pt x="61993" y="404595"/>
                </a:cubicBezTo>
                <a:cubicBezTo>
                  <a:pt x="40685" y="502613"/>
                  <a:pt x="0" y="699063"/>
                  <a:pt x="0" y="699063"/>
                </a:cubicBezTo>
                <a:cubicBezTo>
                  <a:pt x="15498" y="730060"/>
                  <a:pt x="38977" y="758223"/>
                  <a:pt x="46495" y="792053"/>
                </a:cubicBezTo>
                <a:cubicBezTo>
                  <a:pt x="50039" y="808001"/>
                  <a:pt x="16125" y="831788"/>
                  <a:pt x="30997" y="838548"/>
                </a:cubicBezTo>
                <a:cubicBezTo>
                  <a:pt x="88212" y="864555"/>
                  <a:pt x="154983" y="859212"/>
                  <a:pt x="216976" y="869544"/>
                </a:cubicBezTo>
                <a:lnTo>
                  <a:pt x="759417" y="854046"/>
                </a:lnTo>
                <a:cubicBezTo>
                  <a:pt x="811284" y="851741"/>
                  <a:pt x="862837" y="844614"/>
                  <a:pt x="914400" y="838548"/>
                </a:cubicBezTo>
                <a:cubicBezTo>
                  <a:pt x="950680" y="834280"/>
                  <a:pt x="986368" y="823889"/>
                  <a:pt x="1022888" y="823049"/>
                </a:cubicBezTo>
                <a:cubicBezTo>
                  <a:pt x="1436099" y="813550"/>
                  <a:pt x="1849465" y="812717"/>
                  <a:pt x="2262753" y="807551"/>
                </a:cubicBezTo>
                <a:cubicBezTo>
                  <a:pt x="2313879" y="790509"/>
                  <a:pt x="2331139" y="785768"/>
                  <a:pt x="2386739" y="761056"/>
                </a:cubicBezTo>
                <a:cubicBezTo>
                  <a:pt x="2407851" y="751673"/>
                  <a:pt x="2429932" y="743488"/>
                  <a:pt x="2448732" y="730059"/>
                </a:cubicBezTo>
                <a:cubicBezTo>
                  <a:pt x="2486702" y="702937"/>
                  <a:pt x="2501507" y="674145"/>
                  <a:pt x="2526224" y="637070"/>
                </a:cubicBezTo>
                <a:cubicBezTo>
                  <a:pt x="2481883" y="504043"/>
                  <a:pt x="2549779" y="715794"/>
                  <a:pt x="2495227" y="497585"/>
                </a:cubicBezTo>
                <a:cubicBezTo>
                  <a:pt x="2487303" y="465887"/>
                  <a:pt x="2473620" y="435890"/>
                  <a:pt x="2464231" y="404595"/>
                </a:cubicBezTo>
                <a:cubicBezTo>
                  <a:pt x="2458110" y="384193"/>
                  <a:pt x="2453353" y="363395"/>
                  <a:pt x="2448732" y="342602"/>
                </a:cubicBezTo>
                <a:cubicBezTo>
                  <a:pt x="2443018" y="316887"/>
                  <a:pt x="2445015" y="288671"/>
                  <a:pt x="2433234" y="265110"/>
                </a:cubicBezTo>
                <a:cubicBezTo>
                  <a:pt x="2423432" y="245506"/>
                  <a:pt x="2402237" y="234113"/>
                  <a:pt x="2386739" y="218615"/>
                </a:cubicBezTo>
                <a:cubicBezTo>
                  <a:pt x="2368976" y="129796"/>
                  <a:pt x="2347993" y="141124"/>
                  <a:pt x="2340244" y="125626"/>
                </a:cubicBezTo>
                <a:close/>
              </a:path>
            </a:pathLst>
          </a:custGeom>
          <a:solidFill>
            <a:srgbClr val="FFFF0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4B2E9FE-DF1E-1FEC-925E-C8DAB1FD7500}"/>
              </a:ext>
            </a:extLst>
          </p:cNvPr>
          <p:cNvSpPr/>
          <p:nvPr/>
        </p:nvSpPr>
        <p:spPr>
          <a:xfrm>
            <a:off x="4739305" y="3613830"/>
            <a:ext cx="1363851" cy="1752418"/>
          </a:xfrm>
          <a:custGeom>
            <a:avLst/>
            <a:gdLst>
              <a:gd name="connsiteX0" fmla="*/ 0 w 1363851"/>
              <a:gd name="connsiteY0" fmla="*/ 47605 h 1752418"/>
              <a:gd name="connsiteX1" fmla="*/ 0 w 1363851"/>
              <a:gd name="connsiteY1" fmla="*/ 47605 h 1752418"/>
              <a:gd name="connsiteX2" fmla="*/ 123987 w 1363851"/>
              <a:gd name="connsiteY2" fmla="*/ 1110 h 1752418"/>
              <a:gd name="connsiteX3" fmla="*/ 247973 w 1363851"/>
              <a:gd name="connsiteY3" fmla="*/ 16608 h 1752418"/>
              <a:gd name="connsiteX4" fmla="*/ 573438 w 1363851"/>
              <a:gd name="connsiteY4" fmla="*/ 63103 h 1752418"/>
              <a:gd name="connsiteX5" fmla="*/ 697424 w 1363851"/>
              <a:gd name="connsiteY5" fmla="*/ 94100 h 1752418"/>
              <a:gd name="connsiteX6" fmla="*/ 836909 w 1363851"/>
              <a:gd name="connsiteY6" fmla="*/ 233584 h 1752418"/>
              <a:gd name="connsiteX7" fmla="*/ 929899 w 1363851"/>
              <a:gd name="connsiteY7" fmla="*/ 435062 h 1752418"/>
              <a:gd name="connsiteX8" fmla="*/ 976394 w 1363851"/>
              <a:gd name="connsiteY8" fmla="*/ 497055 h 1752418"/>
              <a:gd name="connsiteX9" fmla="*/ 1053885 w 1363851"/>
              <a:gd name="connsiteY9" fmla="*/ 636540 h 1752418"/>
              <a:gd name="connsiteX10" fmla="*/ 1131377 w 1363851"/>
              <a:gd name="connsiteY10" fmla="*/ 853517 h 1752418"/>
              <a:gd name="connsiteX11" fmla="*/ 1193370 w 1363851"/>
              <a:gd name="connsiteY11" fmla="*/ 884513 h 1752418"/>
              <a:gd name="connsiteX12" fmla="*/ 1224366 w 1363851"/>
              <a:gd name="connsiteY12" fmla="*/ 962005 h 1752418"/>
              <a:gd name="connsiteX13" fmla="*/ 1255363 w 1363851"/>
              <a:gd name="connsiteY13" fmla="*/ 1023998 h 1752418"/>
              <a:gd name="connsiteX14" fmla="*/ 1286360 w 1363851"/>
              <a:gd name="connsiteY14" fmla="*/ 1116988 h 1752418"/>
              <a:gd name="connsiteX15" fmla="*/ 1317356 w 1363851"/>
              <a:gd name="connsiteY15" fmla="*/ 1163483 h 1752418"/>
              <a:gd name="connsiteX16" fmla="*/ 1348353 w 1363851"/>
              <a:gd name="connsiteY16" fmla="*/ 1271971 h 1752418"/>
              <a:gd name="connsiteX17" fmla="*/ 1363851 w 1363851"/>
              <a:gd name="connsiteY17" fmla="*/ 1318466 h 1752418"/>
              <a:gd name="connsiteX18" fmla="*/ 1332855 w 1363851"/>
              <a:gd name="connsiteY18" fmla="*/ 1488947 h 1752418"/>
              <a:gd name="connsiteX19" fmla="*/ 1317356 w 1363851"/>
              <a:gd name="connsiteY19" fmla="*/ 1566439 h 1752418"/>
              <a:gd name="connsiteX20" fmla="*/ 1301858 w 1363851"/>
              <a:gd name="connsiteY20" fmla="*/ 1612933 h 1752418"/>
              <a:gd name="connsiteX21" fmla="*/ 1270861 w 1363851"/>
              <a:gd name="connsiteY21" fmla="*/ 1736920 h 1752418"/>
              <a:gd name="connsiteX22" fmla="*/ 1177872 w 1363851"/>
              <a:gd name="connsiteY22" fmla="*/ 1752418 h 1752418"/>
              <a:gd name="connsiteX23" fmla="*/ 914400 w 1363851"/>
              <a:gd name="connsiteY23" fmla="*/ 1566439 h 1752418"/>
              <a:gd name="connsiteX24" fmla="*/ 852407 w 1363851"/>
              <a:gd name="connsiteY24" fmla="*/ 1504445 h 1752418"/>
              <a:gd name="connsiteX25" fmla="*/ 821411 w 1363851"/>
              <a:gd name="connsiteY25" fmla="*/ 1457950 h 1752418"/>
              <a:gd name="connsiteX26" fmla="*/ 743919 w 1363851"/>
              <a:gd name="connsiteY26" fmla="*/ 1318466 h 1752418"/>
              <a:gd name="connsiteX27" fmla="*/ 712922 w 1363851"/>
              <a:gd name="connsiteY27" fmla="*/ 1240974 h 1752418"/>
              <a:gd name="connsiteX28" fmla="*/ 681926 w 1363851"/>
              <a:gd name="connsiteY28" fmla="*/ 1178981 h 1752418"/>
              <a:gd name="connsiteX29" fmla="*/ 604434 w 1363851"/>
              <a:gd name="connsiteY29" fmla="*/ 1008500 h 1752418"/>
              <a:gd name="connsiteX30" fmla="*/ 573438 w 1363851"/>
              <a:gd name="connsiteY30" fmla="*/ 946506 h 1752418"/>
              <a:gd name="connsiteX31" fmla="*/ 511444 w 1363851"/>
              <a:gd name="connsiteY31" fmla="*/ 915510 h 1752418"/>
              <a:gd name="connsiteX32" fmla="*/ 418455 w 1363851"/>
              <a:gd name="connsiteY32" fmla="*/ 853517 h 1752418"/>
              <a:gd name="connsiteX33" fmla="*/ 356461 w 1363851"/>
              <a:gd name="connsiteY33" fmla="*/ 822520 h 1752418"/>
              <a:gd name="connsiteX34" fmla="*/ 216977 w 1363851"/>
              <a:gd name="connsiteY34" fmla="*/ 698533 h 1752418"/>
              <a:gd name="connsiteX35" fmla="*/ 123987 w 1363851"/>
              <a:gd name="connsiteY35" fmla="*/ 512554 h 1752418"/>
              <a:gd name="connsiteX36" fmla="*/ 108488 w 1363851"/>
              <a:gd name="connsiteY36" fmla="*/ 388567 h 1752418"/>
              <a:gd name="connsiteX37" fmla="*/ 77492 w 1363851"/>
              <a:gd name="connsiteY37" fmla="*/ 295578 h 1752418"/>
              <a:gd name="connsiteX38" fmla="*/ 61994 w 1363851"/>
              <a:gd name="connsiteY38" fmla="*/ 140594 h 1752418"/>
              <a:gd name="connsiteX39" fmla="*/ 0 w 1363851"/>
              <a:gd name="connsiteY39" fmla="*/ 47605 h 175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63851" h="1752418">
                <a:moveTo>
                  <a:pt x="0" y="47605"/>
                </a:moveTo>
                <a:lnTo>
                  <a:pt x="0" y="47605"/>
                </a:lnTo>
                <a:cubicBezTo>
                  <a:pt x="41329" y="32107"/>
                  <a:pt x="80188" y="6585"/>
                  <a:pt x="123987" y="1110"/>
                </a:cubicBezTo>
                <a:cubicBezTo>
                  <a:pt x="165316" y="-4056"/>
                  <a:pt x="206832" y="10112"/>
                  <a:pt x="247973" y="16608"/>
                </a:cubicBezTo>
                <a:cubicBezTo>
                  <a:pt x="561093" y="66048"/>
                  <a:pt x="278683" y="33628"/>
                  <a:pt x="573438" y="63103"/>
                </a:cubicBezTo>
                <a:cubicBezTo>
                  <a:pt x="614767" y="73435"/>
                  <a:pt x="658100" y="77715"/>
                  <a:pt x="697424" y="94100"/>
                </a:cubicBezTo>
                <a:cubicBezTo>
                  <a:pt x="751581" y="116666"/>
                  <a:pt x="805543" y="195945"/>
                  <a:pt x="836909" y="233584"/>
                </a:cubicBezTo>
                <a:cubicBezTo>
                  <a:pt x="868771" y="313241"/>
                  <a:pt x="882527" y="353853"/>
                  <a:pt x="929899" y="435062"/>
                </a:cubicBezTo>
                <a:cubicBezTo>
                  <a:pt x="942914" y="457374"/>
                  <a:pt x="962066" y="475563"/>
                  <a:pt x="976394" y="497055"/>
                </a:cubicBezTo>
                <a:cubicBezTo>
                  <a:pt x="1015309" y="555429"/>
                  <a:pt x="1024345" y="577462"/>
                  <a:pt x="1053885" y="636540"/>
                </a:cubicBezTo>
                <a:cubicBezTo>
                  <a:pt x="1070033" y="709206"/>
                  <a:pt x="1073901" y="796041"/>
                  <a:pt x="1131377" y="853517"/>
                </a:cubicBezTo>
                <a:cubicBezTo>
                  <a:pt x="1147714" y="869854"/>
                  <a:pt x="1172706" y="874181"/>
                  <a:pt x="1193370" y="884513"/>
                </a:cubicBezTo>
                <a:cubicBezTo>
                  <a:pt x="1203702" y="910344"/>
                  <a:pt x="1213067" y="936582"/>
                  <a:pt x="1224366" y="962005"/>
                </a:cubicBezTo>
                <a:cubicBezTo>
                  <a:pt x="1233749" y="983117"/>
                  <a:pt x="1246782" y="1002547"/>
                  <a:pt x="1255363" y="1023998"/>
                </a:cubicBezTo>
                <a:cubicBezTo>
                  <a:pt x="1267498" y="1054334"/>
                  <a:pt x="1268236" y="1089802"/>
                  <a:pt x="1286360" y="1116988"/>
                </a:cubicBezTo>
                <a:cubicBezTo>
                  <a:pt x="1296692" y="1132486"/>
                  <a:pt x="1309026" y="1146823"/>
                  <a:pt x="1317356" y="1163483"/>
                </a:cubicBezTo>
                <a:cubicBezTo>
                  <a:pt x="1329745" y="1188261"/>
                  <a:pt x="1341730" y="1248790"/>
                  <a:pt x="1348353" y="1271971"/>
                </a:cubicBezTo>
                <a:cubicBezTo>
                  <a:pt x="1352841" y="1287679"/>
                  <a:pt x="1358685" y="1302968"/>
                  <a:pt x="1363851" y="1318466"/>
                </a:cubicBezTo>
                <a:cubicBezTo>
                  <a:pt x="1336989" y="1506506"/>
                  <a:pt x="1362083" y="1357424"/>
                  <a:pt x="1332855" y="1488947"/>
                </a:cubicBezTo>
                <a:cubicBezTo>
                  <a:pt x="1327141" y="1514662"/>
                  <a:pt x="1323745" y="1540883"/>
                  <a:pt x="1317356" y="1566439"/>
                </a:cubicBezTo>
                <a:cubicBezTo>
                  <a:pt x="1313394" y="1582288"/>
                  <a:pt x="1306156" y="1597172"/>
                  <a:pt x="1301858" y="1612933"/>
                </a:cubicBezTo>
                <a:cubicBezTo>
                  <a:pt x="1290649" y="1654033"/>
                  <a:pt x="1299163" y="1705080"/>
                  <a:pt x="1270861" y="1736920"/>
                </a:cubicBezTo>
                <a:cubicBezTo>
                  <a:pt x="1249984" y="1760407"/>
                  <a:pt x="1208868" y="1747252"/>
                  <a:pt x="1177872" y="1752418"/>
                </a:cubicBezTo>
                <a:cubicBezTo>
                  <a:pt x="1005610" y="1723708"/>
                  <a:pt x="1107101" y="1759140"/>
                  <a:pt x="914400" y="1566439"/>
                </a:cubicBezTo>
                <a:cubicBezTo>
                  <a:pt x="893735" y="1545774"/>
                  <a:pt x="868617" y="1528761"/>
                  <a:pt x="852407" y="1504445"/>
                </a:cubicBezTo>
                <a:cubicBezTo>
                  <a:pt x="842075" y="1488947"/>
                  <a:pt x="831283" y="1473745"/>
                  <a:pt x="821411" y="1457950"/>
                </a:cubicBezTo>
                <a:cubicBezTo>
                  <a:pt x="791317" y="1409800"/>
                  <a:pt x="766692" y="1369704"/>
                  <a:pt x="743919" y="1318466"/>
                </a:cubicBezTo>
                <a:cubicBezTo>
                  <a:pt x="732620" y="1293043"/>
                  <a:pt x="724221" y="1266397"/>
                  <a:pt x="712922" y="1240974"/>
                </a:cubicBezTo>
                <a:cubicBezTo>
                  <a:pt x="703539" y="1219862"/>
                  <a:pt x="690506" y="1200432"/>
                  <a:pt x="681926" y="1178981"/>
                </a:cubicBezTo>
                <a:cubicBezTo>
                  <a:pt x="599378" y="972611"/>
                  <a:pt x="706484" y="1192192"/>
                  <a:pt x="604434" y="1008500"/>
                </a:cubicBezTo>
                <a:cubicBezTo>
                  <a:pt x="593214" y="988304"/>
                  <a:pt x="589775" y="962843"/>
                  <a:pt x="573438" y="946506"/>
                </a:cubicBezTo>
                <a:cubicBezTo>
                  <a:pt x="557101" y="930169"/>
                  <a:pt x="531255" y="927397"/>
                  <a:pt x="511444" y="915510"/>
                </a:cubicBezTo>
                <a:cubicBezTo>
                  <a:pt x="479500" y="896344"/>
                  <a:pt x="450399" y="872684"/>
                  <a:pt x="418455" y="853517"/>
                </a:cubicBezTo>
                <a:cubicBezTo>
                  <a:pt x="398644" y="841630"/>
                  <a:pt x="376053" y="834765"/>
                  <a:pt x="356461" y="822520"/>
                </a:cubicBezTo>
                <a:cubicBezTo>
                  <a:pt x="310571" y="793838"/>
                  <a:pt x="248631" y="738101"/>
                  <a:pt x="216977" y="698533"/>
                </a:cubicBezTo>
                <a:cubicBezTo>
                  <a:pt x="175907" y="647195"/>
                  <a:pt x="148824" y="570507"/>
                  <a:pt x="123987" y="512554"/>
                </a:cubicBezTo>
                <a:cubicBezTo>
                  <a:pt x="118821" y="471225"/>
                  <a:pt x="117215" y="429293"/>
                  <a:pt x="108488" y="388567"/>
                </a:cubicBezTo>
                <a:cubicBezTo>
                  <a:pt x="101642" y="356619"/>
                  <a:pt x="83513" y="327691"/>
                  <a:pt x="77492" y="295578"/>
                </a:cubicBezTo>
                <a:cubicBezTo>
                  <a:pt x="67924" y="244548"/>
                  <a:pt x="69889" y="191909"/>
                  <a:pt x="61994" y="140594"/>
                </a:cubicBezTo>
                <a:cubicBezTo>
                  <a:pt x="43227" y="18613"/>
                  <a:pt x="10332" y="63103"/>
                  <a:pt x="0" y="47605"/>
                </a:cubicBezTo>
                <a:close/>
              </a:path>
            </a:pathLst>
          </a:custGeom>
          <a:solidFill>
            <a:srgbClr val="FFFF00">
              <a:alpha val="1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485E2-D8EC-B1B8-DF09-A6137277251C}"/>
              </a:ext>
            </a:extLst>
          </p:cNvPr>
          <p:cNvSpPr txBox="1"/>
          <p:nvPr/>
        </p:nvSpPr>
        <p:spPr>
          <a:xfrm>
            <a:off x="12291850" y="6612076"/>
            <a:ext cx="614855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Automated Classification of Skin Lesions: From Pixels to Practice - Akhila Narla ∙ Brett </a:t>
            </a:r>
            <a:r>
              <a:rPr lang="en-US" sz="800" dirty="0" err="1">
                <a:solidFill>
                  <a:schemeClr val="bg1"/>
                </a:solidFill>
              </a:rPr>
              <a:t>Kuprel</a:t>
            </a:r>
            <a:r>
              <a:rPr lang="en-US" sz="800" dirty="0">
                <a:solidFill>
                  <a:schemeClr val="bg1"/>
                </a:solidFill>
              </a:rPr>
              <a:t> ∙ Kavita Sarin ∙ Roberto Novoa ∙ Justin Ko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ECFF9B-BA8D-DD1B-C0D5-F84758482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427" y="727429"/>
            <a:ext cx="5492753" cy="563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68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1D3E2-D856-42E8-A1F2-329416251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Conclusion  and outlook</a:t>
            </a:r>
            <a:endParaRPr lang="en-NL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F42C5-B5A7-4AA4-9876-6B9D02275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391"/>
            <a:ext cx="10428215" cy="546496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ML trains a model from </a:t>
            </a:r>
            <a:r>
              <a:rPr lang="en-US" sz="2400" dirty="0">
                <a:highlight>
                  <a:srgbClr val="00FFFF"/>
                </a:highlight>
              </a:rPr>
              <a:t>experience</a:t>
            </a:r>
            <a:r>
              <a:rPr lang="en-US" sz="2400" dirty="0"/>
              <a:t> (data) with respect to a </a:t>
            </a:r>
            <a:r>
              <a:rPr lang="en-US" sz="2400" dirty="0">
                <a:highlight>
                  <a:srgbClr val="00FFFF"/>
                </a:highlight>
              </a:rPr>
              <a:t>task </a:t>
            </a:r>
            <a:r>
              <a:rPr lang="en-US" sz="2400" dirty="0"/>
              <a:t>and </a:t>
            </a:r>
            <a:r>
              <a:rPr lang="en-US" sz="2400" dirty="0">
                <a:highlight>
                  <a:srgbClr val="00FFFF"/>
                </a:highlight>
              </a:rPr>
              <a:t>performance measure</a:t>
            </a:r>
            <a:r>
              <a:rPr lang="en-US" sz="2400" dirty="0"/>
              <a:t> that should be able to </a:t>
            </a:r>
            <a:r>
              <a:rPr lang="en-US" sz="2400" dirty="0">
                <a:highlight>
                  <a:srgbClr val="00FFFF"/>
                </a:highlight>
              </a:rPr>
              <a:t>generalize</a:t>
            </a:r>
            <a:endParaRPr lang="x-none" sz="2400" dirty="0">
              <a:highlight>
                <a:srgbClr val="00FFFF"/>
              </a:highlight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GB" sz="2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2400" dirty="0"/>
              <a:t>Different objectives, ML algorithms, and input data:</a:t>
            </a:r>
          </a:p>
          <a:p>
            <a:r>
              <a:rPr lang="en-GB" sz="2400" dirty="0"/>
              <a:t>disease state, anomaly detection, segmentation, </a:t>
            </a:r>
            <a:r>
              <a:rPr lang="en-US" sz="2400" dirty="0"/>
              <a:t>drug efficiency, IC50, drug stability, pathogenicity, structure, interactions, textual structure, …</a:t>
            </a:r>
          </a:p>
          <a:p>
            <a:r>
              <a:rPr lang="en-US" sz="2400" dirty="0"/>
              <a:t>tree-based, continuous, neural-network, recurrent NN, convolutional NN, transformer (LLM), …</a:t>
            </a:r>
          </a:p>
          <a:p>
            <a:r>
              <a:rPr lang="en-US" sz="2400" dirty="0"/>
              <a:t>tabular, image, video, temporal ordered, sequence, structural, textual, …</a:t>
            </a:r>
            <a:endParaRPr lang="en-US" sz="800" dirty="0"/>
          </a:p>
          <a:p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8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B4B6-7F18-47FD-962C-24ECFE758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/>
              <a:pPr/>
              <a:t>30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776043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9694</TotalTime>
  <Words>1412</Words>
  <Application>Microsoft Office PowerPoint</Application>
  <PresentationFormat>Widescreen</PresentationFormat>
  <Paragraphs>316</Paragraphs>
  <Slides>30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  and 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user</dc:creator>
  <cp:lastModifiedBy>Robbin Bouwmeester</cp:lastModifiedBy>
  <cp:revision>298</cp:revision>
  <cp:lastPrinted>2018-04-26T08:25:03Z</cp:lastPrinted>
  <dcterms:created xsi:type="dcterms:W3CDTF">2015-03-23T10:00:54Z</dcterms:created>
  <dcterms:modified xsi:type="dcterms:W3CDTF">2026-10-24T15:13:43Z</dcterms:modified>
</cp:coreProperties>
</file>