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  <p:sldMasterId id="2147483669" r:id="rId6"/>
  </p:sldMasterIdLst>
  <p:notesMasterIdLst>
    <p:notesMasterId r:id="rId41"/>
  </p:notesMasterIdLst>
  <p:sldIdLst>
    <p:sldId id="688" r:id="rId7"/>
    <p:sldId id="681" r:id="rId8"/>
    <p:sldId id="923" r:id="rId9"/>
    <p:sldId id="682" r:id="rId10"/>
    <p:sldId id="855" r:id="rId11"/>
    <p:sldId id="857" r:id="rId12"/>
    <p:sldId id="662" r:id="rId13"/>
    <p:sldId id="856" r:id="rId14"/>
    <p:sldId id="924" r:id="rId15"/>
    <p:sldId id="296" r:id="rId16"/>
    <p:sldId id="925" r:id="rId17"/>
    <p:sldId id="268" r:id="rId18"/>
    <p:sldId id="926" r:id="rId19"/>
    <p:sldId id="423" r:id="rId20"/>
    <p:sldId id="863" r:id="rId21"/>
    <p:sldId id="928" r:id="rId22"/>
    <p:sldId id="927" r:id="rId23"/>
    <p:sldId id="834" r:id="rId24"/>
    <p:sldId id="835" r:id="rId25"/>
    <p:sldId id="836" r:id="rId26"/>
    <p:sldId id="1142" r:id="rId27"/>
    <p:sldId id="331" r:id="rId28"/>
    <p:sldId id="349" r:id="rId29"/>
    <p:sldId id="350" r:id="rId30"/>
    <p:sldId id="905" r:id="rId31"/>
    <p:sldId id="358" r:id="rId32"/>
    <p:sldId id="360" r:id="rId33"/>
    <p:sldId id="361" r:id="rId34"/>
    <p:sldId id="353" r:id="rId35"/>
    <p:sldId id="1187" r:id="rId36"/>
    <p:sldId id="1172" r:id="rId37"/>
    <p:sldId id="646" r:id="rId38"/>
    <p:sldId id="1175" r:id="rId39"/>
    <p:sldId id="686" r:id="rId40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C7C7"/>
    <a:srgbClr val="825CA6"/>
    <a:srgbClr val="DBDBDB"/>
    <a:srgbClr val="389D38"/>
    <a:srgbClr val="D49FBD"/>
    <a:srgbClr val="7D9C77"/>
    <a:srgbClr val="FF8A23"/>
    <a:srgbClr val="3584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E0CCC-1F1B-49EF-B667-CC42A74EC84D}" v="1" dt="2026-04-14T07:55:43.4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225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microsoft.com/office/2016/11/relationships/changesInfo" Target="changesInfos/changesInfo1.xml"/><Relationship Id="rId20" Type="http://schemas.openxmlformats.org/officeDocument/2006/relationships/slide" Target="slides/slide14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bin Bouwmeester" userId="33b08621-1f40-4c4f-91d6-c1fe2af2a16c" providerId="ADAL" clId="{75D63595-F797-482E-A4A0-2F4889B74D4F}"/>
    <pc:docChg chg="undo custSel addSld delSld modSld sldOrd">
      <pc:chgData name="Robbin Bouwmeester" userId="33b08621-1f40-4c4f-91d6-c1fe2af2a16c" providerId="ADAL" clId="{75D63595-F797-482E-A4A0-2F4889B74D4F}" dt="2026-04-14T07:55:43.424" v="322"/>
      <pc:docMkLst>
        <pc:docMk/>
      </pc:docMkLst>
      <pc:sldChg chg="modNotesTx">
        <pc:chgData name="Robbin Bouwmeester" userId="33b08621-1f40-4c4f-91d6-c1fe2af2a16c" providerId="ADAL" clId="{75D63595-F797-482E-A4A0-2F4889B74D4F}" dt="2026-04-14T07:54:59.071" v="321" actId="20577"/>
        <pc:sldMkLst>
          <pc:docMk/>
          <pc:sldMk cId="3809184785" sldId="296"/>
        </pc:sldMkLst>
      </pc:sldChg>
      <pc:sldChg chg="modSp add mod modTransition">
        <pc:chgData name="Robbin Bouwmeester" userId="33b08621-1f40-4c4f-91d6-c1fe2af2a16c" providerId="ADAL" clId="{75D63595-F797-482E-A4A0-2F4889B74D4F}" dt="2026-04-14T07:55:43.424" v="322"/>
        <pc:sldMkLst>
          <pc:docMk/>
          <pc:sldMk cId="2265596703" sldId="331"/>
        </pc:sldMkLst>
        <pc:spChg chg="mod">
          <ac:chgData name="Robbin Bouwmeester" userId="33b08621-1f40-4c4f-91d6-c1fe2af2a16c" providerId="ADAL" clId="{75D63595-F797-482E-A4A0-2F4889B74D4F}" dt="2026-04-11T08:29:09.138" v="50" actId="113"/>
          <ac:spMkLst>
            <pc:docMk/>
            <pc:sldMk cId="2265596703" sldId="331"/>
            <ac:spMk id="2" creationId="{C127C456-72B4-35AD-25BE-58F3F728EFBA}"/>
          </ac:spMkLst>
        </pc:spChg>
      </pc:sldChg>
      <pc:sldChg chg="modSp add mod modTransition">
        <pc:chgData name="Robbin Bouwmeester" userId="33b08621-1f40-4c4f-91d6-c1fe2af2a16c" providerId="ADAL" clId="{75D63595-F797-482E-A4A0-2F4889B74D4F}" dt="2026-04-14T07:55:43.424" v="322"/>
        <pc:sldMkLst>
          <pc:docMk/>
          <pc:sldMk cId="671867104" sldId="349"/>
        </pc:sldMkLst>
        <pc:spChg chg="mod">
          <ac:chgData name="Robbin Bouwmeester" userId="33b08621-1f40-4c4f-91d6-c1fe2af2a16c" providerId="ADAL" clId="{75D63595-F797-482E-A4A0-2F4889B74D4F}" dt="2026-04-11T08:29:13.780" v="52" actId="113"/>
          <ac:spMkLst>
            <pc:docMk/>
            <pc:sldMk cId="671867104" sldId="349"/>
            <ac:spMk id="2" creationId="{6CAC1506-5E6C-405A-9356-18EB655AB120}"/>
          </ac:spMkLst>
        </pc:spChg>
      </pc:sldChg>
      <pc:sldChg chg="modSp add del mod modTransition">
        <pc:chgData name="Robbin Bouwmeester" userId="33b08621-1f40-4c4f-91d6-c1fe2af2a16c" providerId="ADAL" clId="{75D63595-F797-482E-A4A0-2F4889B74D4F}" dt="2026-04-14T07:55:43.424" v="322"/>
        <pc:sldMkLst>
          <pc:docMk/>
          <pc:sldMk cId="36450307" sldId="350"/>
        </pc:sldMkLst>
        <pc:spChg chg="mod">
          <ac:chgData name="Robbin Bouwmeester" userId="33b08621-1f40-4c4f-91d6-c1fe2af2a16c" providerId="ADAL" clId="{75D63595-F797-482E-A4A0-2F4889B74D4F}" dt="2026-04-11T08:29:19.284" v="54" actId="404"/>
          <ac:spMkLst>
            <pc:docMk/>
            <pc:sldMk cId="36450307" sldId="350"/>
            <ac:spMk id="2" creationId="{AE26E75B-C4DC-5CBC-2651-9038E37AC03B}"/>
          </ac:spMkLst>
        </pc:spChg>
      </pc:sldChg>
      <pc:sldChg chg="modSp add mod modTransition">
        <pc:chgData name="Robbin Bouwmeester" userId="33b08621-1f40-4c4f-91d6-c1fe2af2a16c" providerId="ADAL" clId="{75D63595-F797-482E-A4A0-2F4889B74D4F}" dt="2026-04-14T07:55:43.424" v="322"/>
        <pc:sldMkLst>
          <pc:docMk/>
          <pc:sldMk cId="2459668626" sldId="353"/>
        </pc:sldMkLst>
        <pc:spChg chg="mod">
          <ac:chgData name="Robbin Bouwmeester" userId="33b08621-1f40-4c4f-91d6-c1fe2af2a16c" providerId="ADAL" clId="{75D63595-F797-482E-A4A0-2F4889B74D4F}" dt="2026-04-11T08:29:46.789" v="64" actId="404"/>
          <ac:spMkLst>
            <pc:docMk/>
            <pc:sldMk cId="2459668626" sldId="353"/>
            <ac:spMk id="2" creationId="{1A559408-F37A-2369-8CE2-18D32E156C5A}"/>
          </ac:spMkLst>
        </pc:spChg>
      </pc:sldChg>
      <pc:sldChg chg="modSp add mod modTransition">
        <pc:chgData name="Robbin Bouwmeester" userId="33b08621-1f40-4c4f-91d6-c1fe2af2a16c" providerId="ADAL" clId="{75D63595-F797-482E-A4A0-2F4889B74D4F}" dt="2026-04-14T07:55:43.424" v="322"/>
        <pc:sldMkLst>
          <pc:docMk/>
          <pc:sldMk cId="1692882544" sldId="358"/>
        </pc:sldMkLst>
        <pc:spChg chg="mod">
          <ac:chgData name="Robbin Bouwmeester" userId="33b08621-1f40-4c4f-91d6-c1fe2af2a16c" providerId="ADAL" clId="{75D63595-F797-482E-A4A0-2F4889B74D4F}" dt="2026-04-11T08:29:28.155" v="58" actId="113"/>
          <ac:spMkLst>
            <pc:docMk/>
            <pc:sldMk cId="1692882544" sldId="358"/>
            <ac:spMk id="2" creationId="{A1230917-8438-0CF1-3AF6-35E180659677}"/>
          </ac:spMkLst>
        </pc:spChg>
      </pc:sldChg>
      <pc:sldChg chg="modSp add mod modTransition">
        <pc:chgData name="Robbin Bouwmeester" userId="33b08621-1f40-4c4f-91d6-c1fe2af2a16c" providerId="ADAL" clId="{75D63595-F797-482E-A4A0-2F4889B74D4F}" dt="2026-04-14T07:55:43.424" v="322"/>
        <pc:sldMkLst>
          <pc:docMk/>
          <pc:sldMk cId="4267181957" sldId="360"/>
        </pc:sldMkLst>
        <pc:spChg chg="mod">
          <ac:chgData name="Robbin Bouwmeester" userId="33b08621-1f40-4c4f-91d6-c1fe2af2a16c" providerId="ADAL" clId="{75D63595-F797-482E-A4A0-2F4889B74D4F}" dt="2026-04-11T08:29:35.629" v="60" actId="404"/>
          <ac:spMkLst>
            <pc:docMk/>
            <pc:sldMk cId="4267181957" sldId="360"/>
            <ac:spMk id="11" creationId="{F36C0C3E-36FA-45BE-3D27-F33E254061FA}"/>
          </ac:spMkLst>
        </pc:spChg>
      </pc:sldChg>
      <pc:sldChg chg="modSp add mod modTransition">
        <pc:chgData name="Robbin Bouwmeester" userId="33b08621-1f40-4c4f-91d6-c1fe2af2a16c" providerId="ADAL" clId="{75D63595-F797-482E-A4A0-2F4889B74D4F}" dt="2026-04-14T07:55:43.424" v="322"/>
        <pc:sldMkLst>
          <pc:docMk/>
          <pc:sldMk cId="4035464336" sldId="361"/>
        </pc:sldMkLst>
        <pc:spChg chg="mod">
          <ac:chgData name="Robbin Bouwmeester" userId="33b08621-1f40-4c4f-91d6-c1fe2af2a16c" providerId="ADAL" clId="{75D63595-F797-482E-A4A0-2F4889B74D4F}" dt="2026-04-11T08:29:43.700" v="62" actId="404"/>
          <ac:spMkLst>
            <pc:docMk/>
            <pc:sldMk cId="4035464336" sldId="361"/>
            <ac:spMk id="11" creationId="{108D71C6-469C-958C-BB74-5EB4F4043720}"/>
          </ac:spMkLst>
        </pc:spChg>
      </pc:sldChg>
      <pc:sldChg chg="modSp mod modTransition">
        <pc:chgData name="Robbin Bouwmeester" userId="33b08621-1f40-4c4f-91d6-c1fe2af2a16c" providerId="ADAL" clId="{75D63595-F797-482E-A4A0-2F4889B74D4F}" dt="2026-04-11T10:28:53.909" v="320" actId="20577"/>
        <pc:sldMkLst>
          <pc:docMk/>
          <pc:sldMk cId="776043865" sldId="646"/>
        </pc:sldMkLst>
        <pc:spChg chg="mod">
          <ac:chgData name="Robbin Bouwmeester" userId="33b08621-1f40-4c4f-91d6-c1fe2af2a16c" providerId="ADAL" clId="{75D63595-F797-482E-A4A0-2F4889B74D4F}" dt="2026-04-11T10:28:53.909" v="320" actId="20577"/>
          <ac:spMkLst>
            <pc:docMk/>
            <pc:sldMk cId="776043865" sldId="646"/>
            <ac:spMk id="3" creationId="{A39F42C5-B5A7-4AA4-9876-6B9D02275F2B}"/>
          </ac:spMkLst>
        </pc:spChg>
      </pc:sldChg>
      <pc:sldChg chg="ord modTransition">
        <pc:chgData name="Robbin Bouwmeester" userId="33b08621-1f40-4c4f-91d6-c1fe2af2a16c" providerId="ADAL" clId="{75D63595-F797-482E-A4A0-2F4889B74D4F}" dt="2026-04-11T08:28:40.883" v="46"/>
        <pc:sldMkLst>
          <pc:docMk/>
          <pc:sldMk cId="3777654551" sldId="686"/>
        </pc:sldMkLst>
      </pc:sldChg>
      <pc:sldChg chg="modSp mod">
        <pc:chgData name="Robbin Bouwmeester" userId="33b08621-1f40-4c4f-91d6-c1fe2af2a16c" providerId="ADAL" clId="{75D63595-F797-482E-A4A0-2F4889B74D4F}" dt="2026-04-11T08:26:49.624" v="41" actId="20577"/>
        <pc:sldMkLst>
          <pc:docMk/>
          <pc:sldMk cId="2155012803" sldId="688"/>
        </pc:sldMkLst>
        <pc:spChg chg="mod">
          <ac:chgData name="Robbin Bouwmeester" userId="33b08621-1f40-4c4f-91d6-c1fe2af2a16c" providerId="ADAL" clId="{75D63595-F797-482E-A4A0-2F4889B74D4F}" dt="2026-04-11T08:26:29.243" v="35" actId="1076"/>
          <ac:spMkLst>
            <pc:docMk/>
            <pc:sldMk cId="2155012803" sldId="688"/>
            <ac:spMk id="2" creationId="{31C429DF-D5E2-4ABA-A4C3-D239AE8FB844}"/>
          </ac:spMkLst>
        </pc:spChg>
        <pc:spChg chg="mod">
          <ac:chgData name="Robbin Bouwmeester" userId="33b08621-1f40-4c4f-91d6-c1fe2af2a16c" providerId="ADAL" clId="{75D63595-F797-482E-A4A0-2F4889B74D4F}" dt="2026-04-11T08:26:49.624" v="41" actId="20577"/>
          <ac:spMkLst>
            <pc:docMk/>
            <pc:sldMk cId="2155012803" sldId="688"/>
            <ac:spMk id="5" creationId="{46BEC8C8-8374-4757-A377-4CA2993236D0}"/>
          </ac:spMkLst>
        </pc:spChg>
      </pc:sldChg>
      <pc:sldChg chg="modAnim">
        <pc:chgData name="Robbin Bouwmeester" userId="33b08621-1f40-4c4f-91d6-c1fe2af2a16c" providerId="ADAL" clId="{75D63595-F797-482E-A4A0-2F4889B74D4F}" dt="2026-04-11T08:28:18.110" v="43"/>
        <pc:sldMkLst>
          <pc:docMk/>
          <pc:sldMk cId="225961424" sldId="834"/>
        </pc:sldMkLst>
      </pc:sldChg>
      <pc:sldChg chg="modAnim">
        <pc:chgData name="Robbin Bouwmeester" userId="33b08621-1f40-4c4f-91d6-c1fe2af2a16c" providerId="ADAL" clId="{75D63595-F797-482E-A4A0-2F4889B74D4F}" dt="2026-04-11T08:28:26.517" v="44"/>
        <pc:sldMkLst>
          <pc:docMk/>
          <pc:sldMk cId="1615629348" sldId="835"/>
        </pc:sldMkLst>
      </pc:sldChg>
      <pc:sldChg chg="modSp add mod modTransition">
        <pc:chgData name="Robbin Bouwmeester" userId="33b08621-1f40-4c4f-91d6-c1fe2af2a16c" providerId="ADAL" clId="{75D63595-F797-482E-A4A0-2F4889B74D4F}" dt="2026-04-14T07:55:43.424" v="322"/>
        <pc:sldMkLst>
          <pc:docMk/>
          <pc:sldMk cId="1374016346" sldId="905"/>
        </pc:sldMkLst>
        <pc:spChg chg="mod">
          <ac:chgData name="Robbin Bouwmeester" userId="33b08621-1f40-4c4f-91d6-c1fe2af2a16c" providerId="ADAL" clId="{75D63595-F797-482E-A4A0-2F4889B74D4F}" dt="2026-04-11T08:29:23.144" v="56" actId="404"/>
          <ac:spMkLst>
            <pc:docMk/>
            <pc:sldMk cId="1374016346" sldId="905"/>
            <ac:spMk id="2" creationId="{6445A90E-0709-A77F-0E4E-D0D625461F66}"/>
          </ac:spMkLst>
        </pc:spChg>
      </pc:sldChg>
      <pc:sldChg chg="modTransition">
        <pc:chgData name="Robbin Bouwmeester" userId="33b08621-1f40-4c4f-91d6-c1fe2af2a16c" providerId="ADAL" clId="{75D63595-F797-482E-A4A0-2F4889B74D4F}" dt="2026-04-11T08:28:04.307" v="42"/>
        <pc:sldMkLst>
          <pc:docMk/>
          <pc:sldMk cId="27721468" sldId="927"/>
        </pc:sldMkLst>
      </pc:sldChg>
      <pc:sldChg chg="modSp add mod modTransition">
        <pc:chgData name="Robbin Bouwmeester" userId="33b08621-1f40-4c4f-91d6-c1fe2af2a16c" providerId="ADAL" clId="{75D63595-F797-482E-A4A0-2F4889B74D4F}" dt="2026-04-14T07:55:43.424" v="322"/>
        <pc:sldMkLst>
          <pc:docMk/>
          <pc:sldMk cId="2632419040" sldId="1142"/>
        </pc:sldMkLst>
        <pc:spChg chg="mod">
          <ac:chgData name="Robbin Bouwmeester" userId="33b08621-1f40-4c4f-91d6-c1fe2af2a16c" providerId="ADAL" clId="{75D63595-F797-482E-A4A0-2F4889B74D4F}" dt="2026-04-11T08:29:00.123" v="48" actId="113"/>
          <ac:spMkLst>
            <pc:docMk/>
            <pc:sldMk cId="2632419040" sldId="1142"/>
            <ac:spMk id="2" creationId="{02D074B4-7029-C87A-CC59-D89F7C65EAB0}"/>
          </ac:spMkLst>
        </pc:spChg>
      </pc:sldChg>
      <pc:sldChg chg="modSp add mod modTransition">
        <pc:chgData name="Robbin Bouwmeester" userId="33b08621-1f40-4c4f-91d6-c1fe2af2a16c" providerId="ADAL" clId="{75D63595-F797-482E-A4A0-2F4889B74D4F}" dt="2026-04-14T07:55:43.424" v="322"/>
        <pc:sldMkLst>
          <pc:docMk/>
          <pc:sldMk cId="1013420089" sldId="1172"/>
        </pc:sldMkLst>
        <pc:spChg chg="mod">
          <ac:chgData name="Robbin Bouwmeester" userId="33b08621-1f40-4c4f-91d6-c1fe2af2a16c" providerId="ADAL" clId="{75D63595-F797-482E-A4A0-2F4889B74D4F}" dt="2026-04-11T08:29:53.473" v="68" actId="404"/>
          <ac:spMkLst>
            <pc:docMk/>
            <pc:sldMk cId="1013420089" sldId="1172"/>
            <ac:spMk id="2" creationId="{FFBD5C92-A92A-D4BB-D509-C7FD5C376232}"/>
          </ac:spMkLst>
        </pc:spChg>
      </pc:sldChg>
      <pc:sldChg chg="addSp delSp modSp add mod modTransition">
        <pc:chgData name="Robbin Bouwmeester" userId="33b08621-1f40-4c4f-91d6-c1fe2af2a16c" providerId="ADAL" clId="{75D63595-F797-482E-A4A0-2F4889B74D4F}" dt="2026-04-11T08:28:40.883" v="46"/>
        <pc:sldMkLst>
          <pc:docMk/>
          <pc:sldMk cId="3290116331" sldId="1175"/>
        </pc:sldMkLst>
        <pc:spChg chg="mod">
          <ac:chgData name="Robbin Bouwmeester" userId="33b08621-1f40-4c4f-91d6-c1fe2af2a16c" providerId="ADAL" clId="{75D63595-F797-482E-A4A0-2F4889B74D4F}" dt="2026-04-09T13:49:07.151" v="32" actId="404"/>
          <ac:spMkLst>
            <pc:docMk/>
            <pc:sldMk cId="3290116331" sldId="1175"/>
            <ac:spMk id="15" creationId="{09E5741A-48D1-6F61-BB27-77FE9D8D1A3E}"/>
          </ac:spMkLst>
        </pc:spChg>
        <pc:grpChg chg="add mod">
          <ac:chgData name="Robbin Bouwmeester" userId="33b08621-1f40-4c4f-91d6-c1fe2af2a16c" providerId="ADAL" clId="{75D63595-F797-482E-A4A0-2F4889B74D4F}" dt="2026-04-09T13:48:47.410" v="17"/>
          <ac:grpSpMkLst>
            <pc:docMk/>
            <pc:sldMk cId="3290116331" sldId="1175"/>
            <ac:grpSpMk id="13" creationId="{0ADAC482-B07C-4900-0EAF-0E8AC0156753}"/>
          </ac:grpSpMkLst>
        </pc:grpChg>
        <pc:picChg chg="mod">
          <ac:chgData name="Robbin Bouwmeester" userId="33b08621-1f40-4c4f-91d6-c1fe2af2a16c" providerId="ADAL" clId="{75D63595-F797-482E-A4A0-2F4889B74D4F}" dt="2026-04-09T13:48:47.410" v="17"/>
          <ac:picMkLst>
            <pc:docMk/>
            <pc:sldMk cId="3290116331" sldId="1175"/>
            <ac:picMk id="14" creationId="{9B02919C-6486-881F-E32C-3F5ED8073343}"/>
          </ac:picMkLst>
        </pc:picChg>
      </pc:sldChg>
      <pc:sldChg chg="modSp add mod modTransition">
        <pc:chgData name="Robbin Bouwmeester" userId="33b08621-1f40-4c4f-91d6-c1fe2af2a16c" providerId="ADAL" clId="{75D63595-F797-482E-A4A0-2F4889B74D4F}" dt="2026-04-14T07:55:43.424" v="322"/>
        <pc:sldMkLst>
          <pc:docMk/>
          <pc:sldMk cId="3843674076" sldId="1187"/>
        </pc:sldMkLst>
        <pc:spChg chg="mod">
          <ac:chgData name="Robbin Bouwmeester" userId="33b08621-1f40-4c4f-91d6-c1fe2af2a16c" providerId="ADAL" clId="{75D63595-F797-482E-A4A0-2F4889B74D4F}" dt="2026-04-11T08:29:49.640" v="66" actId="404"/>
          <ac:spMkLst>
            <pc:docMk/>
            <pc:sldMk cId="3843674076" sldId="1187"/>
            <ac:spMk id="2" creationId="{833D9F0D-506B-DA80-2711-A4A6BCBA2C55}"/>
          </ac:spMkLst>
        </pc:spChg>
      </pc:sldChg>
      <pc:sldMasterChg chg="delSldLayout">
        <pc:chgData name="Robbin Bouwmeester" userId="33b08621-1f40-4c4f-91d6-c1fe2af2a16c" providerId="ADAL" clId="{75D63595-F797-482E-A4A0-2F4889B74D4F}" dt="2026-04-09T13:47:11.247" v="10" actId="47"/>
        <pc:sldMasterMkLst>
          <pc:docMk/>
          <pc:sldMasterMk cId="241913097" sldId="2147483661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9DE151-4B93-4024-9F58-651386246F89}" type="datetimeFigureOut">
              <a:rPr lang="en-BE" smtClean="0"/>
              <a:t>10/18/2026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089ADB-9721-45DC-BA00-E06AB52F104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88209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26344-8E19-4932-9CA1-05E0C8BB4E89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22200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2FF94-55E1-458E-BDFA-9DA99196872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2402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42660-7CD1-4736-629A-FC26B0894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F22CCF-0838-FC7B-2C5D-0465450B8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CF07A6-B21A-D3CF-505A-EF76D63F6C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BD458-3C0A-507E-4EFB-5FBD689A1F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2FF94-55E1-458E-BDFA-9DA99196872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593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26344-8E19-4932-9CA1-05E0C8BB4E89}" type="slidenum">
              <a:rPr lang="nl-BE" smtClean="0"/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78543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F26344-8E19-4932-9CA1-05E0C8BB4E89}" type="slidenum">
              <a:rPr kumimoji="0" lang="nl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nl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41676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61CBA-AB45-F49F-8CD9-5650CF9BC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90D165-22B2-4D18-FDBE-860657BFA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35D4AA-E91D-01EA-BA9F-F63E4DCFD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D4774-9DD0-DED0-A983-CBDFB89CB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F26344-8E19-4932-9CA1-05E0C8BB4E89}" type="slidenum">
              <a:rPr kumimoji="0" lang="nl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nl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14534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2740B-F9E2-594C-86C2-A48425BCB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28C3B4-774B-A193-88E0-E233FC79C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5EE264-E31B-BC64-D4AA-D64D92E582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E3CD7E-1DF1-2BB6-93FB-A7EBA6C1C8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F26344-8E19-4932-9CA1-05E0C8BB4E89}" type="slidenum">
              <a:rPr kumimoji="0" lang="nl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nl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68328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https://iomics.ugent.be/scop3ptm/O00571/summary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4AF6D-4288-4A54-B2EA-DFC4C5100F69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37857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Pep1: ILFGGAGVK</a:t>
            </a:r>
          </a:p>
          <a:p>
            <a:r>
              <a:rPr lang="en-US" dirty="0"/>
              <a:t>Pep2: AAVATFLQSVQVPEFTPK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089ADB-9721-45DC-BA00-E06AB52F104E}" type="slidenum">
              <a:rPr lang="en-BE" smtClean="0"/>
              <a:t>34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42929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pn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4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F50D-3DE4-F5FA-0209-DC5DC25AE2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46A6AC-4242-DA98-6716-652EC1E806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BECDA-3289-FB66-874F-8E8AB094D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0A5AB-4505-493C-88E7-BD2496AC0DC1}" type="datetimeFigureOut">
              <a:rPr lang="en-BE" smtClean="0"/>
              <a:t>10/18/2026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AFC37-DA4C-D5B3-FCCA-31DE63DFC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0F7D8-717E-08DE-FD35-F83E09EF7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91C2-4CF6-4EE8-9E9F-5B045BB19C3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2187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530D8-F8A1-55A4-3775-578F97AB7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E1264-7BCA-61B1-B987-0AE093C7D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2BA0B-748A-5C3B-0AFE-A299AA0EE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0A5AB-4505-493C-88E7-BD2496AC0DC1}" type="datetimeFigureOut">
              <a:rPr lang="en-BE" smtClean="0"/>
              <a:t>10/18/2026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4B855-3893-E461-20D4-204A92CC5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D3A3C-F1F3-667A-4761-240BAFEEB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91C2-4CF6-4EE8-9E9F-5B045BB19C3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82558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640B-EBB9-BDD8-A5BB-1ACDAEAFA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D4256-903B-9723-1401-CAFDF83AC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2BDBA-FB9B-4D42-123B-950BF5D3B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0A5AB-4505-493C-88E7-BD2496AC0DC1}" type="datetimeFigureOut">
              <a:rPr lang="en-BE" smtClean="0"/>
              <a:t>10/18/2026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10ACF-D19C-78D7-8AC3-96E3CBB64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E2053-2840-222B-0CF5-E9213214E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91C2-4CF6-4EE8-9E9F-5B045BB19C3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53744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57815-45F2-0FF2-F43D-6EC8C6DD5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2F1B3-9FF8-28F6-18B6-1A49BB7BC1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7ED5F-A48A-E00A-E0E5-E37D2DD8F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BAD9C4-94DE-0996-15D9-EB3BDEC9B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0A5AB-4505-493C-88E7-BD2496AC0DC1}" type="datetimeFigureOut">
              <a:rPr lang="en-BE" smtClean="0"/>
              <a:t>10/18/2026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A5C313-89C8-6309-8E30-0E75C2374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CE7273-BFAE-3803-9DE7-F531ED19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91C2-4CF6-4EE8-9E9F-5B045BB19C3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05235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AA87D-AB6B-C6E4-4667-08C57DEFA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D3067-76A2-1C76-A287-174CBF8A5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645C94-A9F8-836A-45FC-5A21C0E30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23598B-49A6-30F0-0B7E-92EC6BF60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29DA69-A566-E178-BF66-75364D8B57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DEA952-82DC-BCB7-12D9-AD635B93F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0A5AB-4505-493C-88E7-BD2496AC0DC1}" type="datetimeFigureOut">
              <a:rPr lang="en-BE" smtClean="0"/>
              <a:t>10/18/2026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053711-1665-4F4A-F7AE-81B793230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34A350-6ED5-0D8E-2902-2EF1FFBE3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91C2-4CF6-4EE8-9E9F-5B045BB19C3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37608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51F38-4C6D-1069-EC3C-30CE56E7C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68E50A-23C1-7476-CBEE-58A018886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0A5AB-4505-493C-88E7-BD2496AC0DC1}" type="datetimeFigureOut">
              <a:rPr lang="en-BE" smtClean="0"/>
              <a:t>10/18/2026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381AD2-A444-E726-5ABB-20DEB341F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9908A6-43F2-6DC9-0E64-6B9EE96C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91C2-4CF6-4EE8-9E9F-5B045BB19C3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41752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46DB9F-9222-4111-3066-D187F0FD4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0A5AB-4505-493C-88E7-BD2496AC0DC1}" type="datetimeFigureOut">
              <a:rPr lang="en-BE" smtClean="0"/>
              <a:t>10/18/2026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CA0158-0F48-80AE-C34E-204A334F3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F53F4-9051-1F2F-34D0-3966BCE4F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91C2-4CF6-4EE8-9E9F-5B045BB19C3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38042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10A62-5BEF-8ACD-234F-51DC3DB01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E190C-193E-F051-2FEA-2330ACAA5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60DD52-B319-096D-882E-0A1AD0046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B23991-F3A8-8956-BD0D-3CE7BB2BA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0A5AB-4505-493C-88E7-BD2496AC0DC1}" type="datetimeFigureOut">
              <a:rPr lang="en-BE" smtClean="0"/>
              <a:t>10/18/2026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E266A-7A21-DC1E-0388-60FA57B39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218505-132C-F3A1-EFFD-C3E6D55D6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91C2-4CF6-4EE8-9E9F-5B045BB19C3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17805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FCD75-1A8E-67C6-4D27-0E6155E11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8A1AA4-F161-6443-4C2C-9073F5250A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02D28-AF94-2D97-F37E-45485115D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353495-8D86-CEAD-A505-2DFF26A89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0A5AB-4505-493C-88E7-BD2496AC0DC1}" type="datetimeFigureOut">
              <a:rPr lang="en-BE" smtClean="0"/>
              <a:t>10/18/2026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C44EF-807A-34C8-8799-3DB849EFE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3725D-F42F-FB7D-9A00-BE7BB702E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91C2-4CF6-4EE8-9E9F-5B045BB19C3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49848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403DF-62E1-5FE3-09CC-931EE7E85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53B2FE-196D-F9C3-6F92-6FE4DD886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125F9-F0FF-5C8A-FB63-E9B2E95A7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0A5AB-4505-493C-88E7-BD2496AC0DC1}" type="datetimeFigureOut">
              <a:rPr lang="en-BE" smtClean="0"/>
              <a:t>10/18/2026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EA47D-B8F9-6F86-F674-859C031B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25CC0-4CC6-5B38-A78B-E5FAF0E4D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91C2-4CF6-4EE8-9E9F-5B045BB19C3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53598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894C0B-FD72-4C00-E96E-31D3C7276E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4C2685-D98B-CB33-0DFF-B717A35F4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1CF72-A461-E384-766F-8335E0C32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0A5AB-4505-493C-88E7-BD2496AC0DC1}" type="datetimeFigureOut">
              <a:rPr lang="en-BE" smtClean="0"/>
              <a:t>10/18/2026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F6244-EF3E-5704-8D8A-D8D39B250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567DA-2D82-D8C0-ED29-2EAE14748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91C2-4CF6-4EE8-9E9F-5B045BB19C3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050804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25"/>
          <a:stretch/>
        </p:blipFill>
        <p:spPr>
          <a:xfrm>
            <a:off x="6842760" y="0"/>
            <a:ext cx="534924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7702" y="1276473"/>
            <a:ext cx="9026338" cy="2387600"/>
          </a:xfrm>
        </p:spPr>
        <p:txBody>
          <a:bodyPr anchor="b">
            <a:normAutofit/>
          </a:bodyPr>
          <a:lstStyle>
            <a:lvl1pPr algn="l">
              <a:defRPr sz="5400" b="1">
                <a:solidFill>
                  <a:srgbClr val="1B2944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4301" y="3756148"/>
            <a:ext cx="9039181" cy="82281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1B2944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C663765-D9D5-46A6-ADEF-F64559B765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7664" y="6343466"/>
            <a:ext cx="3617360" cy="221987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Presenter</a:t>
            </a:r>
            <a:endParaRPr lang="nl-BE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AEFA32D-9870-412C-A3CD-F0A2D6A578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90872" y="6052373"/>
            <a:ext cx="1474152" cy="216694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nl-BE"/>
              <a:t>Date</a:t>
            </a:r>
          </a:p>
        </p:txBody>
      </p:sp>
      <p:pic>
        <p:nvPicPr>
          <p:cNvPr id="6" name="Picture 5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1EB8BD0C-1A51-451B-8D47-5DEBBF2818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230" y="5906842"/>
            <a:ext cx="1683545" cy="6145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C7B895-407A-4654-AA9A-4EA659B04B3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980" y="5990619"/>
            <a:ext cx="914369" cy="731650"/>
          </a:xfrm>
          <a:prstGeom prst="rect">
            <a:avLst/>
          </a:prstGeom>
        </p:spPr>
      </p:pic>
      <p:pic>
        <p:nvPicPr>
          <p:cNvPr id="15" name="Picture 14" descr="A close up of a sign&#10;&#10;Description generated with high confidence">
            <a:extLst>
              <a:ext uri="{FF2B5EF4-FFF2-40B4-BE49-F238E27FC236}">
                <a16:creationId xmlns:a16="http://schemas.microsoft.com/office/drawing/2014/main" id="{03D1CB27-7C45-423B-B211-79CA654568F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813" y="6028719"/>
            <a:ext cx="1078117" cy="57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298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27D86-1812-550A-9951-748CB16F4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AD3B7C-D11F-E7EC-4D30-2004529B10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9A0DC-A4DC-AAA0-7890-526F35F93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8170B-6788-CF83-6725-2AC2705A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57220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A3AEB5-3031-4C24-2DE6-D05E812735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E2D4C-ECBD-FCC6-3D54-84D2C75E79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FEA6E5A-A75D-FD69-F2B2-42D123289A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365125"/>
            <a:ext cx="10515600" cy="5656296"/>
          </a:xfrm>
        </p:spPr>
        <p:txBody>
          <a:bodyPr anchor="ctr">
            <a:noAutofit/>
          </a:bodyPr>
          <a:lstStyle>
            <a:lvl1pPr>
              <a:defRPr sz="2400" b="1">
                <a:latin typeface="+mn-lt"/>
              </a:defRPr>
            </a:lvl1pPr>
          </a:lstStyle>
          <a:p>
            <a:pPr marL="0" indent="0" algn="ctr">
              <a:buNone/>
            </a:pPr>
            <a:r>
              <a:rPr lang="en-US" sz="2800">
                <a:latin typeface="+mj-lt"/>
              </a:rPr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46526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B23C4-0CB8-B22D-7A36-89346F09A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285FE-94E5-9629-BE49-A6C43D0BB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691F8-1DB2-5BEB-1633-F37CD6579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7315200" cy="365125"/>
          </a:xfrm>
        </p:spPr>
        <p:txBody>
          <a:bodyPr/>
          <a:lstStyle>
            <a:lvl1pPr algn="l">
              <a:defRPr/>
            </a:lvl1pPr>
          </a:lstStyle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888AE-AC0C-B55A-1DE2-D63BE8688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09200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017A4-3911-9E70-A625-CFDE2CABA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65126"/>
            <a:ext cx="10515600" cy="5724524"/>
          </a:xfrm>
        </p:spPr>
        <p:txBody>
          <a:bodyPr anchor="ctr"/>
          <a:lstStyle>
            <a:lvl1pPr algn="ctr">
              <a:defRPr kumimoji="0" lang="en-US" sz="54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Gent Panno Text SemiBold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9D57E-6DFD-8496-BD22-FB70D057A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D0914-5AF9-AEED-4856-10A0AF1AC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77858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9CD6-BE87-E92E-8CF7-2BB417207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CD0A55-7157-1D53-FECC-BBA2572A3F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70DB8F-ACCE-427C-9066-84E1CB68A517}" type="datetimeFigureOut">
              <a:rPr lang="en-BE" smtClean="0"/>
              <a:t>10/18/2026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36C710-06E6-E34D-9790-C7000E81F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B5A17B-0A9E-4365-4643-89C49288B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2484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bg>
      <p:bgPr>
        <a:solidFill>
          <a:srgbClr val="1B29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8342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Intro/Outr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353485" y="1017588"/>
            <a:ext cx="11366500" cy="5118100"/>
          </a:xfrm>
        </p:spPr>
        <p:txBody>
          <a:bodyPr/>
          <a:lstStyle>
            <a:lvl1pPr>
              <a:defRPr/>
            </a:lvl1pPr>
          </a:lstStyle>
          <a:p>
            <a:r>
              <a:rPr lang="pt-PT"/>
              <a:t>Picture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C1079-0F86-490C-9F83-910CD24182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9230" y="6356350"/>
            <a:ext cx="1104569" cy="365125"/>
          </a:xfrm>
        </p:spPr>
        <p:txBody>
          <a:bodyPr/>
          <a:lstStyle/>
          <a:p>
            <a:fld id="{B1E3F558-74D7-4DE7-865B-0F3399673619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7143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2"/>
          <p:cNvSpPr>
            <a:spLocks noGrp="1"/>
          </p:cNvSpPr>
          <p:nvPr>
            <p:ph type="title"/>
          </p:nvPr>
        </p:nvSpPr>
        <p:spPr>
          <a:xfrm>
            <a:off x="457199" y="78998"/>
            <a:ext cx="10889087" cy="1142849"/>
          </a:xfrm>
          <a:prstGeom prst="rect">
            <a:avLst/>
          </a:prstGeom>
        </p:spPr>
        <p:txBody>
          <a:bodyPr anchor="t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400" b="0" kern="1200" cap="non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" name="Vrije vorm: vorm 12">
            <a:extLst>
              <a:ext uri="{FF2B5EF4-FFF2-40B4-BE49-F238E27FC236}">
                <a16:creationId xmlns:a16="http://schemas.microsoft.com/office/drawing/2014/main" id="{30799754-FDDF-E5CC-533E-57CD29F3C5CB}"/>
              </a:ext>
            </a:extLst>
          </p:cNvPr>
          <p:cNvSpPr/>
          <p:nvPr userDrawn="1"/>
        </p:nvSpPr>
        <p:spPr>
          <a:xfrm rot="16200000">
            <a:off x="11615162" y="455614"/>
            <a:ext cx="777584" cy="388792"/>
          </a:xfrm>
          <a:custGeom>
            <a:avLst/>
            <a:gdLst>
              <a:gd name="connsiteX0" fmla="*/ 2286026 w 2286025"/>
              <a:gd name="connsiteY0" fmla="*/ 1143013 h 1143013"/>
              <a:gd name="connsiteX1" fmla="*/ 0 w 2286025"/>
              <a:gd name="connsiteY1" fmla="*/ 1143014 h 1143013"/>
              <a:gd name="connsiteX2" fmla="*/ 1143012 w 2286025"/>
              <a:gd name="connsiteY2" fmla="*/ 0 h 1143013"/>
              <a:gd name="connsiteX3" fmla="*/ 2286026 w 2286025"/>
              <a:gd name="connsiteY3" fmla="*/ 1143013 h 114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3">
                <a:moveTo>
                  <a:pt x="2286026" y="1143013"/>
                </a:moveTo>
                <a:lnTo>
                  <a:pt x="0" y="1143014"/>
                </a:lnTo>
                <a:cubicBezTo>
                  <a:pt x="0" y="511784"/>
                  <a:pt x="511784" y="0"/>
                  <a:pt x="1143012" y="0"/>
                </a:cubicBezTo>
                <a:cubicBezTo>
                  <a:pt x="1774242" y="0"/>
                  <a:pt x="2286026" y="511784"/>
                  <a:pt x="2286026" y="1143013"/>
                </a:cubicBezTo>
                <a:close/>
              </a:path>
            </a:pathLst>
          </a:custGeom>
          <a:solidFill>
            <a:srgbClr val="5E7FB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31324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25"/>
          <a:stretch/>
        </p:blipFill>
        <p:spPr>
          <a:xfrm>
            <a:off x="6842760" y="0"/>
            <a:ext cx="534924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7702" y="1276473"/>
            <a:ext cx="9026338" cy="2387600"/>
          </a:xfrm>
        </p:spPr>
        <p:txBody>
          <a:bodyPr anchor="b">
            <a:normAutofit/>
          </a:bodyPr>
          <a:lstStyle>
            <a:lvl1pPr algn="l">
              <a:defRPr sz="5400" b="1">
                <a:solidFill>
                  <a:srgbClr val="1B2944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4301" y="3756148"/>
            <a:ext cx="9039181" cy="82281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1B2944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C663765-D9D5-46A6-ADEF-F64559B765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7664" y="6343466"/>
            <a:ext cx="3617360" cy="221987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Presenter</a:t>
            </a:r>
            <a:endParaRPr lang="nl-BE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AEFA32D-9870-412C-A3CD-F0A2D6A578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90872" y="6052373"/>
            <a:ext cx="1474152" cy="216694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nl-BE"/>
              <a:t>Date</a:t>
            </a:r>
          </a:p>
        </p:txBody>
      </p:sp>
      <p:pic>
        <p:nvPicPr>
          <p:cNvPr id="6" name="Picture 5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1EB8BD0C-1A51-451B-8D47-5DEBBF2818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230" y="5906842"/>
            <a:ext cx="1683545" cy="6145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C7B895-407A-4654-AA9A-4EA659B04B3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980" y="5990619"/>
            <a:ext cx="914369" cy="731650"/>
          </a:xfrm>
          <a:prstGeom prst="rect">
            <a:avLst/>
          </a:prstGeom>
        </p:spPr>
      </p:pic>
      <p:pic>
        <p:nvPicPr>
          <p:cNvPr id="15" name="Picture 14" descr="A close up of a sign&#10;&#10;Description generated with high confidence">
            <a:extLst>
              <a:ext uri="{FF2B5EF4-FFF2-40B4-BE49-F238E27FC236}">
                <a16:creationId xmlns:a16="http://schemas.microsoft.com/office/drawing/2014/main" id="{03D1CB27-7C45-423B-B211-79CA654568F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813" y="6028719"/>
            <a:ext cx="1078117" cy="57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468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7702" y="1276473"/>
            <a:ext cx="9418642" cy="2387600"/>
          </a:xfrm>
        </p:spPr>
        <p:txBody>
          <a:bodyPr anchor="b">
            <a:normAutofit/>
          </a:bodyPr>
          <a:lstStyle>
            <a:lvl1pPr algn="l">
              <a:defRPr sz="54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4301" y="3756148"/>
            <a:ext cx="9432043" cy="822817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8047664" y="6343466"/>
            <a:ext cx="3617360" cy="221987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Presenter</a:t>
            </a:r>
            <a:endParaRPr lang="nl-BE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0190872" y="6052373"/>
            <a:ext cx="1474152" cy="216694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nl-BE"/>
              <a:t>Date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402136-5BF1-4F4F-9576-63178696831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813" y="6028885"/>
            <a:ext cx="1078117" cy="56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416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437702" y="1276473"/>
            <a:ext cx="9418642" cy="2387600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5E890A-5730-424E-80D6-053CB94BB0D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982" y="5915025"/>
            <a:ext cx="1650076" cy="6022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C7C7D4-A281-431E-AC1C-16898542835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813" y="6028885"/>
            <a:ext cx="1078117" cy="56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535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38200" y="1841787"/>
            <a:ext cx="10515600" cy="4274256"/>
          </a:xfr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AF055-9661-4A86-BCA0-2A0A455E77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199" y="6356350"/>
            <a:ext cx="92281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48A74-48C0-409F-86D3-5AB64900EB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9230" y="6356350"/>
            <a:ext cx="11045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se" panose="02000000000000000000" pitchFamily="50" charset="0"/>
              </a:defRPr>
            </a:lvl1pPr>
          </a:lstStyle>
          <a:p>
            <a:fld id="{B1E3F558-74D7-4DE7-865B-0F3399673619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69287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2876"/>
          </a:xfrm>
        </p:spPr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1787"/>
            <a:ext cx="10515600" cy="4274256"/>
          </a:xfr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91349"/>
            <a:ext cx="10515600" cy="586080"/>
          </a:xfrm>
        </p:spPr>
        <p:txBody>
          <a:bodyPr wrap="square">
            <a:noAutofit/>
          </a:bodyPr>
          <a:lstStyle>
            <a:lvl1pPr marL="0" indent="0">
              <a:lnSpc>
                <a:spcPts val="3200"/>
              </a:lnSpc>
              <a:buNone/>
              <a:defRPr sz="3200" baseline="0">
                <a:solidFill>
                  <a:srgbClr val="EA6341"/>
                </a:solidFill>
                <a:latin typeface="+mn-lt"/>
              </a:defRPr>
            </a:lvl1pPr>
          </a:lstStyle>
          <a:p>
            <a:pPr lvl="0"/>
            <a:r>
              <a:rPr lang="nl-BE"/>
              <a:t>Subheadline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9DFB2E8C-353C-4BFD-89CA-F97F997C72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199" y="6356350"/>
            <a:ext cx="92281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89B8456F-EC44-47EA-9D2D-30F1A587E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9230" y="6356350"/>
            <a:ext cx="11045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se" panose="02000000000000000000" pitchFamily="50" charset="0"/>
              </a:defRPr>
            </a:lvl1pPr>
          </a:lstStyle>
          <a:p>
            <a:fld id="{B1E3F558-74D7-4DE7-865B-0F3399673619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26097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297772"/>
          </a:xfrm>
        </p:spPr>
        <p:txBody>
          <a:bodyPr>
            <a:noAutofit/>
          </a:bodyPr>
          <a:lstStyle>
            <a:lvl1pPr marL="457200" indent="-457200">
              <a:buClr>
                <a:srgbClr val="FF681E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297772"/>
          </a:xfr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E83585F1-9A40-45C2-AEF4-3E92ECAD2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199" y="6356350"/>
            <a:ext cx="92281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973323C-E19B-4813-ADD7-3C80C158B2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9230" y="6356350"/>
            <a:ext cx="11045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se" panose="02000000000000000000" pitchFamily="50" charset="0"/>
              </a:defRPr>
            </a:lvl1pPr>
          </a:lstStyle>
          <a:p>
            <a:fld id="{B1E3F558-74D7-4DE7-865B-0F3399673619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83689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2CEB50B8-259F-4764-A1FA-0270358D9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199" y="6356350"/>
            <a:ext cx="92281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DAEAD2B5-23C1-4F78-A820-4E15F8CC1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9230" y="6356350"/>
            <a:ext cx="11045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se" panose="02000000000000000000" pitchFamily="50" charset="0"/>
              </a:defRPr>
            </a:lvl1pPr>
          </a:lstStyle>
          <a:p>
            <a:fld id="{B1E3F558-74D7-4DE7-865B-0F3399673619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6040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1B29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0098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1E2A44"/>
          </a:solidFill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FD3463-4E59-42B1-B254-9D0EF1C059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878" y="2184444"/>
            <a:ext cx="1484244" cy="78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141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8901C-3461-43A9-8E79-C7C3BB2EC3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91033" y="4895511"/>
            <a:ext cx="5809933" cy="43614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C5ADA56-EACF-40E8-AA69-ACF71FB0C1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91033" y="5303522"/>
            <a:ext cx="5809933" cy="43614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E-mail address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900C57D-BCE3-48B6-9AAF-82577DBAAC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91033" y="5697465"/>
            <a:ext cx="5809933" cy="43614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Tel.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8364838-8155-4E22-8DCE-F18C01A776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91032" y="6077340"/>
            <a:ext cx="5809933" cy="43614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www.compomics.be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5B2AF8-B054-4DA2-B537-0EE6CB1D6C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878" y="2184444"/>
            <a:ext cx="1484244" cy="78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015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25B9B-F6AA-49D4-83AC-3331996A14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Colors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E253AE-B8F1-4882-9B20-04186B865C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54DC0-9785-4803-8AEF-947B869526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‹#›</a:t>
            </a:fld>
            <a:endParaRPr lang="nl-B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E1BE72-4CE3-46AB-B05C-C25E8CC5FA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97387" y="2058014"/>
            <a:ext cx="975163" cy="780130"/>
          </a:xfrm>
          <a:prstGeom prst="rect">
            <a:avLst/>
          </a:prstGeom>
          <a:solidFill>
            <a:srgbClr val="FF681E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0C4BF9-8A50-4C0A-88BA-C7EB69083EF0}"/>
              </a:ext>
            </a:extLst>
          </p:cNvPr>
          <p:cNvSpPr txBox="1"/>
          <p:nvPr userDrawn="1"/>
        </p:nvSpPr>
        <p:spPr>
          <a:xfrm>
            <a:off x="897776" y="2862026"/>
            <a:ext cx="2359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R:255 G:104 B:30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62B6FC-AC68-4D46-968F-28143BA8853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83385" y="2058012"/>
            <a:ext cx="975165" cy="780132"/>
          </a:xfrm>
          <a:prstGeom prst="rect">
            <a:avLst/>
          </a:prstGeom>
          <a:solidFill>
            <a:srgbClr val="5A2A82"/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92F9CF-59DC-4D22-B55B-40821D0FA471}"/>
              </a:ext>
            </a:extLst>
          </p:cNvPr>
          <p:cNvSpPr txBox="1"/>
          <p:nvPr userDrawn="1"/>
        </p:nvSpPr>
        <p:spPr>
          <a:xfrm>
            <a:off x="3183776" y="2848865"/>
            <a:ext cx="189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R:90 G:42 B:130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1108A9-BA0E-494B-B269-BFFCD077C668}"/>
              </a:ext>
            </a:extLst>
          </p:cNvPr>
          <p:cNvSpPr/>
          <p:nvPr userDrawn="1"/>
        </p:nvSpPr>
        <p:spPr>
          <a:xfrm>
            <a:off x="3769986" y="3608892"/>
            <a:ext cx="988564" cy="790853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1948E5-FDEA-48DA-97C8-231040D1FF5A}"/>
              </a:ext>
            </a:extLst>
          </p:cNvPr>
          <p:cNvSpPr txBox="1"/>
          <p:nvPr userDrawn="1"/>
        </p:nvSpPr>
        <p:spPr>
          <a:xfrm>
            <a:off x="3110798" y="4419756"/>
            <a:ext cx="250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R:124 G:124 </a:t>
            </a:r>
            <a:r>
              <a:rPr lang="nl-BE" baseline="0"/>
              <a:t> </a:t>
            </a:r>
            <a:r>
              <a:rPr lang="nl-BE"/>
              <a:t>B:124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0C32AE-A491-4C87-B161-3E0003FF657F}"/>
              </a:ext>
            </a:extLst>
          </p:cNvPr>
          <p:cNvSpPr/>
          <p:nvPr userDrawn="1"/>
        </p:nvSpPr>
        <p:spPr>
          <a:xfrm>
            <a:off x="1497387" y="3611843"/>
            <a:ext cx="988564" cy="790853"/>
          </a:xfrm>
          <a:prstGeom prst="rect">
            <a:avLst/>
          </a:prstGeom>
          <a:solidFill>
            <a:srgbClr val="1B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5FC70D-9162-4BF7-9DA7-1297CEFEFB3F}"/>
              </a:ext>
            </a:extLst>
          </p:cNvPr>
          <p:cNvSpPr txBox="1"/>
          <p:nvPr userDrawn="1"/>
        </p:nvSpPr>
        <p:spPr>
          <a:xfrm>
            <a:off x="977601" y="4420372"/>
            <a:ext cx="1819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R:27 G:41 </a:t>
            </a:r>
            <a:r>
              <a:rPr lang="nl-BE" baseline="0"/>
              <a:t> </a:t>
            </a:r>
            <a:r>
              <a:rPr lang="nl-BE"/>
              <a:t>B:68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312CDE-3CC1-4E80-A721-0CC45E1ED54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899347" y="2058012"/>
            <a:ext cx="988566" cy="790853"/>
          </a:xfrm>
          <a:prstGeom prst="rect">
            <a:avLst/>
          </a:prstGeom>
          <a:solidFill>
            <a:srgbClr val="42B7BA"/>
          </a:solidFill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CADD819-5658-4E47-8CDF-13301883465F}"/>
              </a:ext>
            </a:extLst>
          </p:cNvPr>
          <p:cNvSpPr txBox="1"/>
          <p:nvPr userDrawn="1"/>
        </p:nvSpPr>
        <p:spPr>
          <a:xfrm>
            <a:off x="5299738" y="2848865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R:66 G:183</a:t>
            </a:r>
            <a:r>
              <a:rPr lang="nl-BE" baseline="0"/>
              <a:t> </a:t>
            </a:r>
            <a:r>
              <a:rPr lang="nl-BE"/>
              <a:t>B:186</a:t>
            </a:r>
          </a:p>
        </p:txBody>
      </p:sp>
    </p:spTree>
    <p:extLst>
      <p:ext uri="{BB962C8B-B14F-4D97-AF65-F5344CB8AC3E}">
        <p14:creationId xmlns:p14="http://schemas.microsoft.com/office/powerpoint/2010/main" val="3817821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Intro/Outr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353485" y="1017588"/>
            <a:ext cx="11366500" cy="5118100"/>
          </a:xfrm>
        </p:spPr>
        <p:txBody>
          <a:bodyPr/>
          <a:lstStyle>
            <a:lvl1pPr>
              <a:defRPr/>
            </a:lvl1pPr>
          </a:lstStyle>
          <a:p>
            <a:r>
              <a:rPr lang="pt-PT"/>
              <a:t>Picture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C1079-0F86-490C-9F83-910CD24182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9230" y="6356350"/>
            <a:ext cx="1104569" cy="365125"/>
          </a:xfrm>
        </p:spPr>
        <p:txBody>
          <a:bodyPr/>
          <a:lstStyle/>
          <a:p>
            <a:fld id="{B1E3F558-74D7-4DE7-865B-0F3399673619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54091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A0B61B-5321-0B8A-881B-09CBCB638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0E353-1F1D-09D6-C73C-A48C7041A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50F9F-7B68-78B3-59A9-79B9B78B3C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50A5AB-4505-493C-88E7-BD2496AC0DC1}" type="datetimeFigureOut">
              <a:rPr lang="en-BE" smtClean="0"/>
              <a:t>10/18/2026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3E8F7-03F1-DA65-154D-11D83F3ABF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78A42-619D-3D46-CD34-0FD42FC93B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D891C2-4CF6-4EE8-9E9F-5B045BB19C3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67313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8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A61AEF-2F35-1D91-829D-A59078273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A8943-3C42-24F2-F4E9-1C811E622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BB2E2-63FA-D6A5-A66E-30580C35C0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67FC2-751A-3BB6-AAB3-575F0F0D0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3F558-74D7-4DE7-865B-0F3399673619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1913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84" r:id="rId7"/>
    <p:sldLayoutId id="2147483685" r:id="rId8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BE"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199" y="6356350"/>
            <a:ext cx="92281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se" panose="02000000000000000000" pitchFamily="50" charset="0"/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49230" y="6356350"/>
            <a:ext cx="11045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se" panose="02000000000000000000" pitchFamily="50" charset="0"/>
              </a:defRPr>
            </a:lvl1pPr>
          </a:lstStyle>
          <a:p>
            <a:fld id="{B1E3F558-74D7-4DE7-865B-0F3399673619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42168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1B2944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B2944"/>
          </a:solidFill>
          <a:latin typeface="Corbel" panose="020B05030202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4"/>
        </a:buBlip>
        <a:defRPr sz="2400" kern="1200">
          <a:solidFill>
            <a:srgbClr val="1B2944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B2944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B2944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B2944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9.jpeg"/><Relationship Id="rId4" Type="http://schemas.openxmlformats.org/officeDocument/2006/relationships/image" Target="../media/image1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1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5.png"/><Relationship Id="rId4" Type="http://schemas.openxmlformats.org/officeDocument/2006/relationships/image" Target="../media/image1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1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10" Type="http://schemas.openxmlformats.org/officeDocument/2006/relationships/image" Target="../media/image23.png"/><Relationship Id="rId4" Type="http://schemas.openxmlformats.org/officeDocument/2006/relationships/image" Target="../media/image18.sv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3.png"/><Relationship Id="rId18" Type="http://schemas.openxmlformats.org/officeDocument/2006/relationships/image" Target="../media/image30.png"/><Relationship Id="rId3" Type="http://schemas.openxmlformats.org/officeDocument/2006/relationships/image" Target="../media/image21.png"/><Relationship Id="rId7" Type="http://schemas.openxmlformats.org/officeDocument/2006/relationships/image" Target="../media/image17.png"/><Relationship Id="rId17" Type="http://schemas.openxmlformats.org/officeDocument/2006/relationships/image" Target="../media/image28.png"/><Relationship Id="rId2" Type="http://schemas.openxmlformats.org/officeDocument/2006/relationships/image" Target="../media/image20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5.png"/><Relationship Id="rId11" Type="http://schemas.openxmlformats.org/officeDocument/2006/relationships/image" Target="../media/image25.svg"/><Relationship Id="rId15" Type="http://schemas.openxmlformats.org/officeDocument/2006/relationships/image" Target="../media/image35.png"/><Relationship Id="rId10" Type="http://schemas.openxmlformats.org/officeDocument/2006/relationships/image" Target="../media/image22.png"/><Relationship Id="rId19" Type="http://schemas.openxmlformats.org/officeDocument/2006/relationships/image" Target="../media/image39.png"/><Relationship Id="rId4" Type="http://schemas.openxmlformats.org/officeDocument/2006/relationships/image" Target="../media/image18.svg"/><Relationship Id="rId9" Type="http://schemas.openxmlformats.org/officeDocument/2006/relationships/image" Target="../media/image24.png"/><Relationship Id="rId1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3.png"/><Relationship Id="rId18" Type="http://schemas.openxmlformats.org/officeDocument/2006/relationships/image" Target="../media/image30.png"/><Relationship Id="rId3" Type="http://schemas.openxmlformats.org/officeDocument/2006/relationships/image" Target="../media/image21.png"/><Relationship Id="rId7" Type="http://schemas.openxmlformats.org/officeDocument/2006/relationships/image" Target="../media/image17.png"/><Relationship Id="rId17" Type="http://schemas.openxmlformats.org/officeDocument/2006/relationships/image" Target="../media/image28.png"/><Relationship Id="rId2" Type="http://schemas.openxmlformats.org/officeDocument/2006/relationships/image" Target="../media/image20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5.png"/><Relationship Id="rId11" Type="http://schemas.openxmlformats.org/officeDocument/2006/relationships/image" Target="../media/image25.svg"/><Relationship Id="rId15" Type="http://schemas.openxmlformats.org/officeDocument/2006/relationships/image" Target="../media/image35.png"/><Relationship Id="rId10" Type="http://schemas.openxmlformats.org/officeDocument/2006/relationships/image" Target="../media/image22.png"/><Relationship Id="rId19" Type="http://schemas.openxmlformats.org/officeDocument/2006/relationships/image" Target="../media/image39.png"/><Relationship Id="rId4" Type="http://schemas.openxmlformats.org/officeDocument/2006/relationships/image" Target="../media/image18.svg"/><Relationship Id="rId9" Type="http://schemas.openxmlformats.org/officeDocument/2006/relationships/image" Target="../media/image24.png"/><Relationship Id="rId1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36.png"/><Relationship Id="rId5" Type="http://schemas.openxmlformats.org/officeDocument/2006/relationships/image" Target="../media/image32.png"/><Relationship Id="rId4" Type="http://schemas.openxmlformats.org/officeDocument/2006/relationships/image" Target="../media/image7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40.svg"/><Relationship Id="rId5" Type="http://schemas.openxmlformats.org/officeDocument/2006/relationships/image" Target="../media/image39.jpeg"/><Relationship Id="rId4" Type="http://schemas.openxmlformats.org/officeDocument/2006/relationships/image" Target="../media/image38.jpeg"/><Relationship Id="rId9" Type="http://schemas.openxmlformats.org/officeDocument/2006/relationships/image" Target="../media/image43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3.png"/><Relationship Id="rId18" Type="http://schemas.openxmlformats.org/officeDocument/2006/relationships/image" Target="../media/image30.png"/><Relationship Id="rId3" Type="http://schemas.openxmlformats.org/officeDocument/2006/relationships/image" Target="../media/image21.png"/><Relationship Id="rId7" Type="http://schemas.openxmlformats.org/officeDocument/2006/relationships/image" Target="../media/image17.png"/><Relationship Id="rId17" Type="http://schemas.openxmlformats.org/officeDocument/2006/relationships/image" Target="../media/image28.png"/><Relationship Id="rId2" Type="http://schemas.openxmlformats.org/officeDocument/2006/relationships/image" Target="../media/image20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5.png"/><Relationship Id="rId11" Type="http://schemas.openxmlformats.org/officeDocument/2006/relationships/image" Target="../media/image25.svg"/><Relationship Id="rId15" Type="http://schemas.openxmlformats.org/officeDocument/2006/relationships/image" Target="../media/image35.png"/><Relationship Id="rId10" Type="http://schemas.openxmlformats.org/officeDocument/2006/relationships/image" Target="../media/image22.png"/><Relationship Id="rId19" Type="http://schemas.openxmlformats.org/officeDocument/2006/relationships/image" Target="../media/image39.png"/><Relationship Id="rId4" Type="http://schemas.openxmlformats.org/officeDocument/2006/relationships/image" Target="../media/image18.svg"/><Relationship Id="rId9" Type="http://schemas.openxmlformats.org/officeDocument/2006/relationships/image" Target="../media/image24.png"/><Relationship Id="rId1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46.jpeg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3.png"/><Relationship Id="rId18" Type="http://schemas.openxmlformats.org/officeDocument/2006/relationships/image" Target="../media/image30.png"/><Relationship Id="rId3" Type="http://schemas.openxmlformats.org/officeDocument/2006/relationships/image" Target="../media/image21.png"/><Relationship Id="rId7" Type="http://schemas.openxmlformats.org/officeDocument/2006/relationships/image" Target="../media/image17.png"/><Relationship Id="rId17" Type="http://schemas.openxmlformats.org/officeDocument/2006/relationships/image" Target="../media/image28.png"/><Relationship Id="rId2" Type="http://schemas.openxmlformats.org/officeDocument/2006/relationships/image" Target="../media/image20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5.png"/><Relationship Id="rId11" Type="http://schemas.openxmlformats.org/officeDocument/2006/relationships/image" Target="../media/image25.svg"/><Relationship Id="rId15" Type="http://schemas.openxmlformats.org/officeDocument/2006/relationships/image" Target="../media/image35.png"/><Relationship Id="rId10" Type="http://schemas.openxmlformats.org/officeDocument/2006/relationships/image" Target="../media/image22.png"/><Relationship Id="rId19" Type="http://schemas.openxmlformats.org/officeDocument/2006/relationships/image" Target="../media/image39.png"/><Relationship Id="rId4" Type="http://schemas.openxmlformats.org/officeDocument/2006/relationships/image" Target="../media/image18.svg"/><Relationship Id="rId9" Type="http://schemas.openxmlformats.org/officeDocument/2006/relationships/image" Target="../media/image24.png"/><Relationship Id="rId1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51.jpeg"/><Relationship Id="rId5" Type="http://schemas.openxmlformats.org/officeDocument/2006/relationships/image" Target="../media/image50.jpeg"/><Relationship Id="rId4" Type="http://schemas.openxmlformats.org/officeDocument/2006/relationships/image" Target="../media/image49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3.png"/><Relationship Id="rId18" Type="http://schemas.openxmlformats.org/officeDocument/2006/relationships/image" Target="../media/image30.png"/><Relationship Id="rId3" Type="http://schemas.openxmlformats.org/officeDocument/2006/relationships/image" Target="../media/image21.png"/><Relationship Id="rId7" Type="http://schemas.openxmlformats.org/officeDocument/2006/relationships/image" Target="../media/image17.png"/><Relationship Id="rId17" Type="http://schemas.openxmlformats.org/officeDocument/2006/relationships/image" Target="../media/image28.png"/><Relationship Id="rId2" Type="http://schemas.openxmlformats.org/officeDocument/2006/relationships/image" Target="../media/image20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5.png"/><Relationship Id="rId11" Type="http://schemas.openxmlformats.org/officeDocument/2006/relationships/image" Target="../media/image25.svg"/><Relationship Id="rId15" Type="http://schemas.openxmlformats.org/officeDocument/2006/relationships/image" Target="../media/image35.png"/><Relationship Id="rId10" Type="http://schemas.openxmlformats.org/officeDocument/2006/relationships/image" Target="../media/image22.png"/><Relationship Id="rId19" Type="http://schemas.openxmlformats.org/officeDocument/2006/relationships/image" Target="../media/image39.png"/><Relationship Id="rId4" Type="http://schemas.openxmlformats.org/officeDocument/2006/relationships/image" Target="../media/image18.svg"/><Relationship Id="rId9" Type="http://schemas.openxmlformats.org/officeDocument/2006/relationships/image" Target="../media/image24.png"/><Relationship Id="rId1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6.jpeg"/><Relationship Id="rId5" Type="http://schemas.openxmlformats.org/officeDocument/2006/relationships/image" Target="../media/image54.jpeg"/><Relationship Id="rId4" Type="http://schemas.openxmlformats.org/officeDocument/2006/relationships/image" Target="../media/image5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6.jpeg"/><Relationship Id="rId5" Type="http://schemas.openxmlformats.org/officeDocument/2006/relationships/image" Target="../media/image54.jpeg"/><Relationship Id="rId4" Type="http://schemas.openxmlformats.org/officeDocument/2006/relationships/image" Target="../media/image5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hyperlink" Target="https://github.com/compomics/ms2rescore" TargetMode="External"/><Relationship Id="rId5" Type="http://schemas.openxmlformats.org/officeDocument/2006/relationships/image" Target="../media/image46.jpeg"/><Relationship Id="rId4" Type="http://schemas.openxmlformats.org/officeDocument/2006/relationships/image" Target="../media/image54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9.jpe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9.jpe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48.jpg"/><Relationship Id="rId4" Type="http://schemas.openxmlformats.org/officeDocument/2006/relationships/image" Target="../media/image6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svg"/><Relationship Id="rId13" Type="http://schemas.openxmlformats.org/officeDocument/2006/relationships/image" Target="../media/image79.jpeg"/><Relationship Id="rId3" Type="http://schemas.openxmlformats.org/officeDocument/2006/relationships/image" Target="../media/image68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2" Type="http://schemas.openxmlformats.org/officeDocument/2006/relationships/image" Target="../media/image67.gif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72.jpe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69.gif"/><Relationship Id="rId9" Type="http://schemas.openxmlformats.org/officeDocument/2006/relationships/image" Target="../media/image7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83.jpeg"/><Relationship Id="rId4" Type="http://schemas.openxmlformats.org/officeDocument/2006/relationships/image" Target="../media/image82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0.xml"/><Relationship Id="rId5" Type="http://schemas.microsoft.com/office/2007/relationships/hdphoto" Target="../media/hdphoto1.wdp"/><Relationship Id="rId4" Type="http://schemas.openxmlformats.org/officeDocument/2006/relationships/image" Target="../media/image9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9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9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9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10" Type="http://schemas.openxmlformats.org/officeDocument/2006/relationships/image" Target="../media/image103.jpeg"/><Relationship Id="rId4" Type="http://schemas.openxmlformats.org/officeDocument/2006/relationships/image" Target="../media/image97.png"/><Relationship Id="rId9" Type="http://schemas.openxmlformats.org/officeDocument/2006/relationships/image" Target="../media/image102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e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8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e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84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jpeg"/><Relationship Id="rId13" Type="http://schemas.openxmlformats.org/officeDocument/2006/relationships/image" Target="../media/image116.jpeg"/><Relationship Id="rId18" Type="http://schemas.openxmlformats.org/officeDocument/2006/relationships/image" Target="../media/image121.jpeg"/><Relationship Id="rId26" Type="http://schemas.openxmlformats.org/officeDocument/2006/relationships/image" Target="../media/image59.jpeg"/><Relationship Id="rId3" Type="http://schemas.openxmlformats.org/officeDocument/2006/relationships/image" Target="../media/image107.png"/><Relationship Id="rId21" Type="http://schemas.openxmlformats.org/officeDocument/2006/relationships/image" Target="../media/image123.jpeg"/><Relationship Id="rId7" Type="http://schemas.openxmlformats.org/officeDocument/2006/relationships/image" Target="../media/image111.png"/><Relationship Id="rId12" Type="http://schemas.openxmlformats.org/officeDocument/2006/relationships/image" Target="../media/image115.jpeg"/><Relationship Id="rId17" Type="http://schemas.openxmlformats.org/officeDocument/2006/relationships/image" Target="../media/image120.jpeg"/><Relationship Id="rId25" Type="http://schemas.openxmlformats.org/officeDocument/2006/relationships/image" Target="../media/image127.jpeg"/><Relationship Id="rId2" Type="http://schemas.openxmlformats.org/officeDocument/2006/relationships/image" Target="../media/image106.png"/><Relationship Id="rId16" Type="http://schemas.openxmlformats.org/officeDocument/2006/relationships/image" Target="../media/image119.jpeg"/><Relationship Id="rId20" Type="http://schemas.openxmlformats.org/officeDocument/2006/relationships/image" Target="../media/image54.jpeg"/><Relationship Id="rId29" Type="http://schemas.openxmlformats.org/officeDocument/2006/relationships/image" Target="../media/image130.jp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10.png"/><Relationship Id="rId11" Type="http://schemas.openxmlformats.org/officeDocument/2006/relationships/image" Target="../media/image114.jpeg"/><Relationship Id="rId24" Type="http://schemas.openxmlformats.org/officeDocument/2006/relationships/image" Target="../media/image126.jpeg"/><Relationship Id="rId5" Type="http://schemas.openxmlformats.org/officeDocument/2006/relationships/image" Target="../media/image109.png"/><Relationship Id="rId15" Type="http://schemas.openxmlformats.org/officeDocument/2006/relationships/image" Target="../media/image118.jpeg"/><Relationship Id="rId23" Type="http://schemas.openxmlformats.org/officeDocument/2006/relationships/image" Target="../media/image125.jpeg"/><Relationship Id="rId28" Type="http://schemas.openxmlformats.org/officeDocument/2006/relationships/image" Target="../media/image129.jpg"/><Relationship Id="rId10" Type="http://schemas.openxmlformats.org/officeDocument/2006/relationships/image" Target="../media/image113.jpeg"/><Relationship Id="rId19" Type="http://schemas.openxmlformats.org/officeDocument/2006/relationships/image" Target="../media/image122.jpeg"/><Relationship Id="rId31" Type="http://schemas.openxmlformats.org/officeDocument/2006/relationships/image" Target="../media/image132.jpeg"/><Relationship Id="rId4" Type="http://schemas.openxmlformats.org/officeDocument/2006/relationships/image" Target="../media/image108.svg"/><Relationship Id="rId9" Type="http://schemas.openxmlformats.org/officeDocument/2006/relationships/image" Target="../media/image53.jpeg"/><Relationship Id="rId14" Type="http://schemas.openxmlformats.org/officeDocument/2006/relationships/image" Target="../media/image117.jpeg"/><Relationship Id="rId22" Type="http://schemas.openxmlformats.org/officeDocument/2006/relationships/image" Target="../media/image124.jpeg"/><Relationship Id="rId27" Type="http://schemas.openxmlformats.org/officeDocument/2006/relationships/image" Target="../media/image128.jpeg"/><Relationship Id="rId30" Type="http://schemas.openxmlformats.org/officeDocument/2006/relationships/image" Target="../media/image131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7" Type="http://schemas.openxmlformats.org/officeDocument/2006/relationships/image" Target="../media/image1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36.jpeg"/><Relationship Id="rId5" Type="http://schemas.openxmlformats.org/officeDocument/2006/relationships/image" Target="../media/image135.jpeg"/><Relationship Id="rId4" Type="http://schemas.openxmlformats.org/officeDocument/2006/relationships/image" Target="../media/image1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7D540B-DBED-36DD-3737-657871B8439F}"/>
              </a:ext>
            </a:extLst>
          </p:cNvPr>
          <p:cNvSpPr/>
          <p:nvPr/>
        </p:nvSpPr>
        <p:spPr>
          <a:xfrm>
            <a:off x="2945240" y="6052373"/>
            <a:ext cx="1410861" cy="7141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C429DF-D5E2-4ABA-A4C3-D239AE8FB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119" y="1478315"/>
            <a:ext cx="9239699" cy="2387600"/>
          </a:xfrm>
        </p:spPr>
        <p:txBody>
          <a:bodyPr>
            <a:normAutofit fontScale="90000"/>
          </a:bodyPr>
          <a:lstStyle/>
          <a:p>
            <a:r>
              <a:rPr lang="en-US" sz="6000" dirty="0"/>
              <a:t>CompOmics: Proteomics Informatics from A(I) to Z(</a:t>
            </a:r>
            <a:r>
              <a:rPr lang="en-US" sz="6000" dirty="0" err="1"/>
              <a:t>witterion</a:t>
            </a:r>
            <a:r>
              <a:rPr lang="en-US" sz="6000" dirty="0"/>
              <a:t>)</a:t>
            </a:r>
            <a:endParaRPr lang="en-US" sz="6000" dirty="0">
              <a:latin typeface="UGent Panno Text SemiBold (Headings)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BEC8C8-8374-4757-A377-4CA2993236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15/04/2026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07D4027-808E-A3DC-7217-77DB23CBFAB6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45240" y="6052373"/>
            <a:ext cx="1410861" cy="61465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EDB132DC-0C11-5B71-F767-4AE9D7844A35}"/>
              </a:ext>
            </a:extLst>
          </p:cNvPr>
          <p:cNvGrpSpPr/>
          <p:nvPr/>
        </p:nvGrpSpPr>
        <p:grpSpPr>
          <a:xfrm flipH="1">
            <a:off x="9217653" y="2946404"/>
            <a:ext cx="1198419" cy="1245335"/>
            <a:chOff x="11185398" y="1432560"/>
            <a:chExt cx="4512564" cy="4687072"/>
          </a:xfrm>
        </p:grpSpPr>
        <p:pic>
          <p:nvPicPr>
            <p:cNvPr id="12" name="Picture 11" descr="A black background with red text&#10;&#10;Description automatically generated">
              <a:extLst>
                <a:ext uri="{FF2B5EF4-FFF2-40B4-BE49-F238E27FC236}">
                  <a16:creationId xmlns:a16="http://schemas.microsoft.com/office/drawing/2014/main" id="{EA703B83-187C-E74D-3207-7E7FD2E70F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5656"/>
            <a:stretch/>
          </p:blipFill>
          <p:spPr>
            <a:xfrm>
              <a:off x="11185398" y="1706879"/>
              <a:ext cx="4512564" cy="4412753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4361A32-32FB-3A30-D0AE-EBE512967B54}"/>
                </a:ext>
              </a:extLst>
            </p:cNvPr>
            <p:cNvSpPr/>
            <p:nvPr/>
          </p:nvSpPr>
          <p:spPr>
            <a:xfrm>
              <a:off x="12596259" y="1432560"/>
              <a:ext cx="1058781" cy="11277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</p:spTree>
    <p:extLst>
      <p:ext uri="{BB962C8B-B14F-4D97-AF65-F5344CB8AC3E}">
        <p14:creationId xmlns:p14="http://schemas.microsoft.com/office/powerpoint/2010/main" val="2155012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13DBB-41C2-5347-44F3-790744C56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711B85AA-55CC-C141-A5B2-6AC7C72EEB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9230" y="6356350"/>
            <a:ext cx="11045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B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Dens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E3F558-74D7-4DE7-865B-0F3399673619}" type="slidenum">
              <a:rPr kumimoji="0" lang="nl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Dense" panose="020000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nl-B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Dense" panose="02000000000000000000" pitchFamily="50" charset="0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87C0C0B-C76F-7600-C54E-060A4DC15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38" y="365125"/>
            <a:ext cx="11499924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biological research questions to data, identification + quantification, and biological insights</a:t>
            </a:r>
            <a:endParaRPr lang="en-BE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04C967F-5645-93D4-C2BC-07B380660F98}"/>
              </a:ext>
            </a:extLst>
          </p:cNvPr>
          <p:cNvGrpSpPr/>
          <p:nvPr/>
        </p:nvGrpSpPr>
        <p:grpSpPr>
          <a:xfrm>
            <a:off x="5116807" y="2314366"/>
            <a:ext cx="2307292" cy="3074777"/>
            <a:chOff x="3907436" y="3053421"/>
            <a:chExt cx="1382807" cy="233347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2ECA711-DF38-380B-1F5A-361635BF3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7484" r="59849"/>
            <a:stretch/>
          </p:blipFill>
          <p:spPr>
            <a:xfrm>
              <a:off x="4193880" y="3276598"/>
              <a:ext cx="613476" cy="714013"/>
            </a:xfrm>
            <a:prstGeom prst="rect">
              <a:avLst/>
            </a:prstGeom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54FC62B-C5F0-3670-42B1-5D6BBC8ED2E5}"/>
                </a:ext>
              </a:extLst>
            </p:cNvPr>
            <p:cNvGrpSpPr/>
            <p:nvPr/>
          </p:nvGrpSpPr>
          <p:grpSpPr>
            <a:xfrm>
              <a:off x="4275680" y="4801364"/>
              <a:ext cx="679893" cy="585536"/>
              <a:chOff x="9541305" y="3628691"/>
              <a:chExt cx="679893" cy="585536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F1F55B0A-2F8F-E410-1CF0-89A4004920A1}"/>
                  </a:ext>
                </a:extLst>
              </p:cNvPr>
              <p:cNvGrpSpPr/>
              <p:nvPr/>
            </p:nvGrpSpPr>
            <p:grpSpPr>
              <a:xfrm>
                <a:off x="9541305" y="4021528"/>
                <a:ext cx="679893" cy="192699"/>
                <a:chOff x="9642902" y="554451"/>
                <a:chExt cx="1612472" cy="212953"/>
              </a:xfrm>
            </p:grpSpPr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1CCAEA1F-F842-53F6-6871-087EE59065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642902" y="579120"/>
                  <a:ext cx="161247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5D830833-F049-66AF-3AAD-42C1E1F1EFE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864350" y="554451"/>
                      <a:ext cx="770267" cy="21295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kumimoji="0" lang="en-US" sz="105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sz="105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kumimoji="0" lang="en-US" sz="105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NL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5D830833-F049-66AF-3AAD-42C1E1F1EFE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864350" y="554451"/>
                      <a:ext cx="770267" cy="212953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N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52C8481D-2625-CB8C-699D-9A3800B832F1}"/>
                  </a:ext>
                </a:extLst>
              </p:cNvPr>
              <p:cNvSpPr/>
              <p:nvPr/>
            </p:nvSpPr>
            <p:spPr>
              <a:xfrm>
                <a:off x="9564808" y="3628691"/>
                <a:ext cx="594290" cy="346950"/>
              </a:xfrm>
              <a:custGeom>
                <a:avLst/>
                <a:gdLst>
                  <a:gd name="connsiteX0" fmla="*/ 0 w 1094098"/>
                  <a:gd name="connsiteY0" fmla="*/ 346733 h 346950"/>
                  <a:gd name="connsiteX1" fmla="*/ 286512 w 1094098"/>
                  <a:gd name="connsiteY1" fmla="*/ 285773 h 346950"/>
                  <a:gd name="connsiteX2" fmla="*/ 451104 w 1094098"/>
                  <a:gd name="connsiteY2" fmla="*/ 11453 h 346950"/>
                  <a:gd name="connsiteX3" fmla="*/ 573024 w 1094098"/>
                  <a:gd name="connsiteY3" fmla="*/ 78509 h 346950"/>
                  <a:gd name="connsiteX4" fmla="*/ 804672 w 1094098"/>
                  <a:gd name="connsiteY4" fmla="*/ 322349 h 346950"/>
                  <a:gd name="connsiteX5" fmla="*/ 1066800 w 1094098"/>
                  <a:gd name="connsiteY5" fmla="*/ 340637 h 346950"/>
                  <a:gd name="connsiteX6" fmla="*/ 1072896 w 1094098"/>
                  <a:gd name="connsiteY6" fmla="*/ 340637 h 346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94098" h="346950">
                    <a:moveTo>
                      <a:pt x="0" y="346733"/>
                    </a:moveTo>
                    <a:cubicBezTo>
                      <a:pt x="105664" y="344193"/>
                      <a:pt x="211328" y="341653"/>
                      <a:pt x="286512" y="285773"/>
                    </a:cubicBezTo>
                    <a:cubicBezTo>
                      <a:pt x="361696" y="229893"/>
                      <a:pt x="403352" y="45997"/>
                      <a:pt x="451104" y="11453"/>
                    </a:cubicBezTo>
                    <a:cubicBezTo>
                      <a:pt x="498856" y="-23091"/>
                      <a:pt x="514096" y="26693"/>
                      <a:pt x="573024" y="78509"/>
                    </a:cubicBezTo>
                    <a:cubicBezTo>
                      <a:pt x="631952" y="130325"/>
                      <a:pt x="722376" y="278661"/>
                      <a:pt x="804672" y="322349"/>
                    </a:cubicBezTo>
                    <a:cubicBezTo>
                      <a:pt x="886968" y="366037"/>
                      <a:pt x="1022096" y="337589"/>
                      <a:pt x="1066800" y="340637"/>
                    </a:cubicBezTo>
                    <a:cubicBezTo>
                      <a:pt x="1111504" y="343685"/>
                      <a:pt x="1092200" y="342161"/>
                      <a:pt x="1072896" y="340637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B21D5D9-2956-131C-331C-E8D4DAA6DE29}"/>
                </a:ext>
              </a:extLst>
            </p:cNvPr>
            <p:cNvSpPr txBox="1"/>
            <p:nvPr/>
          </p:nvSpPr>
          <p:spPr>
            <a:xfrm>
              <a:off x="3907436" y="3053421"/>
              <a:ext cx="1382807" cy="350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Identification</a:t>
              </a:r>
              <a:endParaRPr kumimoji="0" lang="en-N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85156B7-6F17-2B48-C2C0-15CC99A0848D}"/>
                </a:ext>
              </a:extLst>
            </p:cNvPr>
            <p:cNvSpPr txBox="1"/>
            <p:nvPr/>
          </p:nvSpPr>
          <p:spPr>
            <a:xfrm>
              <a:off x="3907436" y="4465010"/>
              <a:ext cx="1382807" cy="350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Quantification</a:t>
              </a:r>
              <a:endParaRPr kumimoji="0" lang="en-N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46D1B51-2317-B36D-990F-1D00C03398A7}"/>
                </a:ext>
              </a:extLst>
            </p:cNvPr>
            <p:cNvSpPr txBox="1"/>
            <p:nvPr/>
          </p:nvSpPr>
          <p:spPr>
            <a:xfrm>
              <a:off x="3907437" y="3897152"/>
              <a:ext cx="1382805" cy="5372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+</a:t>
              </a:r>
              <a:endParaRPr kumimoji="0" lang="en-NL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B2BB998-2468-01BD-D7D3-5C2D9AD639AD}"/>
              </a:ext>
            </a:extLst>
          </p:cNvPr>
          <p:cNvGrpSpPr/>
          <p:nvPr/>
        </p:nvGrpSpPr>
        <p:grpSpPr>
          <a:xfrm>
            <a:off x="349555" y="2467132"/>
            <a:ext cx="3687521" cy="2769245"/>
            <a:chOff x="10061378" y="1833369"/>
            <a:chExt cx="1792392" cy="1346046"/>
          </a:xfrm>
        </p:grpSpPr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C51924F7-49A4-1273-6CAD-8A684E2315C3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21469" t="8634"/>
            <a:stretch/>
          </p:blipFill>
          <p:spPr>
            <a:xfrm>
              <a:off x="10212550" y="1833369"/>
              <a:ext cx="1641220" cy="1325564"/>
            </a:xfrm>
            <a:prstGeom prst="rect">
              <a:avLst/>
            </a:prstGeom>
          </p:spPr>
        </p:pic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7F63EE84-A490-9D37-4777-1EAB590F2E9D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-967" t="8634" r="92590"/>
            <a:stretch/>
          </p:blipFill>
          <p:spPr>
            <a:xfrm>
              <a:off x="10061378" y="1853851"/>
              <a:ext cx="175072" cy="1325564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72D1E07-2D8C-338B-55D4-FE4BDDC514B9}"/>
              </a:ext>
            </a:extLst>
          </p:cNvPr>
          <p:cNvGrpSpPr/>
          <p:nvPr/>
        </p:nvGrpSpPr>
        <p:grpSpPr>
          <a:xfrm>
            <a:off x="8503831" y="2288982"/>
            <a:ext cx="2824640" cy="3125545"/>
            <a:chOff x="7923368" y="2170462"/>
            <a:chExt cx="2824640" cy="3125545"/>
          </a:xfrm>
        </p:grpSpPr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C121957D-3340-3436-428A-FA37E2B3CB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8" t="51531" r="49174" b="2856"/>
            <a:stretch/>
          </p:blipFill>
          <p:spPr>
            <a:xfrm>
              <a:off x="7923368" y="2170462"/>
              <a:ext cx="2824640" cy="3125025"/>
            </a:xfrm>
            <a:prstGeom prst="rect">
              <a:avLst/>
            </a:prstGeom>
          </p:spPr>
        </p:pic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77B1CFD-69E2-B218-F1C2-DAB156E37223}"/>
                </a:ext>
              </a:extLst>
            </p:cNvPr>
            <p:cNvSpPr txBox="1"/>
            <p:nvPr/>
          </p:nvSpPr>
          <p:spPr>
            <a:xfrm>
              <a:off x="7923368" y="4649676"/>
              <a:ext cx="2824640" cy="646331"/>
            </a:xfrm>
            <a:prstGeom prst="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Digizyme - Knowledge Through Visual Science</a:t>
              </a:r>
              <a:endParaRPr lang="en-NL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E6521D67-2AE2-A588-935D-13CA902372EE}"/>
              </a:ext>
            </a:extLst>
          </p:cNvPr>
          <p:cNvSpPr/>
          <p:nvPr/>
        </p:nvSpPr>
        <p:spPr>
          <a:xfrm>
            <a:off x="4276375" y="3466668"/>
            <a:ext cx="601133" cy="54652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F27D7E8-F1BA-F4C6-C9B4-DBF8303A6611}"/>
              </a:ext>
            </a:extLst>
          </p:cNvPr>
          <p:cNvSpPr/>
          <p:nvPr/>
        </p:nvSpPr>
        <p:spPr>
          <a:xfrm>
            <a:off x="7663398" y="3466668"/>
            <a:ext cx="601133" cy="54652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838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A12AD-8F77-870B-FBB3-3A45A4A07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FB3050CD-7175-A08D-8272-21B715A7F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9230" y="6356350"/>
            <a:ext cx="11045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B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Dens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E3F558-74D7-4DE7-865B-0F3399673619}" type="slidenum">
              <a:rPr kumimoji="0" lang="nl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nl-B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8E2492A2-496F-F04E-E80E-889414DEFE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736" y="1889876"/>
            <a:ext cx="1895906" cy="778461"/>
          </a:xfrm>
          <a:prstGeom prst="rect">
            <a:avLst/>
          </a:prstGeom>
        </p:spPr>
      </p:pic>
      <p:pic>
        <p:nvPicPr>
          <p:cNvPr id="98" name="Afbeelding 20">
            <a:extLst>
              <a:ext uri="{FF2B5EF4-FFF2-40B4-BE49-F238E27FC236}">
                <a16:creationId xmlns:a16="http://schemas.microsoft.com/office/drawing/2014/main" id="{94DAC5AF-78E3-35E2-E544-4FB9FF0215B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/>
          <a:srcRect r="16657"/>
          <a:stretch/>
        </p:blipFill>
        <p:spPr>
          <a:xfrm>
            <a:off x="6327076" y="1858927"/>
            <a:ext cx="2110127" cy="988196"/>
          </a:xfrm>
          <a:prstGeom prst="rect">
            <a:avLst/>
          </a:prstGeom>
          <a:effectLst/>
          <a:scene3d>
            <a:camera prst="orthographicFront"/>
            <a:lightRig rig="threePt" dir="t"/>
          </a:scene3d>
          <a:sp3d>
            <a:contourClr>
              <a:schemeClr val="accent1"/>
            </a:contourClr>
          </a:sp3d>
        </p:spPr>
      </p:pic>
      <p:sp>
        <p:nvSpPr>
          <p:cNvPr id="100" name="Tekstvak 30">
            <a:extLst>
              <a:ext uri="{FF2B5EF4-FFF2-40B4-BE49-F238E27FC236}">
                <a16:creationId xmlns:a16="http://schemas.microsoft.com/office/drawing/2014/main" id="{B7F9A923-2A0E-CD10-A301-11138733D794}"/>
              </a:ext>
            </a:extLst>
          </p:cNvPr>
          <p:cNvSpPr txBox="1"/>
          <p:nvPr/>
        </p:nvSpPr>
        <p:spPr>
          <a:xfrm>
            <a:off x="5500294" y="1998761"/>
            <a:ext cx="480387" cy="45870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 scan</a:t>
            </a:r>
            <a:endParaRPr kumimoji="0" lang="nl-BE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1" name="Rechte verbindingslijn met pijl 24">
            <a:extLst>
              <a:ext uri="{FF2B5EF4-FFF2-40B4-BE49-F238E27FC236}">
                <a16:creationId xmlns:a16="http://schemas.microsoft.com/office/drawing/2014/main" id="{7F76246B-67C3-114C-FD90-B56A8E82D924}"/>
              </a:ext>
            </a:extLst>
          </p:cNvPr>
          <p:cNvCxnSpPr>
            <a:cxnSpLocks/>
          </p:cNvCxnSpPr>
          <p:nvPr/>
        </p:nvCxnSpPr>
        <p:spPr>
          <a:xfrm>
            <a:off x="1226512" y="2351488"/>
            <a:ext cx="42253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Tekstvak 25">
            <a:extLst>
              <a:ext uri="{FF2B5EF4-FFF2-40B4-BE49-F238E27FC236}">
                <a16:creationId xmlns:a16="http://schemas.microsoft.com/office/drawing/2014/main" id="{053A87CD-D6C9-DF45-BA6E-5990E7B5B85B}"/>
              </a:ext>
            </a:extLst>
          </p:cNvPr>
          <p:cNvSpPr txBox="1"/>
          <p:nvPr/>
        </p:nvSpPr>
        <p:spPr>
          <a:xfrm>
            <a:off x="1226512" y="1976787"/>
            <a:ext cx="471292" cy="907897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LC</a:t>
            </a:r>
          </a:p>
        </p:txBody>
      </p:sp>
      <p:cxnSp>
        <p:nvCxnSpPr>
          <p:cNvPr id="103" name="Rechte verbindingslijn met pijl 24">
            <a:extLst>
              <a:ext uri="{FF2B5EF4-FFF2-40B4-BE49-F238E27FC236}">
                <a16:creationId xmlns:a16="http://schemas.microsoft.com/office/drawing/2014/main" id="{38E87930-84BE-90C7-DD79-1D8F74294FAB}"/>
              </a:ext>
            </a:extLst>
          </p:cNvPr>
          <p:cNvCxnSpPr/>
          <p:nvPr/>
        </p:nvCxnSpPr>
        <p:spPr>
          <a:xfrm>
            <a:off x="5570808" y="2373896"/>
            <a:ext cx="75057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Tekstvak 30">
            <a:extLst>
              <a:ext uri="{FF2B5EF4-FFF2-40B4-BE49-F238E27FC236}">
                <a16:creationId xmlns:a16="http://schemas.microsoft.com/office/drawing/2014/main" id="{8A2FE804-DF8F-E2F6-2D11-EFDC98A8DB55}"/>
              </a:ext>
            </a:extLst>
          </p:cNvPr>
          <p:cNvSpPr txBox="1"/>
          <p:nvPr/>
        </p:nvSpPr>
        <p:spPr>
          <a:xfrm>
            <a:off x="8631821" y="2010385"/>
            <a:ext cx="480387" cy="45870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fragmentation</a:t>
            </a:r>
          </a:p>
        </p:txBody>
      </p:sp>
      <p:cxnSp>
        <p:nvCxnSpPr>
          <p:cNvPr id="105" name="Rechte verbindingslijn met pijl 24">
            <a:extLst>
              <a:ext uri="{FF2B5EF4-FFF2-40B4-BE49-F238E27FC236}">
                <a16:creationId xmlns:a16="http://schemas.microsoft.com/office/drawing/2014/main" id="{D4CDBE36-287F-FB79-88B6-CF2475B08C96}"/>
              </a:ext>
            </a:extLst>
          </p:cNvPr>
          <p:cNvCxnSpPr>
            <a:cxnSpLocks/>
          </p:cNvCxnSpPr>
          <p:nvPr/>
        </p:nvCxnSpPr>
        <p:spPr>
          <a:xfrm>
            <a:off x="8608251" y="2392845"/>
            <a:ext cx="12382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Tekstvak 23">
            <a:extLst>
              <a:ext uri="{FF2B5EF4-FFF2-40B4-BE49-F238E27FC236}">
                <a16:creationId xmlns:a16="http://schemas.microsoft.com/office/drawing/2014/main" id="{5DE95D4C-6FF0-914D-3252-4DE94FFAA154}"/>
              </a:ext>
            </a:extLst>
          </p:cNvPr>
          <p:cNvSpPr txBox="1"/>
          <p:nvPr/>
        </p:nvSpPr>
        <p:spPr>
          <a:xfrm>
            <a:off x="1900072" y="2872924"/>
            <a:ext cx="784346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chromatogram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478277C-95DE-B9C6-C022-BCADFA8C4D3B}"/>
              </a:ext>
            </a:extLst>
          </p:cNvPr>
          <p:cNvSpPr txBox="1"/>
          <p:nvPr/>
        </p:nvSpPr>
        <p:spPr>
          <a:xfrm>
            <a:off x="640080" y="1064520"/>
            <a:ext cx="5032806" cy="7383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experimental</a:t>
            </a:r>
          </a:p>
        </p:txBody>
      </p:sp>
      <p:cxnSp>
        <p:nvCxnSpPr>
          <p:cNvPr id="120" name="Rechte verbindingslijn met pijl 24">
            <a:extLst>
              <a:ext uri="{FF2B5EF4-FFF2-40B4-BE49-F238E27FC236}">
                <a16:creationId xmlns:a16="http://schemas.microsoft.com/office/drawing/2014/main" id="{ADB75542-1759-8888-7E09-36A1E4C37420}"/>
              </a:ext>
            </a:extLst>
          </p:cNvPr>
          <p:cNvCxnSpPr>
            <a:cxnSpLocks/>
          </p:cNvCxnSpPr>
          <p:nvPr/>
        </p:nvCxnSpPr>
        <p:spPr>
          <a:xfrm>
            <a:off x="6391631" y="3768333"/>
            <a:ext cx="185438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Tekstvak 30">
            <a:extLst>
              <a:ext uri="{FF2B5EF4-FFF2-40B4-BE49-F238E27FC236}">
                <a16:creationId xmlns:a16="http://schemas.microsoft.com/office/drawing/2014/main" id="{DAB12084-935B-99ED-672E-A22A0B48CBAA}"/>
              </a:ext>
            </a:extLst>
          </p:cNvPr>
          <p:cNvSpPr txBox="1"/>
          <p:nvPr/>
        </p:nvSpPr>
        <p:spPr>
          <a:xfrm>
            <a:off x="3323433" y="1946318"/>
            <a:ext cx="759279" cy="45870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TIMS</a:t>
            </a:r>
          </a:p>
        </p:txBody>
      </p:sp>
      <p:cxnSp>
        <p:nvCxnSpPr>
          <p:cNvPr id="122" name="Rechte verbindingslijn met pijl 24">
            <a:extLst>
              <a:ext uri="{FF2B5EF4-FFF2-40B4-BE49-F238E27FC236}">
                <a16:creationId xmlns:a16="http://schemas.microsoft.com/office/drawing/2014/main" id="{565EE441-BFAC-1E8F-6BC7-2C93E926FDB1}"/>
              </a:ext>
            </a:extLst>
          </p:cNvPr>
          <p:cNvCxnSpPr/>
          <p:nvPr/>
        </p:nvCxnSpPr>
        <p:spPr>
          <a:xfrm>
            <a:off x="3342397" y="2362973"/>
            <a:ext cx="75057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Tekstvak 23">
            <a:extLst>
              <a:ext uri="{FF2B5EF4-FFF2-40B4-BE49-F238E27FC236}">
                <a16:creationId xmlns:a16="http://schemas.microsoft.com/office/drawing/2014/main" id="{5BD9059C-5BB6-68BD-E75D-A514988E7CBA}"/>
              </a:ext>
            </a:extLst>
          </p:cNvPr>
          <p:cNvSpPr txBox="1"/>
          <p:nvPr/>
        </p:nvSpPr>
        <p:spPr>
          <a:xfrm>
            <a:off x="3953114" y="2872924"/>
            <a:ext cx="1735011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mobilogram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29ED8235-7220-B5F0-6C0E-77318A02EAFD}"/>
              </a:ext>
            </a:extLst>
          </p:cNvPr>
          <p:cNvSpPr/>
          <p:nvPr/>
        </p:nvSpPr>
        <p:spPr>
          <a:xfrm>
            <a:off x="428482" y="1957904"/>
            <a:ext cx="69602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HPYLEDR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FE97A88A-5C38-675A-4A51-3734F8388ECD}"/>
              </a:ext>
            </a:extLst>
          </p:cNvPr>
          <p:cNvSpPr/>
          <p:nvPr/>
        </p:nvSpPr>
        <p:spPr>
          <a:xfrm>
            <a:off x="453820" y="2209414"/>
            <a:ext cx="77457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GDLVLFDR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CF985E6A-BC8B-150E-68B0-CBEEE046DAE3}"/>
              </a:ext>
            </a:extLst>
          </p:cNvPr>
          <p:cNvSpPr/>
          <p:nvPr/>
        </p:nvSpPr>
        <p:spPr>
          <a:xfrm>
            <a:off x="353815" y="2454025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AAAAGSLDK</a:t>
            </a: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3ECFF4D0-22A9-06A1-B5D2-B38DEDDF75CA}"/>
              </a:ext>
            </a:extLst>
          </p:cNvPr>
          <p:cNvGrpSpPr/>
          <p:nvPr/>
        </p:nvGrpSpPr>
        <p:grpSpPr>
          <a:xfrm>
            <a:off x="9878498" y="1689786"/>
            <a:ext cx="1792392" cy="1346046"/>
            <a:chOff x="10061378" y="1833369"/>
            <a:chExt cx="1792392" cy="1346046"/>
          </a:xfrm>
        </p:grpSpPr>
        <p:pic>
          <p:nvPicPr>
            <p:cNvPr id="160" name="Graphic 159">
              <a:extLst>
                <a:ext uri="{FF2B5EF4-FFF2-40B4-BE49-F238E27FC236}">
                  <a16:creationId xmlns:a16="http://schemas.microsoft.com/office/drawing/2014/main" id="{B32733F0-B1AB-58A7-6E0F-EA2E3CC0A80A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21469" t="8634"/>
            <a:stretch/>
          </p:blipFill>
          <p:spPr>
            <a:xfrm>
              <a:off x="10212550" y="1833369"/>
              <a:ext cx="1641220" cy="1325564"/>
            </a:xfrm>
            <a:prstGeom prst="rect">
              <a:avLst/>
            </a:prstGeom>
          </p:spPr>
        </p:pic>
        <p:pic>
          <p:nvPicPr>
            <p:cNvPr id="161" name="Graphic 160">
              <a:extLst>
                <a:ext uri="{FF2B5EF4-FFF2-40B4-BE49-F238E27FC236}">
                  <a16:creationId xmlns:a16="http://schemas.microsoft.com/office/drawing/2014/main" id="{45C71323-05DB-494F-1701-92D7F511B05E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-967" t="8634" r="92590"/>
            <a:stretch/>
          </p:blipFill>
          <p:spPr>
            <a:xfrm>
              <a:off x="10061378" y="1853851"/>
              <a:ext cx="175072" cy="1325564"/>
            </a:xfrm>
            <a:prstGeom prst="rect">
              <a:avLst/>
            </a:prstGeom>
          </p:spPr>
        </p:pic>
      </p:grpSp>
      <p:grpSp>
        <p:nvGrpSpPr>
          <p:cNvPr id="1105" name="Group 1104">
            <a:extLst>
              <a:ext uri="{FF2B5EF4-FFF2-40B4-BE49-F238E27FC236}">
                <a16:creationId xmlns:a16="http://schemas.microsoft.com/office/drawing/2014/main" id="{25B25138-651D-682C-2405-F0443424AC67}"/>
              </a:ext>
            </a:extLst>
          </p:cNvPr>
          <p:cNvGrpSpPr/>
          <p:nvPr/>
        </p:nvGrpSpPr>
        <p:grpSpPr>
          <a:xfrm>
            <a:off x="4147402" y="1541847"/>
            <a:ext cx="1398331" cy="676612"/>
            <a:chOff x="9589567" y="873804"/>
            <a:chExt cx="1827771" cy="884406"/>
          </a:xfrm>
        </p:grpSpPr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406F442A-5E8C-1F52-9C6A-4D0EB600F662}"/>
                </a:ext>
              </a:extLst>
            </p:cNvPr>
            <p:cNvCxnSpPr/>
            <p:nvPr/>
          </p:nvCxnSpPr>
          <p:spPr>
            <a:xfrm>
              <a:off x="9589567" y="1752775"/>
              <a:ext cx="315478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96490CC5-21C7-BF54-ED02-63692A4597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045" y="1469736"/>
              <a:ext cx="60401" cy="288474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192471E0-7DF2-3DA9-926D-D06865978D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63337" y="961279"/>
              <a:ext cx="812449" cy="508457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2DCA8CE2-7091-D8B8-9698-E4F3930848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75786" y="958340"/>
              <a:ext cx="449427" cy="2939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1F7D3123-E498-99FB-5B94-E98E39AC0509}"/>
                </a:ext>
              </a:extLst>
            </p:cNvPr>
            <p:cNvCxnSpPr>
              <a:cxnSpLocks/>
            </p:cNvCxnSpPr>
            <p:nvPr/>
          </p:nvCxnSpPr>
          <p:spPr>
            <a:xfrm>
              <a:off x="11223159" y="956845"/>
              <a:ext cx="194179" cy="526102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C329608D-4BC1-2D70-422F-76AA25F32B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9229" y="1070694"/>
              <a:ext cx="816557" cy="441809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08DAF108-1E5B-2636-5965-C58F7D4E30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9229" y="1165483"/>
              <a:ext cx="768638" cy="362203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55F2DFFE-3C3A-C40F-CCD6-96B07DA061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69554" y="1291565"/>
              <a:ext cx="672255" cy="234149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ECFDB272-E5A6-41F3-A1A8-27E9142AD7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79894" y="1064983"/>
              <a:ext cx="449427" cy="2939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5" name="Straight Connector 1024">
              <a:extLst>
                <a:ext uri="{FF2B5EF4-FFF2-40B4-BE49-F238E27FC236}">
                  <a16:creationId xmlns:a16="http://schemas.microsoft.com/office/drawing/2014/main" id="{0026D4CC-74B9-18DF-6E0F-D5110AEC5C5E}"/>
                </a:ext>
              </a:extLst>
            </p:cNvPr>
            <p:cNvCxnSpPr>
              <a:cxnSpLocks/>
            </p:cNvCxnSpPr>
            <p:nvPr/>
          </p:nvCxnSpPr>
          <p:spPr>
            <a:xfrm>
              <a:off x="11229321" y="1069306"/>
              <a:ext cx="188017" cy="426786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Straight Connector 1029">
              <a:extLst>
                <a:ext uri="{FF2B5EF4-FFF2-40B4-BE49-F238E27FC236}">
                  <a16:creationId xmlns:a16="http://schemas.microsoft.com/office/drawing/2014/main" id="{9E18297A-56FD-ECA0-2E45-55181DBB1771}"/>
                </a:ext>
              </a:extLst>
            </p:cNvPr>
            <p:cNvCxnSpPr>
              <a:cxnSpLocks/>
            </p:cNvCxnSpPr>
            <p:nvPr/>
          </p:nvCxnSpPr>
          <p:spPr>
            <a:xfrm>
              <a:off x="10722693" y="1162022"/>
              <a:ext cx="462895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1" name="Straight Connector 1030">
              <a:extLst>
                <a:ext uri="{FF2B5EF4-FFF2-40B4-BE49-F238E27FC236}">
                  <a16:creationId xmlns:a16="http://schemas.microsoft.com/office/drawing/2014/main" id="{97C7902A-BD8A-FB8B-4279-10E7C1EA662F}"/>
                </a:ext>
              </a:extLst>
            </p:cNvPr>
            <p:cNvCxnSpPr>
              <a:cxnSpLocks/>
            </p:cNvCxnSpPr>
            <p:nvPr/>
          </p:nvCxnSpPr>
          <p:spPr>
            <a:xfrm>
              <a:off x="11185588" y="1169303"/>
              <a:ext cx="231750" cy="31868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3E17AAA0-C763-FCBB-5FE5-9A904007838B}"/>
                </a:ext>
              </a:extLst>
            </p:cNvPr>
            <p:cNvCxnSpPr>
              <a:cxnSpLocks/>
            </p:cNvCxnSpPr>
            <p:nvPr/>
          </p:nvCxnSpPr>
          <p:spPr>
            <a:xfrm>
              <a:off x="10645917" y="1291565"/>
              <a:ext cx="577242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5AEE3D5C-2A84-9A20-7920-600E71688BF2}"/>
                </a:ext>
              </a:extLst>
            </p:cNvPr>
            <p:cNvCxnSpPr>
              <a:cxnSpLocks/>
            </p:cNvCxnSpPr>
            <p:nvPr/>
          </p:nvCxnSpPr>
          <p:spPr>
            <a:xfrm>
              <a:off x="11223159" y="1291565"/>
              <a:ext cx="194179" cy="197802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60" name="Oval 1059">
              <a:extLst>
                <a:ext uri="{FF2B5EF4-FFF2-40B4-BE49-F238E27FC236}">
                  <a16:creationId xmlns:a16="http://schemas.microsoft.com/office/drawing/2014/main" id="{16ABD31A-DE37-47CF-425D-2C80CE14D94B}"/>
                </a:ext>
              </a:extLst>
            </p:cNvPr>
            <p:cNvSpPr/>
            <p:nvPr/>
          </p:nvSpPr>
          <p:spPr>
            <a:xfrm>
              <a:off x="10577937" y="942918"/>
              <a:ext cx="99321" cy="96884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>
              <a:solidFill>
                <a:schemeClr val="accent1">
                  <a:shade val="15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1" name="Oval 1060">
              <a:extLst>
                <a:ext uri="{FF2B5EF4-FFF2-40B4-BE49-F238E27FC236}">
                  <a16:creationId xmlns:a16="http://schemas.microsoft.com/office/drawing/2014/main" id="{A5333570-ABE7-AE69-E38E-FE79B23E99E4}"/>
                </a:ext>
              </a:extLst>
            </p:cNvPr>
            <p:cNvSpPr/>
            <p:nvPr/>
          </p:nvSpPr>
          <p:spPr>
            <a:xfrm>
              <a:off x="10618936" y="874997"/>
              <a:ext cx="99321" cy="96884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>
              <a:solidFill>
                <a:schemeClr val="accent1">
                  <a:shade val="15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2" name="Oval 1061">
              <a:extLst>
                <a:ext uri="{FF2B5EF4-FFF2-40B4-BE49-F238E27FC236}">
                  <a16:creationId xmlns:a16="http://schemas.microsoft.com/office/drawing/2014/main" id="{87971F5E-AA4E-40C3-813B-FF3C402E41A3}"/>
                </a:ext>
              </a:extLst>
            </p:cNvPr>
            <p:cNvSpPr/>
            <p:nvPr/>
          </p:nvSpPr>
          <p:spPr>
            <a:xfrm>
              <a:off x="10668596" y="887935"/>
              <a:ext cx="99321" cy="96884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>
              <a:solidFill>
                <a:schemeClr val="accent1">
                  <a:shade val="15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3" name="Oval 1062">
              <a:extLst>
                <a:ext uri="{FF2B5EF4-FFF2-40B4-BE49-F238E27FC236}">
                  <a16:creationId xmlns:a16="http://schemas.microsoft.com/office/drawing/2014/main" id="{FF433A2C-8D2D-570D-AF40-39660FD48239}"/>
                </a:ext>
              </a:extLst>
            </p:cNvPr>
            <p:cNvSpPr/>
            <p:nvPr/>
          </p:nvSpPr>
          <p:spPr>
            <a:xfrm>
              <a:off x="10651678" y="969002"/>
              <a:ext cx="99321" cy="96884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>
              <a:solidFill>
                <a:schemeClr val="accent1">
                  <a:shade val="15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4" name="Oval 1063">
              <a:extLst>
                <a:ext uri="{FF2B5EF4-FFF2-40B4-BE49-F238E27FC236}">
                  <a16:creationId xmlns:a16="http://schemas.microsoft.com/office/drawing/2014/main" id="{9BEE2F5B-F8A4-84A0-2888-FAF99213276C}"/>
                </a:ext>
              </a:extLst>
            </p:cNvPr>
            <p:cNvSpPr/>
            <p:nvPr/>
          </p:nvSpPr>
          <p:spPr>
            <a:xfrm>
              <a:off x="10243751" y="1041131"/>
              <a:ext cx="99321" cy="96884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solidFill>
                <a:schemeClr val="accent2">
                  <a:lumMod val="7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5" name="Oval 1064">
              <a:extLst>
                <a:ext uri="{FF2B5EF4-FFF2-40B4-BE49-F238E27FC236}">
                  <a16:creationId xmlns:a16="http://schemas.microsoft.com/office/drawing/2014/main" id="{DD102499-C293-115C-1537-9F10DED0BF49}"/>
                </a:ext>
              </a:extLst>
            </p:cNvPr>
            <p:cNvSpPr/>
            <p:nvPr/>
          </p:nvSpPr>
          <p:spPr>
            <a:xfrm>
              <a:off x="10312197" y="1096178"/>
              <a:ext cx="99321" cy="96884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solidFill>
                <a:schemeClr val="accent2">
                  <a:lumMod val="7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6" name="Oval 1065">
              <a:extLst>
                <a:ext uri="{FF2B5EF4-FFF2-40B4-BE49-F238E27FC236}">
                  <a16:creationId xmlns:a16="http://schemas.microsoft.com/office/drawing/2014/main" id="{6F1C95F9-46AF-F7D7-A657-7F6AFF8054DC}"/>
                </a:ext>
              </a:extLst>
            </p:cNvPr>
            <p:cNvSpPr/>
            <p:nvPr/>
          </p:nvSpPr>
          <p:spPr>
            <a:xfrm>
              <a:off x="10115883" y="1149006"/>
              <a:ext cx="99321" cy="9688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7" name="Oval 1066">
              <a:extLst>
                <a:ext uri="{FF2B5EF4-FFF2-40B4-BE49-F238E27FC236}">
                  <a16:creationId xmlns:a16="http://schemas.microsoft.com/office/drawing/2014/main" id="{FB7E41F4-BBC2-9261-8510-02A4965B0769}"/>
                </a:ext>
              </a:extLst>
            </p:cNvPr>
            <p:cNvSpPr/>
            <p:nvPr/>
          </p:nvSpPr>
          <p:spPr>
            <a:xfrm>
              <a:off x="10164610" y="1197448"/>
              <a:ext cx="99321" cy="9688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8" name="Oval 1067">
              <a:extLst>
                <a:ext uri="{FF2B5EF4-FFF2-40B4-BE49-F238E27FC236}">
                  <a16:creationId xmlns:a16="http://schemas.microsoft.com/office/drawing/2014/main" id="{1A067C04-8A13-F00A-27E1-50D97516C0F8}"/>
                </a:ext>
              </a:extLst>
            </p:cNvPr>
            <p:cNvSpPr/>
            <p:nvPr/>
          </p:nvSpPr>
          <p:spPr>
            <a:xfrm>
              <a:off x="9989589" y="1259947"/>
              <a:ext cx="99321" cy="96884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0" name="Oval 1089">
              <a:extLst>
                <a:ext uri="{FF2B5EF4-FFF2-40B4-BE49-F238E27FC236}">
                  <a16:creationId xmlns:a16="http://schemas.microsoft.com/office/drawing/2014/main" id="{DDD8795A-4C39-0F89-942A-F2A53AE9D1CA}"/>
                </a:ext>
              </a:extLst>
            </p:cNvPr>
            <p:cNvSpPr/>
            <p:nvPr/>
          </p:nvSpPr>
          <p:spPr>
            <a:xfrm>
              <a:off x="10733035" y="941725"/>
              <a:ext cx="99321" cy="96884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1" name="Oval 1090">
              <a:extLst>
                <a:ext uri="{FF2B5EF4-FFF2-40B4-BE49-F238E27FC236}">
                  <a16:creationId xmlns:a16="http://schemas.microsoft.com/office/drawing/2014/main" id="{81229B2C-18DA-6EE9-5AD0-1345A37784B4}"/>
                </a:ext>
              </a:extLst>
            </p:cNvPr>
            <p:cNvSpPr/>
            <p:nvPr/>
          </p:nvSpPr>
          <p:spPr>
            <a:xfrm>
              <a:off x="10774034" y="873804"/>
              <a:ext cx="99321" cy="96884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2" name="Oval 1091">
              <a:extLst>
                <a:ext uri="{FF2B5EF4-FFF2-40B4-BE49-F238E27FC236}">
                  <a16:creationId xmlns:a16="http://schemas.microsoft.com/office/drawing/2014/main" id="{9195953D-4CB8-A49E-C8D6-A43C41284107}"/>
                </a:ext>
              </a:extLst>
            </p:cNvPr>
            <p:cNvSpPr/>
            <p:nvPr/>
          </p:nvSpPr>
          <p:spPr>
            <a:xfrm>
              <a:off x="10823694" y="886742"/>
              <a:ext cx="99321" cy="96884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3" name="Oval 1092">
              <a:extLst>
                <a:ext uri="{FF2B5EF4-FFF2-40B4-BE49-F238E27FC236}">
                  <a16:creationId xmlns:a16="http://schemas.microsoft.com/office/drawing/2014/main" id="{DB1C474D-36F0-451C-CF83-9961157485D3}"/>
                </a:ext>
              </a:extLst>
            </p:cNvPr>
            <p:cNvSpPr/>
            <p:nvPr/>
          </p:nvSpPr>
          <p:spPr>
            <a:xfrm>
              <a:off x="10806776" y="967809"/>
              <a:ext cx="99321" cy="96884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5" name="Oval 1094">
              <a:extLst>
                <a:ext uri="{FF2B5EF4-FFF2-40B4-BE49-F238E27FC236}">
                  <a16:creationId xmlns:a16="http://schemas.microsoft.com/office/drawing/2014/main" id="{7BAB4E2C-5044-8E8F-03D2-E5DBBB3574FC}"/>
                </a:ext>
              </a:extLst>
            </p:cNvPr>
            <p:cNvSpPr/>
            <p:nvPr/>
          </p:nvSpPr>
          <p:spPr>
            <a:xfrm>
              <a:off x="10895897" y="962385"/>
              <a:ext cx="99321" cy="968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6" name="Oval 1095">
              <a:extLst>
                <a:ext uri="{FF2B5EF4-FFF2-40B4-BE49-F238E27FC236}">
                  <a16:creationId xmlns:a16="http://schemas.microsoft.com/office/drawing/2014/main" id="{3429A60E-D204-7076-8639-5C7E98B38C44}"/>
                </a:ext>
              </a:extLst>
            </p:cNvPr>
            <p:cNvSpPr/>
            <p:nvPr/>
          </p:nvSpPr>
          <p:spPr>
            <a:xfrm>
              <a:off x="10936896" y="894464"/>
              <a:ext cx="99321" cy="968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7" name="Oval 1096">
              <a:extLst>
                <a:ext uri="{FF2B5EF4-FFF2-40B4-BE49-F238E27FC236}">
                  <a16:creationId xmlns:a16="http://schemas.microsoft.com/office/drawing/2014/main" id="{F9898645-AC21-C138-46A1-6BC851EF7F46}"/>
                </a:ext>
              </a:extLst>
            </p:cNvPr>
            <p:cNvSpPr/>
            <p:nvPr/>
          </p:nvSpPr>
          <p:spPr>
            <a:xfrm>
              <a:off x="10986556" y="907402"/>
              <a:ext cx="99321" cy="968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8" name="Oval 1097">
              <a:extLst>
                <a:ext uri="{FF2B5EF4-FFF2-40B4-BE49-F238E27FC236}">
                  <a16:creationId xmlns:a16="http://schemas.microsoft.com/office/drawing/2014/main" id="{89AFB159-C55A-AD4B-4D08-9AA911EBD6DD}"/>
                </a:ext>
              </a:extLst>
            </p:cNvPr>
            <p:cNvSpPr/>
            <p:nvPr/>
          </p:nvSpPr>
          <p:spPr>
            <a:xfrm>
              <a:off x="10969638" y="988469"/>
              <a:ext cx="99321" cy="968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00" name="Oval 1099">
              <a:extLst>
                <a:ext uri="{FF2B5EF4-FFF2-40B4-BE49-F238E27FC236}">
                  <a16:creationId xmlns:a16="http://schemas.microsoft.com/office/drawing/2014/main" id="{C907F660-7940-0AD5-1D07-97C2AF545217}"/>
                </a:ext>
              </a:extLst>
            </p:cNvPr>
            <p:cNvSpPr/>
            <p:nvPr/>
          </p:nvSpPr>
          <p:spPr>
            <a:xfrm>
              <a:off x="10377444" y="1027920"/>
              <a:ext cx="99321" cy="9688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01" name="Oval 1100">
              <a:extLst>
                <a:ext uri="{FF2B5EF4-FFF2-40B4-BE49-F238E27FC236}">
                  <a16:creationId xmlns:a16="http://schemas.microsoft.com/office/drawing/2014/main" id="{F9FE8BC2-F1AF-1D52-A813-8D25D12D4CE0}"/>
                </a:ext>
              </a:extLst>
            </p:cNvPr>
            <p:cNvSpPr/>
            <p:nvPr/>
          </p:nvSpPr>
          <p:spPr>
            <a:xfrm>
              <a:off x="10445890" y="1082967"/>
              <a:ext cx="99321" cy="9688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120" name="Group 1119">
            <a:extLst>
              <a:ext uri="{FF2B5EF4-FFF2-40B4-BE49-F238E27FC236}">
                <a16:creationId xmlns:a16="http://schemas.microsoft.com/office/drawing/2014/main" id="{AB646D50-CCEC-E278-060B-44D5872015AE}"/>
              </a:ext>
            </a:extLst>
          </p:cNvPr>
          <p:cNvGrpSpPr/>
          <p:nvPr/>
        </p:nvGrpSpPr>
        <p:grpSpPr>
          <a:xfrm>
            <a:off x="4155441" y="2278323"/>
            <a:ext cx="1459113" cy="579292"/>
            <a:chOff x="9642902" y="233626"/>
            <a:chExt cx="1612472" cy="640178"/>
          </a:xfrm>
        </p:grpSpPr>
        <p:cxnSp>
          <p:nvCxnSpPr>
            <p:cNvPr id="1104" name="Straight Arrow Connector 1103">
              <a:extLst>
                <a:ext uri="{FF2B5EF4-FFF2-40B4-BE49-F238E27FC236}">
                  <a16:creationId xmlns:a16="http://schemas.microsoft.com/office/drawing/2014/main" id="{E5427958-9F6B-C92F-599E-1237D01077C5}"/>
                </a:ext>
              </a:extLst>
            </p:cNvPr>
            <p:cNvCxnSpPr>
              <a:cxnSpLocks/>
            </p:cNvCxnSpPr>
            <p:nvPr/>
          </p:nvCxnSpPr>
          <p:spPr>
            <a:xfrm>
              <a:off x="9642902" y="579120"/>
              <a:ext cx="16124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109" name="Group 1108">
              <a:extLst>
                <a:ext uri="{FF2B5EF4-FFF2-40B4-BE49-F238E27FC236}">
                  <a16:creationId xmlns:a16="http://schemas.microsoft.com/office/drawing/2014/main" id="{E5F8CEA9-140C-291C-2D45-A5E29F364F60}"/>
                </a:ext>
              </a:extLst>
            </p:cNvPr>
            <p:cNvGrpSpPr/>
            <p:nvPr/>
          </p:nvGrpSpPr>
          <p:grpSpPr>
            <a:xfrm>
              <a:off x="9711958" y="241911"/>
              <a:ext cx="223287" cy="631893"/>
              <a:chOff x="9838091" y="148530"/>
              <a:chExt cx="223287" cy="631893"/>
            </a:xfrm>
          </p:grpSpPr>
          <p:sp>
            <p:nvSpPr>
              <p:cNvPr id="1107" name="Arc 1106">
                <a:extLst>
                  <a:ext uri="{FF2B5EF4-FFF2-40B4-BE49-F238E27FC236}">
                    <a16:creationId xmlns:a16="http://schemas.microsoft.com/office/drawing/2014/main" id="{E776FA75-8C7F-5D35-E4E4-A1E1B12D76D2}"/>
                  </a:ext>
                </a:extLst>
              </p:cNvPr>
              <p:cNvSpPr/>
              <p:nvPr/>
            </p:nvSpPr>
            <p:spPr>
              <a:xfrm>
                <a:off x="9838091" y="148530"/>
                <a:ext cx="223287" cy="631893"/>
              </a:xfrm>
              <a:prstGeom prst="arc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08" name="Arc 1107">
                <a:extLst>
                  <a:ext uri="{FF2B5EF4-FFF2-40B4-BE49-F238E27FC236}">
                    <a16:creationId xmlns:a16="http://schemas.microsoft.com/office/drawing/2014/main" id="{597A9600-9D82-9401-FFF9-6F2F66AE8351}"/>
                  </a:ext>
                </a:extLst>
              </p:cNvPr>
              <p:cNvSpPr/>
              <p:nvPr/>
            </p:nvSpPr>
            <p:spPr>
              <a:xfrm flipH="1">
                <a:off x="9838091" y="148530"/>
                <a:ext cx="223287" cy="631893"/>
              </a:xfrm>
              <a:prstGeom prst="arc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10" name="Group 1109">
              <a:extLst>
                <a:ext uri="{FF2B5EF4-FFF2-40B4-BE49-F238E27FC236}">
                  <a16:creationId xmlns:a16="http://schemas.microsoft.com/office/drawing/2014/main" id="{93E3B69A-5926-193F-A36A-EFC7B6BDC44E}"/>
                </a:ext>
              </a:extLst>
            </p:cNvPr>
            <p:cNvGrpSpPr/>
            <p:nvPr/>
          </p:nvGrpSpPr>
          <p:grpSpPr>
            <a:xfrm>
              <a:off x="10082394" y="233626"/>
              <a:ext cx="223287" cy="631893"/>
              <a:chOff x="9838091" y="148530"/>
              <a:chExt cx="223287" cy="631893"/>
            </a:xfrm>
          </p:grpSpPr>
          <p:sp>
            <p:nvSpPr>
              <p:cNvPr id="1111" name="Arc 1110">
                <a:extLst>
                  <a:ext uri="{FF2B5EF4-FFF2-40B4-BE49-F238E27FC236}">
                    <a16:creationId xmlns:a16="http://schemas.microsoft.com/office/drawing/2014/main" id="{632541FD-7D10-B7FA-B875-0DDC0412CC7C}"/>
                  </a:ext>
                </a:extLst>
              </p:cNvPr>
              <p:cNvSpPr/>
              <p:nvPr/>
            </p:nvSpPr>
            <p:spPr>
              <a:xfrm>
                <a:off x="9838091" y="148530"/>
                <a:ext cx="223287" cy="631893"/>
              </a:xfrm>
              <a:prstGeom prst="arc">
                <a:avLst/>
              </a:prstGeom>
              <a:ln w="12700">
                <a:solidFill>
                  <a:srgbClr val="ED7D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12" name="Arc 1111">
                <a:extLst>
                  <a:ext uri="{FF2B5EF4-FFF2-40B4-BE49-F238E27FC236}">
                    <a16:creationId xmlns:a16="http://schemas.microsoft.com/office/drawing/2014/main" id="{C743B3D8-E982-E4BA-7D43-D2B7FA1CBD53}"/>
                  </a:ext>
                </a:extLst>
              </p:cNvPr>
              <p:cNvSpPr/>
              <p:nvPr/>
            </p:nvSpPr>
            <p:spPr>
              <a:xfrm flipH="1">
                <a:off x="9838091" y="148530"/>
                <a:ext cx="223287" cy="631893"/>
              </a:xfrm>
              <a:prstGeom prst="arc">
                <a:avLst/>
              </a:prstGeom>
              <a:ln w="12700">
                <a:solidFill>
                  <a:srgbClr val="ED7D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13" name="Group 1112">
              <a:extLst>
                <a:ext uri="{FF2B5EF4-FFF2-40B4-BE49-F238E27FC236}">
                  <a16:creationId xmlns:a16="http://schemas.microsoft.com/office/drawing/2014/main" id="{39B46E02-B907-9680-21C5-4DACB6F80E58}"/>
                </a:ext>
              </a:extLst>
            </p:cNvPr>
            <p:cNvGrpSpPr/>
            <p:nvPr/>
          </p:nvGrpSpPr>
          <p:grpSpPr>
            <a:xfrm>
              <a:off x="10443754" y="241911"/>
              <a:ext cx="223287" cy="631893"/>
              <a:chOff x="9838091" y="148530"/>
              <a:chExt cx="223287" cy="631893"/>
            </a:xfrm>
          </p:grpSpPr>
          <p:sp>
            <p:nvSpPr>
              <p:cNvPr id="1114" name="Arc 1113">
                <a:extLst>
                  <a:ext uri="{FF2B5EF4-FFF2-40B4-BE49-F238E27FC236}">
                    <a16:creationId xmlns:a16="http://schemas.microsoft.com/office/drawing/2014/main" id="{16FF0185-32CE-2044-E7CF-DC9FAA650D12}"/>
                  </a:ext>
                </a:extLst>
              </p:cNvPr>
              <p:cNvSpPr/>
              <p:nvPr/>
            </p:nvSpPr>
            <p:spPr>
              <a:xfrm>
                <a:off x="9838091" y="148530"/>
                <a:ext cx="223287" cy="631893"/>
              </a:xfrm>
              <a:prstGeom prst="arc">
                <a:avLst/>
              </a:prstGeom>
              <a:ln w="12700">
                <a:solidFill>
                  <a:srgbClr val="A9D18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15" name="Arc 1114">
                <a:extLst>
                  <a:ext uri="{FF2B5EF4-FFF2-40B4-BE49-F238E27FC236}">
                    <a16:creationId xmlns:a16="http://schemas.microsoft.com/office/drawing/2014/main" id="{23C69320-4999-9AA0-5B7D-AC7551CD8D97}"/>
                  </a:ext>
                </a:extLst>
              </p:cNvPr>
              <p:cNvSpPr/>
              <p:nvPr/>
            </p:nvSpPr>
            <p:spPr>
              <a:xfrm flipH="1">
                <a:off x="9838091" y="148530"/>
                <a:ext cx="223287" cy="631893"/>
              </a:xfrm>
              <a:prstGeom prst="arc">
                <a:avLst/>
              </a:prstGeom>
              <a:ln w="12700">
                <a:solidFill>
                  <a:srgbClr val="A9D18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16" name="Group 1115">
              <a:extLst>
                <a:ext uri="{FF2B5EF4-FFF2-40B4-BE49-F238E27FC236}">
                  <a16:creationId xmlns:a16="http://schemas.microsoft.com/office/drawing/2014/main" id="{53159562-4050-98F4-4E0C-BF9352FC5DF6}"/>
                </a:ext>
              </a:extLst>
            </p:cNvPr>
            <p:cNvGrpSpPr/>
            <p:nvPr/>
          </p:nvGrpSpPr>
          <p:grpSpPr>
            <a:xfrm>
              <a:off x="10917261" y="239064"/>
              <a:ext cx="223287" cy="631893"/>
              <a:chOff x="9838091" y="148530"/>
              <a:chExt cx="223287" cy="631893"/>
            </a:xfrm>
            <a:solidFill>
              <a:srgbClr val="FFFFFF"/>
            </a:solidFill>
          </p:grpSpPr>
          <p:sp>
            <p:nvSpPr>
              <p:cNvPr id="1117" name="Arc 1116">
                <a:extLst>
                  <a:ext uri="{FF2B5EF4-FFF2-40B4-BE49-F238E27FC236}">
                    <a16:creationId xmlns:a16="http://schemas.microsoft.com/office/drawing/2014/main" id="{004BB0E2-8094-BC21-AB1C-209CCC9B8977}"/>
                  </a:ext>
                </a:extLst>
              </p:cNvPr>
              <p:cNvSpPr/>
              <p:nvPr/>
            </p:nvSpPr>
            <p:spPr>
              <a:xfrm>
                <a:off x="9838091" y="148530"/>
                <a:ext cx="223287" cy="631893"/>
              </a:xfrm>
              <a:prstGeom prst="arc">
                <a:avLst/>
              </a:prstGeom>
              <a:grpFill/>
              <a:ln w="12700">
                <a:solidFill>
                  <a:srgbClr val="FFE6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18" name="Arc 1117">
                <a:extLst>
                  <a:ext uri="{FF2B5EF4-FFF2-40B4-BE49-F238E27FC236}">
                    <a16:creationId xmlns:a16="http://schemas.microsoft.com/office/drawing/2014/main" id="{AAD6AE28-A3E9-DA3A-5369-1D62705D1BB3}"/>
                  </a:ext>
                </a:extLst>
              </p:cNvPr>
              <p:cNvSpPr/>
              <p:nvPr/>
            </p:nvSpPr>
            <p:spPr>
              <a:xfrm flipH="1">
                <a:off x="9838091" y="148530"/>
                <a:ext cx="223287" cy="631893"/>
              </a:xfrm>
              <a:prstGeom prst="arc">
                <a:avLst/>
              </a:prstGeom>
              <a:grpFill/>
              <a:ln w="12700">
                <a:solidFill>
                  <a:srgbClr val="FFE6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F1EDA37E-AB88-0043-A48F-1DD351137866}"/>
                    </a:ext>
                  </a:extLst>
                </p:cNvPr>
                <p:cNvSpPr txBox="1"/>
                <p:nvPr/>
              </p:nvSpPr>
              <p:spPr>
                <a:xfrm>
                  <a:off x="10046205" y="554451"/>
                  <a:ext cx="770265" cy="2550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0" lang="en-US" sz="9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9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0" lang="en-US" sz="9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oMath>
                    </m:oMathPara>
                  </a14:m>
                  <a:endParaRPr kumimoji="0" lang="en-NL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F1EDA37E-AB88-0043-A48F-1DD3511378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6205" y="554451"/>
                  <a:ext cx="770265" cy="25509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128" name="Picture 1127">
            <a:extLst>
              <a:ext uri="{FF2B5EF4-FFF2-40B4-BE49-F238E27FC236}">
                <a16:creationId xmlns:a16="http://schemas.microsoft.com/office/drawing/2014/main" id="{1355FC71-95E9-C4A4-32AB-B5816EE6BFD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7484" r="59849"/>
          <a:stretch/>
        </p:blipFill>
        <p:spPr>
          <a:xfrm>
            <a:off x="8812423" y="3501424"/>
            <a:ext cx="613476" cy="714013"/>
          </a:xfrm>
          <a:prstGeom prst="rect">
            <a:avLst/>
          </a:prstGeom>
        </p:spPr>
      </p:pic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8A3A2B33-CCE5-1559-B086-09339C3F1735}"/>
              </a:ext>
            </a:extLst>
          </p:cNvPr>
          <p:cNvGrpSpPr/>
          <p:nvPr/>
        </p:nvGrpSpPr>
        <p:grpSpPr>
          <a:xfrm>
            <a:off x="10177748" y="3610851"/>
            <a:ext cx="679893" cy="623670"/>
            <a:chOff x="9541305" y="3628691"/>
            <a:chExt cx="679893" cy="623670"/>
          </a:xfrm>
        </p:grpSpPr>
        <p:grpSp>
          <p:nvGrpSpPr>
            <p:cNvPr id="1130" name="Group 1129">
              <a:extLst>
                <a:ext uri="{FF2B5EF4-FFF2-40B4-BE49-F238E27FC236}">
                  <a16:creationId xmlns:a16="http://schemas.microsoft.com/office/drawing/2014/main" id="{247286FB-D883-1A2A-D586-4C1B267C6C48}"/>
                </a:ext>
              </a:extLst>
            </p:cNvPr>
            <p:cNvGrpSpPr/>
            <p:nvPr/>
          </p:nvGrpSpPr>
          <p:grpSpPr>
            <a:xfrm>
              <a:off x="9541305" y="4021529"/>
              <a:ext cx="679893" cy="230832"/>
              <a:chOff x="9642902" y="554451"/>
              <a:chExt cx="1612472" cy="255093"/>
            </a:xfrm>
          </p:grpSpPr>
          <p:cxnSp>
            <p:nvCxnSpPr>
              <p:cNvPr id="1132" name="Straight Arrow Connector 1131">
                <a:extLst>
                  <a:ext uri="{FF2B5EF4-FFF2-40B4-BE49-F238E27FC236}">
                    <a16:creationId xmlns:a16="http://schemas.microsoft.com/office/drawing/2014/main" id="{BC394DBA-4E65-2639-1259-BD86EC3DEF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42902" y="579120"/>
                <a:ext cx="161247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33" name="TextBox 1132">
                    <a:extLst>
                      <a:ext uri="{FF2B5EF4-FFF2-40B4-BE49-F238E27FC236}">
                        <a16:creationId xmlns:a16="http://schemas.microsoft.com/office/drawing/2014/main" id="{462F43D5-65E3-0A3C-2A62-D6B32ABD7C91}"/>
                      </a:ext>
                    </a:extLst>
                  </p:cNvPr>
                  <p:cNvSpPr txBox="1"/>
                  <p:nvPr/>
                </p:nvSpPr>
                <p:spPr>
                  <a:xfrm>
                    <a:off x="9864350" y="554451"/>
                    <a:ext cx="770266" cy="2550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kumimoji="0" lang="en-US" sz="9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sz="9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0" lang="en-US" sz="9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oMath>
                      </m:oMathPara>
                    </a14:m>
                    <a:endParaRPr kumimoji="0" lang="en-NL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133" name="TextBox 1132">
                    <a:extLst>
                      <a:ext uri="{FF2B5EF4-FFF2-40B4-BE49-F238E27FC236}">
                        <a16:creationId xmlns:a16="http://schemas.microsoft.com/office/drawing/2014/main" id="{462F43D5-65E3-0A3C-2A62-D6B32ABD7C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64350" y="554451"/>
                    <a:ext cx="770266" cy="25509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13326D8-0A47-69B3-14D4-05ABA1BCF3FD}"/>
                </a:ext>
              </a:extLst>
            </p:cNvPr>
            <p:cNvSpPr/>
            <p:nvPr/>
          </p:nvSpPr>
          <p:spPr>
            <a:xfrm>
              <a:off x="9564808" y="3628691"/>
              <a:ext cx="594290" cy="346950"/>
            </a:xfrm>
            <a:custGeom>
              <a:avLst/>
              <a:gdLst>
                <a:gd name="connsiteX0" fmla="*/ 0 w 1094098"/>
                <a:gd name="connsiteY0" fmla="*/ 346733 h 346950"/>
                <a:gd name="connsiteX1" fmla="*/ 286512 w 1094098"/>
                <a:gd name="connsiteY1" fmla="*/ 285773 h 346950"/>
                <a:gd name="connsiteX2" fmla="*/ 451104 w 1094098"/>
                <a:gd name="connsiteY2" fmla="*/ 11453 h 346950"/>
                <a:gd name="connsiteX3" fmla="*/ 573024 w 1094098"/>
                <a:gd name="connsiteY3" fmla="*/ 78509 h 346950"/>
                <a:gd name="connsiteX4" fmla="*/ 804672 w 1094098"/>
                <a:gd name="connsiteY4" fmla="*/ 322349 h 346950"/>
                <a:gd name="connsiteX5" fmla="*/ 1066800 w 1094098"/>
                <a:gd name="connsiteY5" fmla="*/ 340637 h 346950"/>
                <a:gd name="connsiteX6" fmla="*/ 1072896 w 1094098"/>
                <a:gd name="connsiteY6" fmla="*/ 340637 h 346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94098" h="346950">
                  <a:moveTo>
                    <a:pt x="0" y="346733"/>
                  </a:moveTo>
                  <a:cubicBezTo>
                    <a:pt x="105664" y="344193"/>
                    <a:pt x="211328" y="341653"/>
                    <a:pt x="286512" y="285773"/>
                  </a:cubicBezTo>
                  <a:cubicBezTo>
                    <a:pt x="361696" y="229893"/>
                    <a:pt x="403352" y="45997"/>
                    <a:pt x="451104" y="11453"/>
                  </a:cubicBezTo>
                  <a:cubicBezTo>
                    <a:pt x="498856" y="-23091"/>
                    <a:pt x="514096" y="26693"/>
                    <a:pt x="573024" y="78509"/>
                  </a:cubicBezTo>
                  <a:cubicBezTo>
                    <a:pt x="631952" y="130325"/>
                    <a:pt x="722376" y="278661"/>
                    <a:pt x="804672" y="322349"/>
                  </a:cubicBezTo>
                  <a:cubicBezTo>
                    <a:pt x="886968" y="366037"/>
                    <a:pt x="1022096" y="337589"/>
                    <a:pt x="1066800" y="340637"/>
                  </a:cubicBezTo>
                  <a:cubicBezTo>
                    <a:pt x="1111504" y="343685"/>
                    <a:pt x="1092200" y="342161"/>
                    <a:pt x="1072896" y="340637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34" name="TextBox 1133">
            <a:extLst>
              <a:ext uri="{FF2B5EF4-FFF2-40B4-BE49-F238E27FC236}">
                <a16:creationId xmlns:a16="http://schemas.microsoft.com/office/drawing/2014/main" id="{FACCA732-730E-CE3F-8BBE-FE0DADABABAD}"/>
              </a:ext>
            </a:extLst>
          </p:cNvPr>
          <p:cNvSpPr txBox="1"/>
          <p:nvPr/>
        </p:nvSpPr>
        <p:spPr>
          <a:xfrm>
            <a:off x="8525979" y="3278247"/>
            <a:ext cx="1382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Identification</a:t>
            </a:r>
            <a:endParaRPr kumimoji="0" lang="en-NL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35" name="TextBox 1134">
            <a:extLst>
              <a:ext uri="{FF2B5EF4-FFF2-40B4-BE49-F238E27FC236}">
                <a16:creationId xmlns:a16="http://schemas.microsoft.com/office/drawing/2014/main" id="{B9EAA4ED-CACE-8BCF-B6B8-7D2DE4F984A0}"/>
              </a:ext>
            </a:extLst>
          </p:cNvPr>
          <p:cNvSpPr txBox="1"/>
          <p:nvPr/>
        </p:nvSpPr>
        <p:spPr>
          <a:xfrm>
            <a:off x="9809504" y="3274497"/>
            <a:ext cx="1382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Quantification</a:t>
            </a:r>
            <a:endParaRPr kumimoji="0" lang="en-NL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36" name="TextBox 1135">
            <a:extLst>
              <a:ext uri="{FF2B5EF4-FFF2-40B4-BE49-F238E27FC236}">
                <a16:creationId xmlns:a16="http://schemas.microsoft.com/office/drawing/2014/main" id="{320D841D-E8A1-1A67-5813-B52E3AE65FA3}"/>
              </a:ext>
            </a:extLst>
          </p:cNvPr>
          <p:cNvSpPr txBox="1"/>
          <p:nvPr/>
        </p:nvSpPr>
        <p:spPr>
          <a:xfrm>
            <a:off x="9609131" y="3602622"/>
            <a:ext cx="613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endParaRPr kumimoji="0" lang="en-NL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kstvak 23">
            <a:extLst>
              <a:ext uri="{FF2B5EF4-FFF2-40B4-BE49-F238E27FC236}">
                <a16:creationId xmlns:a16="http://schemas.microsoft.com/office/drawing/2014/main" id="{F47B8357-B85F-FB02-687C-9C6D3B2C5C4A}"/>
              </a:ext>
            </a:extLst>
          </p:cNvPr>
          <p:cNvSpPr txBox="1"/>
          <p:nvPr/>
        </p:nvSpPr>
        <p:spPr>
          <a:xfrm>
            <a:off x="6568253" y="2872924"/>
            <a:ext cx="1735011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MS1</a:t>
            </a:r>
          </a:p>
        </p:txBody>
      </p:sp>
      <p:sp>
        <p:nvSpPr>
          <p:cNvPr id="54" name="Tekstvak 23">
            <a:extLst>
              <a:ext uri="{FF2B5EF4-FFF2-40B4-BE49-F238E27FC236}">
                <a16:creationId xmlns:a16="http://schemas.microsoft.com/office/drawing/2014/main" id="{02BD9A6A-A690-ACF4-B016-B129C4165DC1}"/>
              </a:ext>
            </a:extLst>
          </p:cNvPr>
          <p:cNvSpPr txBox="1"/>
          <p:nvPr/>
        </p:nvSpPr>
        <p:spPr>
          <a:xfrm>
            <a:off x="9994725" y="2872924"/>
            <a:ext cx="1735011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MS2</a:t>
            </a:r>
          </a:p>
        </p:txBody>
      </p:sp>
      <p:sp>
        <p:nvSpPr>
          <p:cNvPr id="55" name="Tekstvak 23">
            <a:extLst>
              <a:ext uri="{FF2B5EF4-FFF2-40B4-BE49-F238E27FC236}">
                <a16:creationId xmlns:a16="http://schemas.microsoft.com/office/drawing/2014/main" id="{FAD867EA-B1EC-355F-B476-0FC1A780F8E5}"/>
              </a:ext>
            </a:extLst>
          </p:cNvPr>
          <p:cNvSpPr txBox="1"/>
          <p:nvPr/>
        </p:nvSpPr>
        <p:spPr>
          <a:xfrm>
            <a:off x="377109" y="2872924"/>
            <a:ext cx="784346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peptides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5A062CB-834F-534A-10EE-A68A8E99FB4A}"/>
              </a:ext>
            </a:extLst>
          </p:cNvPr>
          <p:cNvSpPr/>
          <p:nvPr/>
        </p:nvSpPr>
        <p:spPr>
          <a:xfrm>
            <a:off x="353815" y="1429101"/>
            <a:ext cx="11492147" cy="1861732"/>
          </a:xfrm>
          <a:prstGeom prst="roundRect">
            <a:avLst>
              <a:gd name="adj" fmla="val 4688"/>
            </a:avLst>
          </a:pr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375BDEE-FB8B-1433-87F4-B4E8F6927F7A}"/>
              </a:ext>
            </a:extLst>
          </p:cNvPr>
          <p:cNvCxnSpPr/>
          <p:nvPr/>
        </p:nvCxnSpPr>
        <p:spPr>
          <a:xfrm>
            <a:off x="6391631" y="3294643"/>
            <a:ext cx="0" cy="477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811BADE8-2B24-315B-9A8F-1AF63ACB5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38" y="365125"/>
            <a:ext cx="11499924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MS-based proteomics from data to identification &amp; quantification</a:t>
            </a:r>
            <a:endParaRPr lang="en-BE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139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4782E-02B2-F3B8-F85F-B71ECB1FF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21591A3F-6D61-9983-238F-FA801AF763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9230" y="6356350"/>
            <a:ext cx="11045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B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Dens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E3F558-74D7-4DE7-865B-0F3399673619}" type="slidenum">
              <a:rPr kumimoji="0" lang="nl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nl-B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02BB95A6-9B97-9CA9-CCAC-10B5B58105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736" y="1889876"/>
            <a:ext cx="1895906" cy="778461"/>
          </a:xfrm>
          <a:prstGeom prst="rect">
            <a:avLst/>
          </a:prstGeom>
        </p:spPr>
      </p:pic>
      <p:pic>
        <p:nvPicPr>
          <p:cNvPr id="98" name="Afbeelding 20">
            <a:extLst>
              <a:ext uri="{FF2B5EF4-FFF2-40B4-BE49-F238E27FC236}">
                <a16:creationId xmlns:a16="http://schemas.microsoft.com/office/drawing/2014/main" id="{881CF436-C65A-5BFD-02A3-421DA48BD077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/>
          <a:srcRect r="16657"/>
          <a:stretch/>
        </p:blipFill>
        <p:spPr>
          <a:xfrm>
            <a:off x="6327076" y="1858927"/>
            <a:ext cx="2110127" cy="988196"/>
          </a:xfrm>
          <a:prstGeom prst="rect">
            <a:avLst/>
          </a:prstGeom>
          <a:effectLst/>
          <a:scene3d>
            <a:camera prst="orthographicFront"/>
            <a:lightRig rig="threePt" dir="t"/>
          </a:scene3d>
          <a:sp3d>
            <a:contourClr>
              <a:schemeClr val="accent1"/>
            </a:contourClr>
          </a:sp3d>
        </p:spPr>
      </p:pic>
      <p:sp>
        <p:nvSpPr>
          <p:cNvPr id="100" name="Tekstvak 30">
            <a:extLst>
              <a:ext uri="{FF2B5EF4-FFF2-40B4-BE49-F238E27FC236}">
                <a16:creationId xmlns:a16="http://schemas.microsoft.com/office/drawing/2014/main" id="{8263E50F-2804-A8A5-B801-5FC8DCA535C4}"/>
              </a:ext>
            </a:extLst>
          </p:cNvPr>
          <p:cNvSpPr txBox="1"/>
          <p:nvPr/>
        </p:nvSpPr>
        <p:spPr>
          <a:xfrm>
            <a:off x="5500294" y="1998761"/>
            <a:ext cx="480387" cy="45870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 scan</a:t>
            </a:r>
            <a:endParaRPr kumimoji="0" lang="nl-BE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1" name="Rechte verbindingslijn met pijl 24">
            <a:extLst>
              <a:ext uri="{FF2B5EF4-FFF2-40B4-BE49-F238E27FC236}">
                <a16:creationId xmlns:a16="http://schemas.microsoft.com/office/drawing/2014/main" id="{4AEE4CF1-EA3A-14FF-B291-4EE0890C1301}"/>
              </a:ext>
            </a:extLst>
          </p:cNvPr>
          <p:cNvCxnSpPr>
            <a:cxnSpLocks/>
          </p:cNvCxnSpPr>
          <p:nvPr/>
        </p:nvCxnSpPr>
        <p:spPr>
          <a:xfrm>
            <a:off x="1226512" y="2351488"/>
            <a:ext cx="42253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Tekstvak 25">
            <a:extLst>
              <a:ext uri="{FF2B5EF4-FFF2-40B4-BE49-F238E27FC236}">
                <a16:creationId xmlns:a16="http://schemas.microsoft.com/office/drawing/2014/main" id="{10F621A1-8A5C-77AF-9721-5CEAD515942D}"/>
              </a:ext>
            </a:extLst>
          </p:cNvPr>
          <p:cNvSpPr txBox="1"/>
          <p:nvPr/>
        </p:nvSpPr>
        <p:spPr>
          <a:xfrm>
            <a:off x="1226512" y="1976787"/>
            <a:ext cx="471292" cy="907897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LC</a:t>
            </a:r>
          </a:p>
        </p:txBody>
      </p:sp>
      <p:cxnSp>
        <p:nvCxnSpPr>
          <p:cNvPr id="103" name="Rechte verbindingslijn met pijl 24">
            <a:extLst>
              <a:ext uri="{FF2B5EF4-FFF2-40B4-BE49-F238E27FC236}">
                <a16:creationId xmlns:a16="http://schemas.microsoft.com/office/drawing/2014/main" id="{FC41AF5B-B5E3-A7A6-0523-75FE08139E33}"/>
              </a:ext>
            </a:extLst>
          </p:cNvPr>
          <p:cNvCxnSpPr/>
          <p:nvPr/>
        </p:nvCxnSpPr>
        <p:spPr>
          <a:xfrm>
            <a:off x="5570808" y="2373896"/>
            <a:ext cx="75057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Tekstvak 30">
            <a:extLst>
              <a:ext uri="{FF2B5EF4-FFF2-40B4-BE49-F238E27FC236}">
                <a16:creationId xmlns:a16="http://schemas.microsoft.com/office/drawing/2014/main" id="{41FFE986-941F-E9AA-304B-998D6CEE53B4}"/>
              </a:ext>
            </a:extLst>
          </p:cNvPr>
          <p:cNvSpPr txBox="1"/>
          <p:nvPr/>
        </p:nvSpPr>
        <p:spPr>
          <a:xfrm>
            <a:off x="8631821" y="2010385"/>
            <a:ext cx="480387" cy="45870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fragmentation</a:t>
            </a:r>
          </a:p>
        </p:txBody>
      </p:sp>
      <p:cxnSp>
        <p:nvCxnSpPr>
          <p:cNvPr id="105" name="Rechte verbindingslijn met pijl 24">
            <a:extLst>
              <a:ext uri="{FF2B5EF4-FFF2-40B4-BE49-F238E27FC236}">
                <a16:creationId xmlns:a16="http://schemas.microsoft.com/office/drawing/2014/main" id="{C45679FB-3F12-27A0-9CB8-EDB4FC2A0824}"/>
              </a:ext>
            </a:extLst>
          </p:cNvPr>
          <p:cNvCxnSpPr>
            <a:cxnSpLocks/>
          </p:cNvCxnSpPr>
          <p:nvPr/>
        </p:nvCxnSpPr>
        <p:spPr>
          <a:xfrm>
            <a:off x="8608251" y="2392845"/>
            <a:ext cx="12382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Tekstvak 23">
            <a:extLst>
              <a:ext uri="{FF2B5EF4-FFF2-40B4-BE49-F238E27FC236}">
                <a16:creationId xmlns:a16="http://schemas.microsoft.com/office/drawing/2014/main" id="{F59E04E4-7B3B-9D54-5289-F784A2493B3A}"/>
              </a:ext>
            </a:extLst>
          </p:cNvPr>
          <p:cNvSpPr txBox="1"/>
          <p:nvPr/>
        </p:nvSpPr>
        <p:spPr>
          <a:xfrm>
            <a:off x="1900072" y="2872924"/>
            <a:ext cx="784346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chromatogram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225DA39-AF34-0FF4-3DFB-C60DF71239F9}"/>
              </a:ext>
            </a:extLst>
          </p:cNvPr>
          <p:cNvSpPr txBox="1"/>
          <p:nvPr/>
        </p:nvSpPr>
        <p:spPr>
          <a:xfrm>
            <a:off x="640080" y="1064520"/>
            <a:ext cx="5032806" cy="7383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experimental</a:t>
            </a:r>
          </a:p>
        </p:txBody>
      </p:sp>
      <p:sp>
        <p:nvSpPr>
          <p:cNvPr id="119" name="Tekstvak 30">
            <a:extLst>
              <a:ext uri="{FF2B5EF4-FFF2-40B4-BE49-F238E27FC236}">
                <a16:creationId xmlns:a16="http://schemas.microsoft.com/office/drawing/2014/main" id="{337EA21B-554B-7898-D2E5-055025C889B9}"/>
              </a:ext>
            </a:extLst>
          </p:cNvPr>
          <p:cNvSpPr txBox="1"/>
          <p:nvPr/>
        </p:nvSpPr>
        <p:spPr>
          <a:xfrm>
            <a:off x="6510407" y="3357787"/>
            <a:ext cx="287615" cy="498548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Scoring function</a:t>
            </a:r>
            <a:endParaRPr kumimoji="0" lang="nl-BE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0" name="Rechte verbindingslijn met pijl 24">
            <a:extLst>
              <a:ext uri="{FF2B5EF4-FFF2-40B4-BE49-F238E27FC236}">
                <a16:creationId xmlns:a16="http://schemas.microsoft.com/office/drawing/2014/main" id="{B97E541E-17DC-33F9-F8A7-2744E6593E70}"/>
              </a:ext>
            </a:extLst>
          </p:cNvPr>
          <p:cNvCxnSpPr>
            <a:cxnSpLocks/>
          </p:cNvCxnSpPr>
          <p:nvPr/>
        </p:nvCxnSpPr>
        <p:spPr>
          <a:xfrm>
            <a:off x="6391631" y="3768333"/>
            <a:ext cx="185438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Tekstvak 30">
            <a:extLst>
              <a:ext uri="{FF2B5EF4-FFF2-40B4-BE49-F238E27FC236}">
                <a16:creationId xmlns:a16="http://schemas.microsoft.com/office/drawing/2014/main" id="{88B2FCC4-234D-6045-7BA2-7B4C6990F583}"/>
              </a:ext>
            </a:extLst>
          </p:cNvPr>
          <p:cNvSpPr txBox="1"/>
          <p:nvPr/>
        </p:nvSpPr>
        <p:spPr>
          <a:xfrm>
            <a:off x="3323433" y="1946318"/>
            <a:ext cx="759279" cy="45870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TIMS</a:t>
            </a:r>
          </a:p>
        </p:txBody>
      </p:sp>
      <p:cxnSp>
        <p:nvCxnSpPr>
          <p:cNvPr id="122" name="Rechte verbindingslijn met pijl 24">
            <a:extLst>
              <a:ext uri="{FF2B5EF4-FFF2-40B4-BE49-F238E27FC236}">
                <a16:creationId xmlns:a16="http://schemas.microsoft.com/office/drawing/2014/main" id="{1AE4103F-8F53-AD8F-54AD-F7DAC18DD5CD}"/>
              </a:ext>
            </a:extLst>
          </p:cNvPr>
          <p:cNvCxnSpPr/>
          <p:nvPr/>
        </p:nvCxnSpPr>
        <p:spPr>
          <a:xfrm>
            <a:off x="3342397" y="2362973"/>
            <a:ext cx="75057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Tekstvak 23">
            <a:extLst>
              <a:ext uri="{FF2B5EF4-FFF2-40B4-BE49-F238E27FC236}">
                <a16:creationId xmlns:a16="http://schemas.microsoft.com/office/drawing/2014/main" id="{CB249CC1-60F9-A347-FECF-8BD0A1C7FBC1}"/>
              </a:ext>
            </a:extLst>
          </p:cNvPr>
          <p:cNvSpPr txBox="1"/>
          <p:nvPr/>
        </p:nvSpPr>
        <p:spPr>
          <a:xfrm>
            <a:off x="3953114" y="2872924"/>
            <a:ext cx="1735011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mobilogram</a:t>
            </a:r>
          </a:p>
        </p:txBody>
      </p:sp>
      <p:cxnSp>
        <p:nvCxnSpPr>
          <p:cNvPr id="124" name="Rechte verbindingslijn met pijl 24">
            <a:extLst>
              <a:ext uri="{FF2B5EF4-FFF2-40B4-BE49-F238E27FC236}">
                <a16:creationId xmlns:a16="http://schemas.microsoft.com/office/drawing/2014/main" id="{653CDF50-13A2-7EBE-8C15-5A052B497CF1}"/>
              </a:ext>
            </a:extLst>
          </p:cNvPr>
          <p:cNvCxnSpPr>
            <a:cxnSpLocks/>
          </p:cNvCxnSpPr>
          <p:nvPr/>
        </p:nvCxnSpPr>
        <p:spPr>
          <a:xfrm flipV="1">
            <a:off x="6391631" y="3310365"/>
            <a:ext cx="0" cy="905072"/>
          </a:xfrm>
          <a:prstGeom prst="straightConnector1">
            <a:avLst/>
          </a:prstGeom>
          <a:ln w="19050"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2451951-0736-C08A-8FC9-D8B02BE40A5D}"/>
              </a:ext>
            </a:extLst>
          </p:cNvPr>
          <p:cNvSpPr/>
          <p:nvPr/>
        </p:nvSpPr>
        <p:spPr>
          <a:xfrm>
            <a:off x="428482" y="1957904"/>
            <a:ext cx="69602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HPYLEDR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51B7826F-BA68-C49D-AD66-819A617FB8C3}"/>
              </a:ext>
            </a:extLst>
          </p:cNvPr>
          <p:cNvSpPr/>
          <p:nvPr/>
        </p:nvSpPr>
        <p:spPr>
          <a:xfrm>
            <a:off x="453820" y="2209414"/>
            <a:ext cx="77457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GDLVLFDR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31506BD0-95CB-2F06-42FD-1BCB449E6F48}"/>
              </a:ext>
            </a:extLst>
          </p:cNvPr>
          <p:cNvSpPr/>
          <p:nvPr/>
        </p:nvSpPr>
        <p:spPr>
          <a:xfrm>
            <a:off x="353815" y="2454025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AAAAGSLDK</a:t>
            </a: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C1EB5EE8-D47C-9AA0-A268-610DBEB7E133}"/>
              </a:ext>
            </a:extLst>
          </p:cNvPr>
          <p:cNvGrpSpPr/>
          <p:nvPr/>
        </p:nvGrpSpPr>
        <p:grpSpPr>
          <a:xfrm>
            <a:off x="9878498" y="1689786"/>
            <a:ext cx="1792392" cy="1346046"/>
            <a:chOff x="10061378" y="1833369"/>
            <a:chExt cx="1792392" cy="1346046"/>
          </a:xfrm>
        </p:grpSpPr>
        <p:pic>
          <p:nvPicPr>
            <p:cNvPr id="160" name="Graphic 159">
              <a:extLst>
                <a:ext uri="{FF2B5EF4-FFF2-40B4-BE49-F238E27FC236}">
                  <a16:creationId xmlns:a16="http://schemas.microsoft.com/office/drawing/2014/main" id="{D2F8406E-718B-8E4E-9DC3-2E061200E62E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21469" t="8634"/>
            <a:stretch/>
          </p:blipFill>
          <p:spPr>
            <a:xfrm>
              <a:off x="10212550" y="1833369"/>
              <a:ext cx="1641220" cy="1325564"/>
            </a:xfrm>
            <a:prstGeom prst="rect">
              <a:avLst/>
            </a:prstGeom>
          </p:spPr>
        </p:pic>
        <p:pic>
          <p:nvPicPr>
            <p:cNvPr id="161" name="Graphic 160">
              <a:extLst>
                <a:ext uri="{FF2B5EF4-FFF2-40B4-BE49-F238E27FC236}">
                  <a16:creationId xmlns:a16="http://schemas.microsoft.com/office/drawing/2014/main" id="{15216BAE-0A58-0F54-DFAF-E05D80EBCA08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-967" t="8634" r="92590"/>
            <a:stretch/>
          </p:blipFill>
          <p:spPr>
            <a:xfrm>
              <a:off x="10061378" y="1853851"/>
              <a:ext cx="175072" cy="1325564"/>
            </a:xfrm>
            <a:prstGeom prst="rect">
              <a:avLst/>
            </a:prstGeom>
          </p:spPr>
        </p:pic>
      </p:grpSp>
      <p:grpSp>
        <p:nvGrpSpPr>
          <p:cNvPr id="1105" name="Group 1104">
            <a:extLst>
              <a:ext uri="{FF2B5EF4-FFF2-40B4-BE49-F238E27FC236}">
                <a16:creationId xmlns:a16="http://schemas.microsoft.com/office/drawing/2014/main" id="{F14DE04A-EFE8-BB20-5063-B2A3FFE90494}"/>
              </a:ext>
            </a:extLst>
          </p:cNvPr>
          <p:cNvGrpSpPr/>
          <p:nvPr/>
        </p:nvGrpSpPr>
        <p:grpSpPr>
          <a:xfrm>
            <a:off x="4147402" y="1541847"/>
            <a:ext cx="1398331" cy="676612"/>
            <a:chOff x="9589567" y="873804"/>
            <a:chExt cx="1827771" cy="884406"/>
          </a:xfrm>
        </p:grpSpPr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147BB8BD-0F1A-D24E-042F-3DAC7E7C9317}"/>
                </a:ext>
              </a:extLst>
            </p:cNvPr>
            <p:cNvCxnSpPr/>
            <p:nvPr/>
          </p:nvCxnSpPr>
          <p:spPr>
            <a:xfrm>
              <a:off x="9589567" y="1752775"/>
              <a:ext cx="315478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8766116D-1939-EDBC-120D-35963F5652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045" y="1469736"/>
              <a:ext cx="60401" cy="288474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E8F540DD-D942-E015-7C14-7AA7045E66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63337" y="961279"/>
              <a:ext cx="812449" cy="508457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FB17A20B-F607-B7E4-981E-66E17FEDEB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75786" y="958340"/>
              <a:ext cx="449427" cy="2939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5A31EF31-9F67-F9AB-3D7A-F9617F56699D}"/>
                </a:ext>
              </a:extLst>
            </p:cNvPr>
            <p:cNvCxnSpPr>
              <a:cxnSpLocks/>
            </p:cNvCxnSpPr>
            <p:nvPr/>
          </p:nvCxnSpPr>
          <p:spPr>
            <a:xfrm>
              <a:off x="11223159" y="956845"/>
              <a:ext cx="194179" cy="526102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7DC202AF-329C-D4C5-6C7E-69DE504FEF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9229" y="1070694"/>
              <a:ext cx="816557" cy="441809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B7713FA7-B1F7-2722-2A66-09966C9A64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9229" y="1165483"/>
              <a:ext cx="768638" cy="362203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F12C1CCD-45D7-F047-56CA-D06888067A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69554" y="1291565"/>
              <a:ext cx="672255" cy="234149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38DDE9F4-498A-1583-AD20-C9F976A831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79894" y="1064983"/>
              <a:ext cx="449427" cy="2939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5" name="Straight Connector 1024">
              <a:extLst>
                <a:ext uri="{FF2B5EF4-FFF2-40B4-BE49-F238E27FC236}">
                  <a16:creationId xmlns:a16="http://schemas.microsoft.com/office/drawing/2014/main" id="{19FF8F81-A84F-4E31-E7E0-E2D2CC4039B0}"/>
                </a:ext>
              </a:extLst>
            </p:cNvPr>
            <p:cNvCxnSpPr>
              <a:cxnSpLocks/>
            </p:cNvCxnSpPr>
            <p:nvPr/>
          </p:nvCxnSpPr>
          <p:spPr>
            <a:xfrm>
              <a:off x="11229321" y="1069306"/>
              <a:ext cx="188017" cy="426786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Straight Connector 1029">
              <a:extLst>
                <a:ext uri="{FF2B5EF4-FFF2-40B4-BE49-F238E27FC236}">
                  <a16:creationId xmlns:a16="http://schemas.microsoft.com/office/drawing/2014/main" id="{3ED02035-5CEF-2963-FB3F-8D5744399250}"/>
                </a:ext>
              </a:extLst>
            </p:cNvPr>
            <p:cNvCxnSpPr>
              <a:cxnSpLocks/>
            </p:cNvCxnSpPr>
            <p:nvPr/>
          </p:nvCxnSpPr>
          <p:spPr>
            <a:xfrm>
              <a:off x="10722693" y="1162022"/>
              <a:ext cx="462895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1" name="Straight Connector 1030">
              <a:extLst>
                <a:ext uri="{FF2B5EF4-FFF2-40B4-BE49-F238E27FC236}">
                  <a16:creationId xmlns:a16="http://schemas.microsoft.com/office/drawing/2014/main" id="{6DF441B3-2391-A100-C0A3-E153C055BDE5}"/>
                </a:ext>
              </a:extLst>
            </p:cNvPr>
            <p:cNvCxnSpPr>
              <a:cxnSpLocks/>
            </p:cNvCxnSpPr>
            <p:nvPr/>
          </p:nvCxnSpPr>
          <p:spPr>
            <a:xfrm>
              <a:off x="11185588" y="1169303"/>
              <a:ext cx="231750" cy="31868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CCF19876-FC5F-37A3-BE4D-DABD5D84F55D}"/>
                </a:ext>
              </a:extLst>
            </p:cNvPr>
            <p:cNvCxnSpPr>
              <a:cxnSpLocks/>
            </p:cNvCxnSpPr>
            <p:nvPr/>
          </p:nvCxnSpPr>
          <p:spPr>
            <a:xfrm>
              <a:off x="10645917" y="1291565"/>
              <a:ext cx="577242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1A8D7EB5-F2D8-1CA9-18F2-E974C117C351}"/>
                </a:ext>
              </a:extLst>
            </p:cNvPr>
            <p:cNvCxnSpPr>
              <a:cxnSpLocks/>
            </p:cNvCxnSpPr>
            <p:nvPr/>
          </p:nvCxnSpPr>
          <p:spPr>
            <a:xfrm>
              <a:off x="11223159" y="1291565"/>
              <a:ext cx="194179" cy="197802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60" name="Oval 1059">
              <a:extLst>
                <a:ext uri="{FF2B5EF4-FFF2-40B4-BE49-F238E27FC236}">
                  <a16:creationId xmlns:a16="http://schemas.microsoft.com/office/drawing/2014/main" id="{0FFCC5A9-C0E5-811B-EE15-69383E36B5E1}"/>
                </a:ext>
              </a:extLst>
            </p:cNvPr>
            <p:cNvSpPr/>
            <p:nvPr/>
          </p:nvSpPr>
          <p:spPr>
            <a:xfrm>
              <a:off x="10577937" y="942918"/>
              <a:ext cx="99321" cy="96884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>
              <a:solidFill>
                <a:schemeClr val="accent1">
                  <a:shade val="15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1" name="Oval 1060">
              <a:extLst>
                <a:ext uri="{FF2B5EF4-FFF2-40B4-BE49-F238E27FC236}">
                  <a16:creationId xmlns:a16="http://schemas.microsoft.com/office/drawing/2014/main" id="{A2253DCC-BAD1-62A9-F492-1DAE441C0A2B}"/>
                </a:ext>
              </a:extLst>
            </p:cNvPr>
            <p:cNvSpPr/>
            <p:nvPr/>
          </p:nvSpPr>
          <p:spPr>
            <a:xfrm>
              <a:off x="10618936" y="874997"/>
              <a:ext cx="99321" cy="96884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>
              <a:solidFill>
                <a:schemeClr val="accent1">
                  <a:shade val="15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2" name="Oval 1061">
              <a:extLst>
                <a:ext uri="{FF2B5EF4-FFF2-40B4-BE49-F238E27FC236}">
                  <a16:creationId xmlns:a16="http://schemas.microsoft.com/office/drawing/2014/main" id="{8EBC4DB1-343E-F283-D260-95A8357DC849}"/>
                </a:ext>
              </a:extLst>
            </p:cNvPr>
            <p:cNvSpPr/>
            <p:nvPr/>
          </p:nvSpPr>
          <p:spPr>
            <a:xfrm>
              <a:off x="10668596" y="887935"/>
              <a:ext cx="99321" cy="96884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>
              <a:solidFill>
                <a:schemeClr val="accent1">
                  <a:shade val="15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3" name="Oval 1062">
              <a:extLst>
                <a:ext uri="{FF2B5EF4-FFF2-40B4-BE49-F238E27FC236}">
                  <a16:creationId xmlns:a16="http://schemas.microsoft.com/office/drawing/2014/main" id="{EDB2D700-610F-5B30-286F-9CA1833B356B}"/>
                </a:ext>
              </a:extLst>
            </p:cNvPr>
            <p:cNvSpPr/>
            <p:nvPr/>
          </p:nvSpPr>
          <p:spPr>
            <a:xfrm>
              <a:off x="10651678" y="969002"/>
              <a:ext cx="99321" cy="96884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>
              <a:solidFill>
                <a:schemeClr val="accent1">
                  <a:shade val="15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4" name="Oval 1063">
              <a:extLst>
                <a:ext uri="{FF2B5EF4-FFF2-40B4-BE49-F238E27FC236}">
                  <a16:creationId xmlns:a16="http://schemas.microsoft.com/office/drawing/2014/main" id="{117676C7-C582-9652-F85D-F9531A4973F5}"/>
                </a:ext>
              </a:extLst>
            </p:cNvPr>
            <p:cNvSpPr/>
            <p:nvPr/>
          </p:nvSpPr>
          <p:spPr>
            <a:xfrm>
              <a:off x="10243751" y="1041131"/>
              <a:ext cx="99321" cy="96884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solidFill>
                <a:schemeClr val="accent2">
                  <a:lumMod val="7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5" name="Oval 1064">
              <a:extLst>
                <a:ext uri="{FF2B5EF4-FFF2-40B4-BE49-F238E27FC236}">
                  <a16:creationId xmlns:a16="http://schemas.microsoft.com/office/drawing/2014/main" id="{F9C810CA-8D7F-FD6A-6EB7-3E1ED4CC4F7C}"/>
                </a:ext>
              </a:extLst>
            </p:cNvPr>
            <p:cNvSpPr/>
            <p:nvPr/>
          </p:nvSpPr>
          <p:spPr>
            <a:xfrm>
              <a:off x="10312197" y="1096178"/>
              <a:ext cx="99321" cy="96884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solidFill>
                <a:schemeClr val="accent2">
                  <a:lumMod val="7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6" name="Oval 1065">
              <a:extLst>
                <a:ext uri="{FF2B5EF4-FFF2-40B4-BE49-F238E27FC236}">
                  <a16:creationId xmlns:a16="http://schemas.microsoft.com/office/drawing/2014/main" id="{4EAD0BB0-BEDC-E78B-677C-14C766F64915}"/>
                </a:ext>
              </a:extLst>
            </p:cNvPr>
            <p:cNvSpPr/>
            <p:nvPr/>
          </p:nvSpPr>
          <p:spPr>
            <a:xfrm>
              <a:off x="10115883" y="1149006"/>
              <a:ext cx="99321" cy="9688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7" name="Oval 1066">
              <a:extLst>
                <a:ext uri="{FF2B5EF4-FFF2-40B4-BE49-F238E27FC236}">
                  <a16:creationId xmlns:a16="http://schemas.microsoft.com/office/drawing/2014/main" id="{BAA718D2-0748-5C4C-50CB-4560C523F58C}"/>
                </a:ext>
              </a:extLst>
            </p:cNvPr>
            <p:cNvSpPr/>
            <p:nvPr/>
          </p:nvSpPr>
          <p:spPr>
            <a:xfrm>
              <a:off x="10164610" y="1197448"/>
              <a:ext cx="99321" cy="9688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8" name="Oval 1067">
              <a:extLst>
                <a:ext uri="{FF2B5EF4-FFF2-40B4-BE49-F238E27FC236}">
                  <a16:creationId xmlns:a16="http://schemas.microsoft.com/office/drawing/2014/main" id="{332045F0-E2DD-00C2-715B-BEC64425D257}"/>
                </a:ext>
              </a:extLst>
            </p:cNvPr>
            <p:cNvSpPr/>
            <p:nvPr/>
          </p:nvSpPr>
          <p:spPr>
            <a:xfrm>
              <a:off x="9989589" y="1259947"/>
              <a:ext cx="99321" cy="96884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0" name="Oval 1089">
              <a:extLst>
                <a:ext uri="{FF2B5EF4-FFF2-40B4-BE49-F238E27FC236}">
                  <a16:creationId xmlns:a16="http://schemas.microsoft.com/office/drawing/2014/main" id="{05B81EC4-8738-C442-513E-A133326A4B55}"/>
                </a:ext>
              </a:extLst>
            </p:cNvPr>
            <p:cNvSpPr/>
            <p:nvPr/>
          </p:nvSpPr>
          <p:spPr>
            <a:xfrm>
              <a:off x="10733035" y="941725"/>
              <a:ext cx="99321" cy="96884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1" name="Oval 1090">
              <a:extLst>
                <a:ext uri="{FF2B5EF4-FFF2-40B4-BE49-F238E27FC236}">
                  <a16:creationId xmlns:a16="http://schemas.microsoft.com/office/drawing/2014/main" id="{C26DE9CD-9F5D-3220-B61B-3B420D29350A}"/>
                </a:ext>
              </a:extLst>
            </p:cNvPr>
            <p:cNvSpPr/>
            <p:nvPr/>
          </p:nvSpPr>
          <p:spPr>
            <a:xfrm>
              <a:off x="10774034" y="873804"/>
              <a:ext cx="99321" cy="96884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2" name="Oval 1091">
              <a:extLst>
                <a:ext uri="{FF2B5EF4-FFF2-40B4-BE49-F238E27FC236}">
                  <a16:creationId xmlns:a16="http://schemas.microsoft.com/office/drawing/2014/main" id="{50A9B76A-7CB7-7BCF-A87D-44B3FFF6AE96}"/>
                </a:ext>
              </a:extLst>
            </p:cNvPr>
            <p:cNvSpPr/>
            <p:nvPr/>
          </p:nvSpPr>
          <p:spPr>
            <a:xfrm>
              <a:off x="10823694" y="886742"/>
              <a:ext cx="99321" cy="96884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3" name="Oval 1092">
              <a:extLst>
                <a:ext uri="{FF2B5EF4-FFF2-40B4-BE49-F238E27FC236}">
                  <a16:creationId xmlns:a16="http://schemas.microsoft.com/office/drawing/2014/main" id="{12333104-7A9D-7C90-E197-F1FD98C5C7E9}"/>
                </a:ext>
              </a:extLst>
            </p:cNvPr>
            <p:cNvSpPr/>
            <p:nvPr/>
          </p:nvSpPr>
          <p:spPr>
            <a:xfrm>
              <a:off x="10806776" y="967809"/>
              <a:ext cx="99321" cy="96884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5" name="Oval 1094">
              <a:extLst>
                <a:ext uri="{FF2B5EF4-FFF2-40B4-BE49-F238E27FC236}">
                  <a16:creationId xmlns:a16="http://schemas.microsoft.com/office/drawing/2014/main" id="{547A8A26-BF11-F620-214B-183937B12BC1}"/>
                </a:ext>
              </a:extLst>
            </p:cNvPr>
            <p:cNvSpPr/>
            <p:nvPr/>
          </p:nvSpPr>
          <p:spPr>
            <a:xfrm>
              <a:off x="10895897" y="962385"/>
              <a:ext cx="99321" cy="968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6" name="Oval 1095">
              <a:extLst>
                <a:ext uri="{FF2B5EF4-FFF2-40B4-BE49-F238E27FC236}">
                  <a16:creationId xmlns:a16="http://schemas.microsoft.com/office/drawing/2014/main" id="{6FACE15C-2439-EE44-A740-4C3BD4670066}"/>
                </a:ext>
              </a:extLst>
            </p:cNvPr>
            <p:cNvSpPr/>
            <p:nvPr/>
          </p:nvSpPr>
          <p:spPr>
            <a:xfrm>
              <a:off x="10936896" y="894464"/>
              <a:ext cx="99321" cy="968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7" name="Oval 1096">
              <a:extLst>
                <a:ext uri="{FF2B5EF4-FFF2-40B4-BE49-F238E27FC236}">
                  <a16:creationId xmlns:a16="http://schemas.microsoft.com/office/drawing/2014/main" id="{ADFF1594-A90B-BEA7-7B1B-DB45E7A53862}"/>
                </a:ext>
              </a:extLst>
            </p:cNvPr>
            <p:cNvSpPr/>
            <p:nvPr/>
          </p:nvSpPr>
          <p:spPr>
            <a:xfrm>
              <a:off x="10986556" y="907402"/>
              <a:ext cx="99321" cy="968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8" name="Oval 1097">
              <a:extLst>
                <a:ext uri="{FF2B5EF4-FFF2-40B4-BE49-F238E27FC236}">
                  <a16:creationId xmlns:a16="http://schemas.microsoft.com/office/drawing/2014/main" id="{4A5C83B5-49A8-4392-7348-C163081A6387}"/>
                </a:ext>
              </a:extLst>
            </p:cNvPr>
            <p:cNvSpPr/>
            <p:nvPr/>
          </p:nvSpPr>
          <p:spPr>
            <a:xfrm>
              <a:off x="10969638" y="988469"/>
              <a:ext cx="99321" cy="968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00" name="Oval 1099">
              <a:extLst>
                <a:ext uri="{FF2B5EF4-FFF2-40B4-BE49-F238E27FC236}">
                  <a16:creationId xmlns:a16="http://schemas.microsoft.com/office/drawing/2014/main" id="{E8CE95E1-8B4E-0152-4B61-7254876C8D9E}"/>
                </a:ext>
              </a:extLst>
            </p:cNvPr>
            <p:cNvSpPr/>
            <p:nvPr/>
          </p:nvSpPr>
          <p:spPr>
            <a:xfrm>
              <a:off x="10377444" y="1027920"/>
              <a:ext cx="99321" cy="9688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01" name="Oval 1100">
              <a:extLst>
                <a:ext uri="{FF2B5EF4-FFF2-40B4-BE49-F238E27FC236}">
                  <a16:creationId xmlns:a16="http://schemas.microsoft.com/office/drawing/2014/main" id="{796E6191-CA97-7CEF-22D0-BC92D9D3357A}"/>
                </a:ext>
              </a:extLst>
            </p:cNvPr>
            <p:cNvSpPr/>
            <p:nvPr/>
          </p:nvSpPr>
          <p:spPr>
            <a:xfrm>
              <a:off x="10445890" y="1082967"/>
              <a:ext cx="99321" cy="9688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120" name="Group 1119">
            <a:extLst>
              <a:ext uri="{FF2B5EF4-FFF2-40B4-BE49-F238E27FC236}">
                <a16:creationId xmlns:a16="http://schemas.microsoft.com/office/drawing/2014/main" id="{AB5005D3-A156-C1F4-5090-16C55914E087}"/>
              </a:ext>
            </a:extLst>
          </p:cNvPr>
          <p:cNvGrpSpPr/>
          <p:nvPr/>
        </p:nvGrpSpPr>
        <p:grpSpPr>
          <a:xfrm>
            <a:off x="4155441" y="2278323"/>
            <a:ext cx="1459113" cy="579292"/>
            <a:chOff x="9642902" y="233626"/>
            <a:chExt cx="1612472" cy="640178"/>
          </a:xfrm>
        </p:grpSpPr>
        <p:cxnSp>
          <p:nvCxnSpPr>
            <p:cNvPr id="1104" name="Straight Arrow Connector 1103">
              <a:extLst>
                <a:ext uri="{FF2B5EF4-FFF2-40B4-BE49-F238E27FC236}">
                  <a16:creationId xmlns:a16="http://schemas.microsoft.com/office/drawing/2014/main" id="{84CDABEE-9791-F343-7D5B-EBEC83E66296}"/>
                </a:ext>
              </a:extLst>
            </p:cNvPr>
            <p:cNvCxnSpPr>
              <a:cxnSpLocks/>
            </p:cNvCxnSpPr>
            <p:nvPr/>
          </p:nvCxnSpPr>
          <p:spPr>
            <a:xfrm>
              <a:off x="9642902" y="579120"/>
              <a:ext cx="16124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109" name="Group 1108">
              <a:extLst>
                <a:ext uri="{FF2B5EF4-FFF2-40B4-BE49-F238E27FC236}">
                  <a16:creationId xmlns:a16="http://schemas.microsoft.com/office/drawing/2014/main" id="{72C40B54-767A-7143-771C-8A106DE0FC32}"/>
                </a:ext>
              </a:extLst>
            </p:cNvPr>
            <p:cNvGrpSpPr/>
            <p:nvPr/>
          </p:nvGrpSpPr>
          <p:grpSpPr>
            <a:xfrm>
              <a:off x="9711958" y="241911"/>
              <a:ext cx="223287" cy="631893"/>
              <a:chOff x="9838091" y="148530"/>
              <a:chExt cx="223287" cy="631893"/>
            </a:xfrm>
          </p:grpSpPr>
          <p:sp>
            <p:nvSpPr>
              <p:cNvPr id="1107" name="Arc 1106">
                <a:extLst>
                  <a:ext uri="{FF2B5EF4-FFF2-40B4-BE49-F238E27FC236}">
                    <a16:creationId xmlns:a16="http://schemas.microsoft.com/office/drawing/2014/main" id="{635F085E-9BB9-6715-826C-E2EBEE63BAC5}"/>
                  </a:ext>
                </a:extLst>
              </p:cNvPr>
              <p:cNvSpPr/>
              <p:nvPr/>
            </p:nvSpPr>
            <p:spPr>
              <a:xfrm>
                <a:off x="9838091" y="148530"/>
                <a:ext cx="223287" cy="631893"/>
              </a:xfrm>
              <a:prstGeom prst="arc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08" name="Arc 1107">
                <a:extLst>
                  <a:ext uri="{FF2B5EF4-FFF2-40B4-BE49-F238E27FC236}">
                    <a16:creationId xmlns:a16="http://schemas.microsoft.com/office/drawing/2014/main" id="{2833170E-629C-5B6D-742A-E3EC12692650}"/>
                  </a:ext>
                </a:extLst>
              </p:cNvPr>
              <p:cNvSpPr/>
              <p:nvPr/>
            </p:nvSpPr>
            <p:spPr>
              <a:xfrm flipH="1">
                <a:off x="9838091" y="148530"/>
                <a:ext cx="223287" cy="631893"/>
              </a:xfrm>
              <a:prstGeom prst="arc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10" name="Group 1109">
              <a:extLst>
                <a:ext uri="{FF2B5EF4-FFF2-40B4-BE49-F238E27FC236}">
                  <a16:creationId xmlns:a16="http://schemas.microsoft.com/office/drawing/2014/main" id="{834A27EE-C352-77F0-DDE8-612C7E6EB449}"/>
                </a:ext>
              </a:extLst>
            </p:cNvPr>
            <p:cNvGrpSpPr/>
            <p:nvPr/>
          </p:nvGrpSpPr>
          <p:grpSpPr>
            <a:xfrm>
              <a:off x="10082394" y="233626"/>
              <a:ext cx="223287" cy="631893"/>
              <a:chOff x="9838091" y="148530"/>
              <a:chExt cx="223287" cy="631893"/>
            </a:xfrm>
          </p:grpSpPr>
          <p:sp>
            <p:nvSpPr>
              <p:cNvPr id="1111" name="Arc 1110">
                <a:extLst>
                  <a:ext uri="{FF2B5EF4-FFF2-40B4-BE49-F238E27FC236}">
                    <a16:creationId xmlns:a16="http://schemas.microsoft.com/office/drawing/2014/main" id="{EF64D07E-605E-29AC-DEAB-B085E0D6E57B}"/>
                  </a:ext>
                </a:extLst>
              </p:cNvPr>
              <p:cNvSpPr/>
              <p:nvPr/>
            </p:nvSpPr>
            <p:spPr>
              <a:xfrm>
                <a:off x="9838091" y="148530"/>
                <a:ext cx="223287" cy="631893"/>
              </a:xfrm>
              <a:prstGeom prst="arc">
                <a:avLst/>
              </a:prstGeom>
              <a:ln w="12700">
                <a:solidFill>
                  <a:srgbClr val="ED7D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12" name="Arc 1111">
                <a:extLst>
                  <a:ext uri="{FF2B5EF4-FFF2-40B4-BE49-F238E27FC236}">
                    <a16:creationId xmlns:a16="http://schemas.microsoft.com/office/drawing/2014/main" id="{85D0188D-2034-7B63-B06D-CCA532939B04}"/>
                  </a:ext>
                </a:extLst>
              </p:cNvPr>
              <p:cNvSpPr/>
              <p:nvPr/>
            </p:nvSpPr>
            <p:spPr>
              <a:xfrm flipH="1">
                <a:off x="9838091" y="148530"/>
                <a:ext cx="223287" cy="631893"/>
              </a:xfrm>
              <a:prstGeom prst="arc">
                <a:avLst/>
              </a:prstGeom>
              <a:ln w="12700">
                <a:solidFill>
                  <a:srgbClr val="ED7D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13" name="Group 1112">
              <a:extLst>
                <a:ext uri="{FF2B5EF4-FFF2-40B4-BE49-F238E27FC236}">
                  <a16:creationId xmlns:a16="http://schemas.microsoft.com/office/drawing/2014/main" id="{A0A1C194-BE2E-B197-054F-B211EDF55434}"/>
                </a:ext>
              </a:extLst>
            </p:cNvPr>
            <p:cNvGrpSpPr/>
            <p:nvPr/>
          </p:nvGrpSpPr>
          <p:grpSpPr>
            <a:xfrm>
              <a:off x="10443754" y="241911"/>
              <a:ext cx="223287" cy="631893"/>
              <a:chOff x="9838091" y="148530"/>
              <a:chExt cx="223287" cy="631893"/>
            </a:xfrm>
          </p:grpSpPr>
          <p:sp>
            <p:nvSpPr>
              <p:cNvPr id="1114" name="Arc 1113">
                <a:extLst>
                  <a:ext uri="{FF2B5EF4-FFF2-40B4-BE49-F238E27FC236}">
                    <a16:creationId xmlns:a16="http://schemas.microsoft.com/office/drawing/2014/main" id="{D6585ECC-E05E-EFC3-8CD9-19AF405CF10A}"/>
                  </a:ext>
                </a:extLst>
              </p:cNvPr>
              <p:cNvSpPr/>
              <p:nvPr/>
            </p:nvSpPr>
            <p:spPr>
              <a:xfrm>
                <a:off x="9838091" y="148530"/>
                <a:ext cx="223287" cy="631893"/>
              </a:xfrm>
              <a:prstGeom prst="arc">
                <a:avLst/>
              </a:prstGeom>
              <a:ln w="12700">
                <a:solidFill>
                  <a:srgbClr val="A9D18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15" name="Arc 1114">
                <a:extLst>
                  <a:ext uri="{FF2B5EF4-FFF2-40B4-BE49-F238E27FC236}">
                    <a16:creationId xmlns:a16="http://schemas.microsoft.com/office/drawing/2014/main" id="{4EF07044-BB3C-0E90-C756-ACEE7129DF9A}"/>
                  </a:ext>
                </a:extLst>
              </p:cNvPr>
              <p:cNvSpPr/>
              <p:nvPr/>
            </p:nvSpPr>
            <p:spPr>
              <a:xfrm flipH="1">
                <a:off x="9838091" y="148530"/>
                <a:ext cx="223287" cy="631893"/>
              </a:xfrm>
              <a:prstGeom prst="arc">
                <a:avLst/>
              </a:prstGeom>
              <a:ln w="12700">
                <a:solidFill>
                  <a:srgbClr val="A9D18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16" name="Group 1115">
              <a:extLst>
                <a:ext uri="{FF2B5EF4-FFF2-40B4-BE49-F238E27FC236}">
                  <a16:creationId xmlns:a16="http://schemas.microsoft.com/office/drawing/2014/main" id="{7673C8A1-D619-1682-A101-84DB4770567E}"/>
                </a:ext>
              </a:extLst>
            </p:cNvPr>
            <p:cNvGrpSpPr/>
            <p:nvPr/>
          </p:nvGrpSpPr>
          <p:grpSpPr>
            <a:xfrm>
              <a:off x="10917261" y="239064"/>
              <a:ext cx="223287" cy="631893"/>
              <a:chOff x="9838091" y="148530"/>
              <a:chExt cx="223287" cy="631893"/>
            </a:xfrm>
            <a:solidFill>
              <a:srgbClr val="FFFFFF"/>
            </a:solidFill>
          </p:grpSpPr>
          <p:sp>
            <p:nvSpPr>
              <p:cNvPr id="1117" name="Arc 1116">
                <a:extLst>
                  <a:ext uri="{FF2B5EF4-FFF2-40B4-BE49-F238E27FC236}">
                    <a16:creationId xmlns:a16="http://schemas.microsoft.com/office/drawing/2014/main" id="{BB5239A8-DE3E-5D24-6F44-0C362023983B}"/>
                  </a:ext>
                </a:extLst>
              </p:cNvPr>
              <p:cNvSpPr/>
              <p:nvPr/>
            </p:nvSpPr>
            <p:spPr>
              <a:xfrm>
                <a:off x="9838091" y="148530"/>
                <a:ext cx="223287" cy="631893"/>
              </a:xfrm>
              <a:prstGeom prst="arc">
                <a:avLst/>
              </a:prstGeom>
              <a:grpFill/>
              <a:ln w="12700">
                <a:solidFill>
                  <a:srgbClr val="FFE6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18" name="Arc 1117">
                <a:extLst>
                  <a:ext uri="{FF2B5EF4-FFF2-40B4-BE49-F238E27FC236}">
                    <a16:creationId xmlns:a16="http://schemas.microsoft.com/office/drawing/2014/main" id="{DB56376D-6AB3-905A-EA8C-4886BB88F104}"/>
                  </a:ext>
                </a:extLst>
              </p:cNvPr>
              <p:cNvSpPr/>
              <p:nvPr/>
            </p:nvSpPr>
            <p:spPr>
              <a:xfrm flipH="1">
                <a:off x="9838091" y="148530"/>
                <a:ext cx="223287" cy="631893"/>
              </a:xfrm>
              <a:prstGeom prst="arc">
                <a:avLst/>
              </a:prstGeom>
              <a:grpFill/>
              <a:ln w="12700">
                <a:solidFill>
                  <a:srgbClr val="FFE6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BD7433F8-6E2B-FD37-4368-BB3F9A56A0D5}"/>
                    </a:ext>
                  </a:extLst>
                </p:cNvPr>
                <p:cNvSpPr txBox="1"/>
                <p:nvPr/>
              </p:nvSpPr>
              <p:spPr>
                <a:xfrm>
                  <a:off x="10046205" y="554451"/>
                  <a:ext cx="770265" cy="2550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0" lang="en-US" sz="9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9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0" lang="en-US" sz="9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oMath>
                    </m:oMathPara>
                  </a14:m>
                  <a:endParaRPr kumimoji="0" lang="en-NL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BD7433F8-6E2B-FD37-4368-BB3F9A56A0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6205" y="554451"/>
                  <a:ext cx="770265" cy="25509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128" name="Picture 1127">
            <a:extLst>
              <a:ext uri="{FF2B5EF4-FFF2-40B4-BE49-F238E27FC236}">
                <a16:creationId xmlns:a16="http://schemas.microsoft.com/office/drawing/2014/main" id="{92CE4451-DC38-ABF3-FEE9-D15E7D1CBB9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7484" r="59849"/>
          <a:stretch/>
        </p:blipFill>
        <p:spPr>
          <a:xfrm>
            <a:off x="8812423" y="3501424"/>
            <a:ext cx="613476" cy="714013"/>
          </a:xfrm>
          <a:prstGeom prst="rect">
            <a:avLst/>
          </a:prstGeom>
        </p:spPr>
      </p:pic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2C8BF578-5CD1-55DC-CD53-3985163C9917}"/>
              </a:ext>
            </a:extLst>
          </p:cNvPr>
          <p:cNvGrpSpPr/>
          <p:nvPr/>
        </p:nvGrpSpPr>
        <p:grpSpPr>
          <a:xfrm>
            <a:off x="10177748" y="3610851"/>
            <a:ext cx="679893" cy="623670"/>
            <a:chOff x="9541305" y="3628691"/>
            <a:chExt cx="679893" cy="623670"/>
          </a:xfrm>
        </p:grpSpPr>
        <p:grpSp>
          <p:nvGrpSpPr>
            <p:cNvPr id="1130" name="Group 1129">
              <a:extLst>
                <a:ext uri="{FF2B5EF4-FFF2-40B4-BE49-F238E27FC236}">
                  <a16:creationId xmlns:a16="http://schemas.microsoft.com/office/drawing/2014/main" id="{4E0A3468-947E-295B-9ECC-71CB866BC750}"/>
                </a:ext>
              </a:extLst>
            </p:cNvPr>
            <p:cNvGrpSpPr/>
            <p:nvPr/>
          </p:nvGrpSpPr>
          <p:grpSpPr>
            <a:xfrm>
              <a:off x="9541305" y="4021529"/>
              <a:ext cx="679893" cy="230832"/>
              <a:chOff x="9642902" y="554451"/>
              <a:chExt cx="1612472" cy="255093"/>
            </a:xfrm>
          </p:grpSpPr>
          <p:cxnSp>
            <p:nvCxnSpPr>
              <p:cNvPr id="1132" name="Straight Arrow Connector 1131">
                <a:extLst>
                  <a:ext uri="{FF2B5EF4-FFF2-40B4-BE49-F238E27FC236}">
                    <a16:creationId xmlns:a16="http://schemas.microsoft.com/office/drawing/2014/main" id="{C1DE9E80-4A70-BD2E-BE52-639010D3EE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42902" y="579120"/>
                <a:ext cx="161247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33" name="TextBox 1132">
                    <a:extLst>
                      <a:ext uri="{FF2B5EF4-FFF2-40B4-BE49-F238E27FC236}">
                        <a16:creationId xmlns:a16="http://schemas.microsoft.com/office/drawing/2014/main" id="{998E128C-D054-BF80-2282-F707D79004F2}"/>
                      </a:ext>
                    </a:extLst>
                  </p:cNvPr>
                  <p:cNvSpPr txBox="1"/>
                  <p:nvPr/>
                </p:nvSpPr>
                <p:spPr>
                  <a:xfrm>
                    <a:off x="9864350" y="554451"/>
                    <a:ext cx="770266" cy="2550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kumimoji="0" lang="en-US" sz="9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sz="9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0" lang="en-US" sz="9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oMath>
                      </m:oMathPara>
                    </a14:m>
                    <a:endParaRPr kumimoji="0" lang="en-NL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133" name="TextBox 1132">
                    <a:extLst>
                      <a:ext uri="{FF2B5EF4-FFF2-40B4-BE49-F238E27FC236}">
                        <a16:creationId xmlns:a16="http://schemas.microsoft.com/office/drawing/2014/main" id="{998E128C-D054-BF80-2282-F707D79004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64350" y="554451"/>
                    <a:ext cx="770266" cy="25509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CC92AC25-E51D-A4C8-106F-49C02AB56AEA}"/>
                </a:ext>
              </a:extLst>
            </p:cNvPr>
            <p:cNvSpPr/>
            <p:nvPr/>
          </p:nvSpPr>
          <p:spPr>
            <a:xfrm>
              <a:off x="9564808" y="3628691"/>
              <a:ext cx="594290" cy="346950"/>
            </a:xfrm>
            <a:custGeom>
              <a:avLst/>
              <a:gdLst>
                <a:gd name="connsiteX0" fmla="*/ 0 w 1094098"/>
                <a:gd name="connsiteY0" fmla="*/ 346733 h 346950"/>
                <a:gd name="connsiteX1" fmla="*/ 286512 w 1094098"/>
                <a:gd name="connsiteY1" fmla="*/ 285773 h 346950"/>
                <a:gd name="connsiteX2" fmla="*/ 451104 w 1094098"/>
                <a:gd name="connsiteY2" fmla="*/ 11453 h 346950"/>
                <a:gd name="connsiteX3" fmla="*/ 573024 w 1094098"/>
                <a:gd name="connsiteY3" fmla="*/ 78509 h 346950"/>
                <a:gd name="connsiteX4" fmla="*/ 804672 w 1094098"/>
                <a:gd name="connsiteY4" fmla="*/ 322349 h 346950"/>
                <a:gd name="connsiteX5" fmla="*/ 1066800 w 1094098"/>
                <a:gd name="connsiteY5" fmla="*/ 340637 h 346950"/>
                <a:gd name="connsiteX6" fmla="*/ 1072896 w 1094098"/>
                <a:gd name="connsiteY6" fmla="*/ 340637 h 346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94098" h="346950">
                  <a:moveTo>
                    <a:pt x="0" y="346733"/>
                  </a:moveTo>
                  <a:cubicBezTo>
                    <a:pt x="105664" y="344193"/>
                    <a:pt x="211328" y="341653"/>
                    <a:pt x="286512" y="285773"/>
                  </a:cubicBezTo>
                  <a:cubicBezTo>
                    <a:pt x="361696" y="229893"/>
                    <a:pt x="403352" y="45997"/>
                    <a:pt x="451104" y="11453"/>
                  </a:cubicBezTo>
                  <a:cubicBezTo>
                    <a:pt x="498856" y="-23091"/>
                    <a:pt x="514096" y="26693"/>
                    <a:pt x="573024" y="78509"/>
                  </a:cubicBezTo>
                  <a:cubicBezTo>
                    <a:pt x="631952" y="130325"/>
                    <a:pt x="722376" y="278661"/>
                    <a:pt x="804672" y="322349"/>
                  </a:cubicBezTo>
                  <a:cubicBezTo>
                    <a:pt x="886968" y="366037"/>
                    <a:pt x="1022096" y="337589"/>
                    <a:pt x="1066800" y="340637"/>
                  </a:cubicBezTo>
                  <a:cubicBezTo>
                    <a:pt x="1111504" y="343685"/>
                    <a:pt x="1092200" y="342161"/>
                    <a:pt x="1072896" y="340637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36" name="TextBox 1135">
            <a:extLst>
              <a:ext uri="{FF2B5EF4-FFF2-40B4-BE49-F238E27FC236}">
                <a16:creationId xmlns:a16="http://schemas.microsoft.com/office/drawing/2014/main" id="{A0BA9379-7DC0-4E20-E99B-CCB6F4A11D1A}"/>
              </a:ext>
            </a:extLst>
          </p:cNvPr>
          <p:cNvSpPr txBox="1"/>
          <p:nvPr/>
        </p:nvSpPr>
        <p:spPr>
          <a:xfrm>
            <a:off x="9609131" y="3602622"/>
            <a:ext cx="613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endParaRPr kumimoji="0" lang="en-NL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kstvak 23">
            <a:extLst>
              <a:ext uri="{FF2B5EF4-FFF2-40B4-BE49-F238E27FC236}">
                <a16:creationId xmlns:a16="http://schemas.microsoft.com/office/drawing/2014/main" id="{F91AD890-ACEC-22AB-11F6-ADACFB33A2D2}"/>
              </a:ext>
            </a:extLst>
          </p:cNvPr>
          <p:cNvSpPr txBox="1"/>
          <p:nvPr/>
        </p:nvSpPr>
        <p:spPr>
          <a:xfrm>
            <a:off x="6568253" y="2872924"/>
            <a:ext cx="1735011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MS1</a:t>
            </a:r>
          </a:p>
        </p:txBody>
      </p:sp>
      <p:sp>
        <p:nvSpPr>
          <p:cNvPr id="54" name="Tekstvak 23">
            <a:extLst>
              <a:ext uri="{FF2B5EF4-FFF2-40B4-BE49-F238E27FC236}">
                <a16:creationId xmlns:a16="http://schemas.microsoft.com/office/drawing/2014/main" id="{2C1404E7-D675-49E5-A4BB-118853C6806F}"/>
              </a:ext>
            </a:extLst>
          </p:cNvPr>
          <p:cNvSpPr txBox="1"/>
          <p:nvPr/>
        </p:nvSpPr>
        <p:spPr>
          <a:xfrm>
            <a:off x="9994725" y="2872924"/>
            <a:ext cx="1735011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MS2</a:t>
            </a:r>
          </a:p>
        </p:txBody>
      </p:sp>
      <p:sp>
        <p:nvSpPr>
          <p:cNvPr id="55" name="Tekstvak 23">
            <a:extLst>
              <a:ext uri="{FF2B5EF4-FFF2-40B4-BE49-F238E27FC236}">
                <a16:creationId xmlns:a16="http://schemas.microsoft.com/office/drawing/2014/main" id="{E46B15DF-E841-EB2E-CF6F-FC933AF5C653}"/>
              </a:ext>
            </a:extLst>
          </p:cNvPr>
          <p:cNvSpPr txBox="1"/>
          <p:nvPr/>
        </p:nvSpPr>
        <p:spPr>
          <a:xfrm>
            <a:off x="377109" y="2872924"/>
            <a:ext cx="784346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peptides</a:t>
            </a: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042F81D4-EDA4-8D5F-DE44-C347AB8594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6967" y="4336391"/>
            <a:ext cx="2165310" cy="1281159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133E0DA3-56F3-E221-7689-8D91743EAB39}"/>
              </a:ext>
            </a:extLst>
          </p:cNvPr>
          <p:cNvSpPr txBox="1"/>
          <p:nvPr/>
        </p:nvSpPr>
        <p:spPr>
          <a:xfrm>
            <a:off x="655320" y="3886288"/>
            <a:ext cx="5032806" cy="7383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silico</a:t>
            </a:r>
          </a:p>
        </p:txBody>
      </p:sp>
      <p:sp>
        <p:nvSpPr>
          <p:cNvPr id="111" name="Tekstvak 16">
            <a:extLst>
              <a:ext uri="{FF2B5EF4-FFF2-40B4-BE49-F238E27FC236}">
                <a16:creationId xmlns:a16="http://schemas.microsoft.com/office/drawing/2014/main" id="{08A3ED3A-D07B-2360-8B26-B8D8A3D452CB}"/>
              </a:ext>
            </a:extLst>
          </p:cNvPr>
          <p:cNvSpPr txBox="1"/>
          <p:nvPr/>
        </p:nvSpPr>
        <p:spPr>
          <a:xfrm>
            <a:off x="10389813" y="5508080"/>
            <a:ext cx="1595266" cy="453797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theoretical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spectra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5BE9F6A-6356-F5BD-4904-A7EB678E1956}"/>
              </a:ext>
            </a:extLst>
          </p:cNvPr>
          <p:cNvSpPr txBox="1"/>
          <p:nvPr/>
        </p:nvSpPr>
        <p:spPr>
          <a:xfrm>
            <a:off x="7410528" y="5442906"/>
            <a:ext cx="525871" cy="13034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400" b="0" i="0" u="none" strike="noStrike" kern="1200" cap="none" spc="0" normalizeH="0" baseline="0" noProof="0">
                <a:ln>
                  <a:noFill/>
                </a:ln>
                <a:solidFill>
                  <a:srgbClr val="1B294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m/z</a:t>
            </a:r>
          </a:p>
        </p:txBody>
      </p:sp>
      <p:sp>
        <p:nvSpPr>
          <p:cNvPr id="116" name="Tekstvak 4">
            <a:extLst>
              <a:ext uri="{FF2B5EF4-FFF2-40B4-BE49-F238E27FC236}">
                <a16:creationId xmlns:a16="http://schemas.microsoft.com/office/drawing/2014/main" id="{87FDD2B0-22B3-A095-75B0-8FD6F11D6DEB}"/>
              </a:ext>
            </a:extLst>
          </p:cNvPr>
          <p:cNvSpPr txBox="1"/>
          <p:nvPr/>
        </p:nvSpPr>
        <p:spPr>
          <a:xfrm>
            <a:off x="6770688" y="5508965"/>
            <a:ext cx="1404283" cy="453797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precursor mass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(and isotopic distribution)</a:t>
            </a:r>
          </a:p>
        </p:txBody>
      </p:sp>
      <p:sp>
        <p:nvSpPr>
          <p:cNvPr id="118" name="Tekstvak 25">
            <a:extLst>
              <a:ext uri="{FF2B5EF4-FFF2-40B4-BE49-F238E27FC236}">
                <a16:creationId xmlns:a16="http://schemas.microsoft.com/office/drawing/2014/main" id="{E52B7F04-2F53-6CA6-CC44-C04953F73710}"/>
              </a:ext>
            </a:extLst>
          </p:cNvPr>
          <p:cNvSpPr txBox="1"/>
          <p:nvPr/>
        </p:nvSpPr>
        <p:spPr>
          <a:xfrm>
            <a:off x="1286066" y="4534435"/>
            <a:ext cx="4951783" cy="907897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 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mass</a:t>
            </a:r>
          </a:p>
        </p:txBody>
      </p:sp>
      <p:cxnSp>
        <p:nvCxnSpPr>
          <p:cNvPr id="125" name="Rechte verbindingslijn met pijl 6">
            <a:extLst>
              <a:ext uri="{FF2B5EF4-FFF2-40B4-BE49-F238E27FC236}">
                <a16:creationId xmlns:a16="http://schemas.microsoft.com/office/drawing/2014/main" id="{EFF19FDF-C07C-4B0B-D53D-2350F07B1B4F}"/>
              </a:ext>
            </a:extLst>
          </p:cNvPr>
          <p:cNvCxnSpPr>
            <a:cxnSpLocks/>
          </p:cNvCxnSpPr>
          <p:nvPr/>
        </p:nvCxnSpPr>
        <p:spPr>
          <a:xfrm>
            <a:off x="1286066" y="4976970"/>
            <a:ext cx="4951783" cy="1029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Rechte verbindingslijn met pijl 10">
            <a:extLst>
              <a:ext uri="{FF2B5EF4-FFF2-40B4-BE49-F238E27FC236}">
                <a16:creationId xmlns:a16="http://schemas.microsoft.com/office/drawing/2014/main" id="{148F8773-9C01-7057-B3FD-B8BD4C7E5E9D}"/>
              </a:ext>
            </a:extLst>
          </p:cNvPr>
          <p:cNvCxnSpPr>
            <a:cxnSpLocks/>
          </p:cNvCxnSpPr>
          <p:nvPr/>
        </p:nvCxnSpPr>
        <p:spPr>
          <a:xfrm>
            <a:off x="8542277" y="5007451"/>
            <a:ext cx="159826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6934BC1-F08E-428F-8E9A-01EFBADAC85F}"/>
              </a:ext>
            </a:extLst>
          </p:cNvPr>
          <p:cNvSpPr/>
          <p:nvPr/>
        </p:nvSpPr>
        <p:spPr>
          <a:xfrm>
            <a:off x="8432820" y="4565448"/>
            <a:ext cx="1774589" cy="792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6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silico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MS/MS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D7953F4-14B9-B1B6-6344-2533B07B4138}"/>
              </a:ext>
            </a:extLst>
          </p:cNvPr>
          <p:cNvGrpSpPr/>
          <p:nvPr/>
        </p:nvGrpSpPr>
        <p:grpSpPr>
          <a:xfrm>
            <a:off x="584355" y="4453663"/>
            <a:ext cx="533601" cy="907898"/>
            <a:chOff x="1701298" y="3994261"/>
            <a:chExt cx="719588" cy="1224347"/>
          </a:xfrm>
        </p:grpSpPr>
        <p:grpSp>
          <p:nvGrpSpPr>
            <p:cNvPr id="21" name="Graphic 2" descr="Database with solid fill">
              <a:extLst>
                <a:ext uri="{FF2B5EF4-FFF2-40B4-BE49-F238E27FC236}">
                  <a16:creationId xmlns:a16="http://schemas.microsoft.com/office/drawing/2014/main" id="{55522395-8D04-0B5A-4A34-16E5A56E5D70}"/>
                </a:ext>
              </a:extLst>
            </p:cNvPr>
            <p:cNvGrpSpPr/>
            <p:nvPr/>
          </p:nvGrpSpPr>
          <p:grpSpPr>
            <a:xfrm>
              <a:off x="1701298" y="3994261"/>
              <a:ext cx="719588" cy="976585"/>
              <a:chOff x="1741159" y="4518082"/>
              <a:chExt cx="719588" cy="976585"/>
            </a:xfrm>
            <a:solidFill>
              <a:schemeClr val="bg1">
                <a:lumMod val="75000"/>
              </a:schemeClr>
            </a:solidFill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3153B43B-3274-B2D1-4533-85231AD79ECD}"/>
                  </a:ext>
                </a:extLst>
              </p:cNvPr>
              <p:cNvSpPr/>
              <p:nvPr/>
            </p:nvSpPr>
            <p:spPr>
              <a:xfrm>
                <a:off x="1741159" y="4518082"/>
                <a:ext cx="719588" cy="205596"/>
              </a:xfrm>
              <a:custGeom>
                <a:avLst/>
                <a:gdLst>
                  <a:gd name="connsiteX0" fmla="*/ 719588 w 719588"/>
                  <a:gd name="connsiteY0" fmla="*/ 102798 h 205596"/>
                  <a:gd name="connsiteX1" fmla="*/ 359794 w 719588"/>
                  <a:gd name="connsiteY1" fmla="*/ 205597 h 205596"/>
                  <a:gd name="connsiteX2" fmla="*/ 0 w 719588"/>
                  <a:gd name="connsiteY2" fmla="*/ 102798 h 205596"/>
                  <a:gd name="connsiteX3" fmla="*/ 359794 w 719588"/>
                  <a:gd name="connsiteY3" fmla="*/ 0 h 205596"/>
                  <a:gd name="connsiteX4" fmla="*/ 719588 w 719588"/>
                  <a:gd name="connsiteY4" fmla="*/ 102798 h 205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588" h="205596">
                    <a:moveTo>
                      <a:pt x="719588" y="102798"/>
                    </a:moveTo>
                    <a:cubicBezTo>
                      <a:pt x="719588" y="159572"/>
                      <a:pt x="558503" y="205597"/>
                      <a:pt x="359794" y="205597"/>
                    </a:cubicBezTo>
                    <a:cubicBezTo>
                      <a:pt x="161085" y="205597"/>
                      <a:pt x="0" y="159572"/>
                      <a:pt x="0" y="102798"/>
                    </a:cubicBezTo>
                    <a:cubicBezTo>
                      <a:pt x="0" y="46024"/>
                      <a:pt x="161085" y="0"/>
                      <a:pt x="359794" y="0"/>
                    </a:cubicBezTo>
                    <a:cubicBezTo>
                      <a:pt x="558503" y="0"/>
                      <a:pt x="719588" y="46024"/>
                      <a:pt x="719588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CDAFD089-66C4-1F91-969F-42CA62132A24}"/>
                  </a:ext>
                </a:extLst>
              </p:cNvPr>
              <p:cNvSpPr/>
              <p:nvPr/>
            </p:nvSpPr>
            <p:spPr>
              <a:xfrm>
                <a:off x="1741159" y="4672279"/>
                <a:ext cx="719588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m/z</a:t>
                </a:r>
                <a:endParaRPr kumimoji="0" lang="en-NL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7EFC4681-ACE9-2AA0-BC2F-7598BE5D6E10}"/>
                  </a:ext>
                </a:extLst>
              </p:cNvPr>
              <p:cNvSpPr/>
              <p:nvPr/>
            </p:nvSpPr>
            <p:spPr>
              <a:xfrm>
                <a:off x="1741159" y="4929276"/>
                <a:ext cx="719588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D904A5F3-6DA7-3CE5-1C31-491482019275}"/>
                  </a:ext>
                </a:extLst>
              </p:cNvPr>
              <p:cNvSpPr/>
              <p:nvPr/>
            </p:nvSpPr>
            <p:spPr>
              <a:xfrm>
                <a:off x="1741159" y="5186272"/>
                <a:ext cx="719588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37A5D82-D6BE-7607-B285-5A35230A9D83}"/>
                </a:ext>
              </a:extLst>
            </p:cNvPr>
            <p:cNvSpPr/>
            <p:nvPr/>
          </p:nvSpPr>
          <p:spPr>
            <a:xfrm>
              <a:off x="1701298" y="4910213"/>
              <a:ext cx="719588" cy="308395"/>
            </a:xfrm>
            <a:custGeom>
              <a:avLst/>
              <a:gdLst>
                <a:gd name="connsiteX0" fmla="*/ 616790 w 719588"/>
                <a:gd name="connsiteY0" fmla="*/ 205597 h 308395"/>
                <a:gd name="connsiteX1" fmla="*/ 591090 w 719588"/>
                <a:gd name="connsiteY1" fmla="*/ 179897 h 308395"/>
                <a:gd name="connsiteX2" fmla="*/ 616790 w 719588"/>
                <a:gd name="connsiteY2" fmla="*/ 154198 h 308395"/>
                <a:gd name="connsiteX3" fmla="*/ 642490 w 719588"/>
                <a:gd name="connsiteY3" fmla="*/ 179897 h 308395"/>
                <a:gd name="connsiteX4" fmla="*/ 616790 w 719588"/>
                <a:gd name="connsiteY4" fmla="*/ 205597 h 308395"/>
                <a:gd name="connsiteX5" fmla="*/ 359794 w 719588"/>
                <a:gd name="connsiteY5" fmla="*/ 102798 h 308395"/>
                <a:gd name="connsiteX6" fmla="*/ 0 w 719588"/>
                <a:gd name="connsiteY6" fmla="*/ 0 h 308395"/>
                <a:gd name="connsiteX7" fmla="*/ 0 w 719588"/>
                <a:gd name="connsiteY7" fmla="*/ 205597 h 308395"/>
                <a:gd name="connsiteX8" fmla="*/ 359794 w 719588"/>
                <a:gd name="connsiteY8" fmla="*/ 308395 h 308395"/>
                <a:gd name="connsiteX9" fmla="*/ 719588 w 719588"/>
                <a:gd name="connsiteY9" fmla="*/ 205597 h 308395"/>
                <a:gd name="connsiteX10" fmla="*/ 719588 w 719588"/>
                <a:gd name="connsiteY10" fmla="*/ 0 h 308395"/>
                <a:gd name="connsiteX11" fmla="*/ 359794 w 719588"/>
                <a:gd name="connsiteY11" fmla="*/ 102798 h 308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9588" h="308395">
                  <a:moveTo>
                    <a:pt x="616790" y="205597"/>
                  </a:moveTo>
                  <a:cubicBezTo>
                    <a:pt x="601370" y="205597"/>
                    <a:pt x="591090" y="195317"/>
                    <a:pt x="591090" y="179897"/>
                  </a:cubicBezTo>
                  <a:cubicBezTo>
                    <a:pt x="591090" y="164477"/>
                    <a:pt x="601370" y="154198"/>
                    <a:pt x="616790" y="154198"/>
                  </a:cubicBezTo>
                  <a:cubicBezTo>
                    <a:pt x="632210" y="154198"/>
                    <a:pt x="642490" y="164477"/>
                    <a:pt x="642490" y="179897"/>
                  </a:cubicBezTo>
                  <a:cubicBezTo>
                    <a:pt x="642490" y="195317"/>
                    <a:pt x="632210" y="205597"/>
                    <a:pt x="616790" y="205597"/>
                  </a:cubicBezTo>
                  <a:close/>
                  <a:moveTo>
                    <a:pt x="359794" y="102798"/>
                  </a:moveTo>
                  <a:cubicBezTo>
                    <a:pt x="161907" y="102798"/>
                    <a:pt x="0" y="56539"/>
                    <a:pt x="0" y="0"/>
                  </a:cubicBezTo>
                  <a:lnTo>
                    <a:pt x="0" y="205597"/>
                  </a:lnTo>
                  <a:cubicBezTo>
                    <a:pt x="0" y="262136"/>
                    <a:pt x="161907" y="308395"/>
                    <a:pt x="359794" y="308395"/>
                  </a:cubicBezTo>
                  <a:cubicBezTo>
                    <a:pt x="557681" y="308395"/>
                    <a:pt x="719588" y="262136"/>
                    <a:pt x="719588" y="205597"/>
                  </a:cubicBezTo>
                  <a:lnTo>
                    <a:pt x="719588" y="0"/>
                  </a:lnTo>
                  <a:cubicBezTo>
                    <a:pt x="719588" y="56539"/>
                    <a:pt x="557681" y="102798"/>
                    <a:pt x="359794" y="102798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279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7" name="Tekstvak 23">
            <a:extLst>
              <a:ext uri="{FF2B5EF4-FFF2-40B4-BE49-F238E27FC236}">
                <a16:creationId xmlns:a16="http://schemas.microsoft.com/office/drawing/2014/main" id="{3EE8B69D-1441-DD80-0B82-EFC63D807869}"/>
              </a:ext>
            </a:extLst>
          </p:cNvPr>
          <p:cNvSpPr txBox="1"/>
          <p:nvPr/>
        </p:nvSpPr>
        <p:spPr>
          <a:xfrm>
            <a:off x="10266" y="5513171"/>
            <a:ext cx="1735011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fasta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B63AC1D-6957-1F06-04B5-AABB64251F04}"/>
              </a:ext>
            </a:extLst>
          </p:cNvPr>
          <p:cNvSpPr/>
          <p:nvPr/>
        </p:nvSpPr>
        <p:spPr>
          <a:xfrm>
            <a:off x="353815" y="1429101"/>
            <a:ext cx="11492147" cy="1861732"/>
          </a:xfrm>
          <a:prstGeom prst="roundRect">
            <a:avLst>
              <a:gd name="adj" fmla="val 4688"/>
            </a:avLst>
          </a:pr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6BDC2D-9B37-4324-7FE1-449A6D4AB201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6534" t="7992" r="50781"/>
          <a:stretch/>
        </p:blipFill>
        <p:spPr>
          <a:xfrm>
            <a:off x="10279657" y="4330141"/>
            <a:ext cx="1470459" cy="1252197"/>
          </a:xfrm>
          <a:prstGeom prst="rect">
            <a:avLst/>
          </a:prstGeom>
        </p:spPr>
      </p:pic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BD5294A2-D1BF-004B-6B6B-075B129A4C1B}"/>
              </a:ext>
            </a:extLst>
          </p:cNvPr>
          <p:cNvSpPr/>
          <p:nvPr/>
        </p:nvSpPr>
        <p:spPr>
          <a:xfrm>
            <a:off x="353814" y="4264266"/>
            <a:ext cx="11492147" cy="2078870"/>
          </a:xfrm>
          <a:prstGeom prst="roundRect">
            <a:avLst>
              <a:gd name="adj" fmla="val 4688"/>
            </a:avLst>
          </a:pr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7A27D09-430D-2FD3-B028-E5A1B4515303}"/>
                  </a:ext>
                </a:extLst>
              </p:cNvPr>
              <p:cNvSpPr txBox="1"/>
              <p:nvPr/>
            </p:nvSpPr>
            <p:spPr>
              <a:xfrm>
                <a:off x="4562830" y="3524074"/>
                <a:ext cx="1828800" cy="3803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11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𝐻𝑆</m:t>
                      </m:r>
                      <m:r>
                        <a:rPr kumimoji="0" lang="en-US" sz="11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0" lang="en-US" sz="11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kumimoji="0" lang="en-US" sz="11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kumimoji="0" lang="en-US" sz="11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0" lang="en-US" sz="11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kumimoji="0" lang="en-US" sz="11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kumimoji="0" lang="en-US" sz="11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1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kumimoji="0" lang="en-US" sz="11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0" lang="en-US" sz="11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1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kumimoji="0" lang="en-US" sz="11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sSub>
                        <m:sSubPr>
                          <m:ctrlPr>
                            <a:rPr kumimoji="0" lang="en-US" sz="11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11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kumimoji="0" lang="en-US" sz="11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kumimoji="0" lang="en-US" sz="11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!</m:t>
                      </m:r>
                      <m:sSub>
                        <m:sSubPr>
                          <m:ctrlPr>
                            <a:rPr kumimoji="0" lang="en-US" sz="11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11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kumimoji="0" lang="en-US" sz="11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kumimoji="0" lang="en-US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kumimoji="0" lang="en-BE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7A27D09-430D-2FD3-B028-E5A1B4515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830" y="3524074"/>
                <a:ext cx="1828800" cy="380361"/>
              </a:xfrm>
              <a:prstGeom prst="rect">
                <a:avLst/>
              </a:prstGeom>
              <a:blipFill>
                <a:blip r:embed="rId11"/>
                <a:stretch>
                  <a:fillRect t="-161290" r="-333" b="-237097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CDAA4BCB-7DEA-7EC3-48ED-DD459B404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38" y="365125"/>
            <a:ext cx="11499924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MS-based proteomics from data to identification &amp; quantification</a:t>
            </a:r>
            <a:endParaRPr lang="en-BE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FCA2BD-4C64-277D-DBEC-34E3D91C6AB1}"/>
              </a:ext>
            </a:extLst>
          </p:cNvPr>
          <p:cNvSpPr txBox="1"/>
          <p:nvPr/>
        </p:nvSpPr>
        <p:spPr>
          <a:xfrm>
            <a:off x="8525979" y="3278247"/>
            <a:ext cx="1382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Identification</a:t>
            </a:r>
            <a:endParaRPr kumimoji="0" lang="en-NL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62313B-962E-E618-B77C-6EAF3464D0DD}"/>
              </a:ext>
            </a:extLst>
          </p:cNvPr>
          <p:cNvSpPr txBox="1"/>
          <p:nvPr/>
        </p:nvSpPr>
        <p:spPr>
          <a:xfrm>
            <a:off x="9809504" y="3274497"/>
            <a:ext cx="1382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Quantification</a:t>
            </a:r>
            <a:endParaRPr kumimoji="0" lang="en-NL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618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4B916-A4E2-DA50-61F8-3EE67438C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802D71AC-0960-56C0-CA16-61257751C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9230" y="6356350"/>
            <a:ext cx="11045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B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Dens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E3F558-74D7-4DE7-865B-0F3399673619}" type="slidenum">
              <a:rPr lang="nl-BE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5</a:t>
            </a:fld>
            <a:endParaRPr lang="nl-BE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1B7F2C19-AAF2-007B-E7CE-D5F5ECB2FC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736" y="1889876"/>
            <a:ext cx="1895906" cy="778461"/>
          </a:xfrm>
          <a:prstGeom prst="rect">
            <a:avLst/>
          </a:prstGeom>
        </p:spPr>
      </p:pic>
      <p:pic>
        <p:nvPicPr>
          <p:cNvPr id="98" name="Afbeelding 20">
            <a:extLst>
              <a:ext uri="{FF2B5EF4-FFF2-40B4-BE49-F238E27FC236}">
                <a16:creationId xmlns:a16="http://schemas.microsoft.com/office/drawing/2014/main" id="{90CEE906-548C-7957-B779-505E4312E49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/>
          <a:srcRect r="16657"/>
          <a:stretch/>
        </p:blipFill>
        <p:spPr>
          <a:xfrm>
            <a:off x="6327076" y="1858927"/>
            <a:ext cx="2110127" cy="988196"/>
          </a:xfrm>
          <a:prstGeom prst="rect">
            <a:avLst/>
          </a:prstGeom>
          <a:effectLst/>
          <a:scene3d>
            <a:camera prst="orthographicFront"/>
            <a:lightRig rig="threePt" dir="t"/>
          </a:scene3d>
          <a:sp3d>
            <a:contourClr>
              <a:schemeClr val="accent1"/>
            </a:contourClr>
          </a:sp3d>
        </p:spPr>
      </p:pic>
      <p:sp>
        <p:nvSpPr>
          <p:cNvPr id="100" name="Tekstvak 30">
            <a:extLst>
              <a:ext uri="{FF2B5EF4-FFF2-40B4-BE49-F238E27FC236}">
                <a16:creationId xmlns:a16="http://schemas.microsoft.com/office/drawing/2014/main" id="{3ECC0331-E528-BECF-FFBA-48B4D8170731}"/>
              </a:ext>
            </a:extLst>
          </p:cNvPr>
          <p:cNvSpPr txBox="1"/>
          <p:nvPr/>
        </p:nvSpPr>
        <p:spPr>
          <a:xfrm>
            <a:off x="5500294" y="1998761"/>
            <a:ext cx="480387" cy="45870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 scan</a:t>
            </a:r>
            <a:endParaRPr lang="nl-BE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1" name="Rechte verbindingslijn met pijl 24">
            <a:extLst>
              <a:ext uri="{FF2B5EF4-FFF2-40B4-BE49-F238E27FC236}">
                <a16:creationId xmlns:a16="http://schemas.microsoft.com/office/drawing/2014/main" id="{FB119602-C540-D274-896E-7200F4532F25}"/>
              </a:ext>
            </a:extLst>
          </p:cNvPr>
          <p:cNvCxnSpPr>
            <a:cxnSpLocks/>
          </p:cNvCxnSpPr>
          <p:nvPr/>
        </p:nvCxnSpPr>
        <p:spPr>
          <a:xfrm>
            <a:off x="1226512" y="2351488"/>
            <a:ext cx="42253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Tekstvak 25">
            <a:extLst>
              <a:ext uri="{FF2B5EF4-FFF2-40B4-BE49-F238E27FC236}">
                <a16:creationId xmlns:a16="http://schemas.microsoft.com/office/drawing/2014/main" id="{C30C4D6F-E567-130D-BD68-4D29B15DE5B9}"/>
              </a:ext>
            </a:extLst>
          </p:cNvPr>
          <p:cNvSpPr txBox="1"/>
          <p:nvPr/>
        </p:nvSpPr>
        <p:spPr>
          <a:xfrm>
            <a:off x="1226512" y="1976787"/>
            <a:ext cx="471292" cy="907897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LC</a:t>
            </a:r>
          </a:p>
        </p:txBody>
      </p:sp>
      <p:cxnSp>
        <p:nvCxnSpPr>
          <p:cNvPr id="103" name="Rechte verbindingslijn met pijl 24">
            <a:extLst>
              <a:ext uri="{FF2B5EF4-FFF2-40B4-BE49-F238E27FC236}">
                <a16:creationId xmlns:a16="http://schemas.microsoft.com/office/drawing/2014/main" id="{BF797A0F-D722-3099-2657-88F446914023}"/>
              </a:ext>
            </a:extLst>
          </p:cNvPr>
          <p:cNvCxnSpPr/>
          <p:nvPr/>
        </p:nvCxnSpPr>
        <p:spPr>
          <a:xfrm>
            <a:off x="5570808" y="2373896"/>
            <a:ext cx="75057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Tekstvak 30">
            <a:extLst>
              <a:ext uri="{FF2B5EF4-FFF2-40B4-BE49-F238E27FC236}">
                <a16:creationId xmlns:a16="http://schemas.microsoft.com/office/drawing/2014/main" id="{46AD00A3-7681-51BC-4F45-2093DDB84548}"/>
              </a:ext>
            </a:extLst>
          </p:cNvPr>
          <p:cNvSpPr txBox="1"/>
          <p:nvPr/>
        </p:nvSpPr>
        <p:spPr>
          <a:xfrm>
            <a:off x="8631821" y="2010385"/>
            <a:ext cx="480387" cy="45870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fragmentation</a:t>
            </a:r>
          </a:p>
        </p:txBody>
      </p:sp>
      <p:cxnSp>
        <p:nvCxnSpPr>
          <p:cNvPr id="105" name="Rechte verbindingslijn met pijl 24">
            <a:extLst>
              <a:ext uri="{FF2B5EF4-FFF2-40B4-BE49-F238E27FC236}">
                <a16:creationId xmlns:a16="http://schemas.microsoft.com/office/drawing/2014/main" id="{83F1AF6D-2238-4123-5E27-D75779F0CDCB}"/>
              </a:ext>
            </a:extLst>
          </p:cNvPr>
          <p:cNvCxnSpPr>
            <a:cxnSpLocks/>
          </p:cNvCxnSpPr>
          <p:nvPr/>
        </p:nvCxnSpPr>
        <p:spPr>
          <a:xfrm>
            <a:off x="8608251" y="2392845"/>
            <a:ext cx="12382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Tekstvak 23">
            <a:extLst>
              <a:ext uri="{FF2B5EF4-FFF2-40B4-BE49-F238E27FC236}">
                <a16:creationId xmlns:a16="http://schemas.microsoft.com/office/drawing/2014/main" id="{6A8D9E26-E745-188A-0D94-77C2C521C97C}"/>
              </a:ext>
            </a:extLst>
          </p:cNvPr>
          <p:cNvSpPr txBox="1"/>
          <p:nvPr/>
        </p:nvSpPr>
        <p:spPr>
          <a:xfrm>
            <a:off x="1900072" y="2872924"/>
            <a:ext cx="784346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chromatogram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7F493B2-DCAF-E027-0D53-4A795140461F}"/>
              </a:ext>
            </a:extLst>
          </p:cNvPr>
          <p:cNvSpPr txBox="1"/>
          <p:nvPr/>
        </p:nvSpPr>
        <p:spPr>
          <a:xfrm>
            <a:off x="640080" y="1064520"/>
            <a:ext cx="5032806" cy="7383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457200"/>
            <a:r>
              <a:rPr lang="nl-NL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experimental</a:t>
            </a:r>
          </a:p>
        </p:txBody>
      </p:sp>
      <p:sp>
        <p:nvSpPr>
          <p:cNvPr id="119" name="Tekstvak 30">
            <a:extLst>
              <a:ext uri="{FF2B5EF4-FFF2-40B4-BE49-F238E27FC236}">
                <a16:creationId xmlns:a16="http://schemas.microsoft.com/office/drawing/2014/main" id="{689A9E3A-AEC7-D85F-99B7-F73492DADC6E}"/>
              </a:ext>
            </a:extLst>
          </p:cNvPr>
          <p:cNvSpPr txBox="1"/>
          <p:nvPr/>
        </p:nvSpPr>
        <p:spPr>
          <a:xfrm>
            <a:off x="6510407" y="3357787"/>
            <a:ext cx="287615" cy="498548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Scoring function</a:t>
            </a:r>
            <a:endParaRPr lang="nl-BE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0" name="Rechte verbindingslijn met pijl 24">
            <a:extLst>
              <a:ext uri="{FF2B5EF4-FFF2-40B4-BE49-F238E27FC236}">
                <a16:creationId xmlns:a16="http://schemas.microsoft.com/office/drawing/2014/main" id="{0321325B-A454-CB88-43D1-7C8297340B79}"/>
              </a:ext>
            </a:extLst>
          </p:cNvPr>
          <p:cNvCxnSpPr>
            <a:cxnSpLocks/>
          </p:cNvCxnSpPr>
          <p:nvPr/>
        </p:nvCxnSpPr>
        <p:spPr>
          <a:xfrm>
            <a:off x="6391631" y="3768333"/>
            <a:ext cx="185438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Tekstvak 30">
            <a:extLst>
              <a:ext uri="{FF2B5EF4-FFF2-40B4-BE49-F238E27FC236}">
                <a16:creationId xmlns:a16="http://schemas.microsoft.com/office/drawing/2014/main" id="{5F4E913F-F051-4A59-FBB3-D30BA2DC7C64}"/>
              </a:ext>
            </a:extLst>
          </p:cNvPr>
          <p:cNvSpPr txBox="1"/>
          <p:nvPr/>
        </p:nvSpPr>
        <p:spPr>
          <a:xfrm>
            <a:off x="3323433" y="1946318"/>
            <a:ext cx="759279" cy="45870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TIMS</a:t>
            </a:r>
          </a:p>
        </p:txBody>
      </p:sp>
      <p:cxnSp>
        <p:nvCxnSpPr>
          <p:cNvPr id="122" name="Rechte verbindingslijn met pijl 24">
            <a:extLst>
              <a:ext uri="{FF2B5EF4-FFF2-40B4-BE49-F238E27FC236}">
                <a16:creationId xmlns:a16="http://schemas.microsoft.com/office/drawing/2014/main" id="{382C7AB9-4B2C-AC8E-14E1-70C6762B62C4}"/>
              </a:ext>
            </a:extLst>
          </p:cNvPr>
          <p:cNvCxnSpPr/>
          <p:nvPr/>
        </p:nvCxnSpPr>
        <p:spPr>
          <a:xfrm>
            <a:off x="3342397" y="2362973"/>
            <a:ext cx="75057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Tekstvak 23">
            <a:extLst>
              <a:ext uri="{FF2B5EF4-FFF2-40B4-BE49-F238E27FC236}">
                <a16:creationId xmlns:a16="http://schemas.microsoft.com/office/drawing/2014/main" id="{95B50BE0-364E-3F09-DAAD-97563F2F5124}"/>
              </a:ext>
            </a:extLst>
          </p:cNvPr>
          <p:cNvSpPr txBox="1"/>
          <p:nvPr/>
        </p:nvSpPr>
        <p:spPr>
          <a:xfrm>
            <a:off x="3953114" y="2872924"/>
            <a:ext cx="1735011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mobilogram</a:t>
            </a:r>
          </a:p>
        </p:txBody>
      </p:sp>
      <p:cxnSp>
        <p:nvCxnSpPr>
          <p:cNvPr id="124" name="Rechte verbindingslijn met pijl 24">
            <a:extLst>
              <a:ext uri="{FF2B5EF4-FFF2-40B4-BE49-F238E27FC236}">
                <a16:creationId xmlns:a16="http://schemas.microsoft.com/office/drawing/2014/main" id="{4B493D8B-FA66-7A3B-27DE-E1B2F434440F}"/>
              </a:ext>
            </a:extLst>
          </p:cNvPr>
          <p:cNvCxnSpPr>
            <a:cxnSpLocks/>
          </p:cNvCxnSpPr>
          <p:nvPr/>
        </p:nvCxnSpPr>
        <p:spPr>
          <a:xfrm flipV="1">
            <a:off x="6391631" y="3310365"/>
            <a:ext cx="0" cy="905072"/>
          </a:xfrm>
          <a:prstGeom prst="straightConnector1">
            <a:avLst/>
          </a:prstGeom>
          <a:ln w="19050"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9EC937A5-9565-8D77-760C-BEFA4A6D5ACC}"/>
              </a:ext>
            </a:extLst>
          </p:cNvPr>
          <p:cNvSpPr/>
          <p:nvPr/>
        </p:nvSpPr>
        <p:spPr>
          <a:xfrm>
            <a:off x="428482" y="1957904"/>
            <a:ext cx="69602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HPYLEDR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683BA61C-E6D1-1BD1-9E03-C35DA3D4DE13}"/>
              </a:ext>
            </a:extLst>
          </p:cNvPr>
          <p:cNvSpPr/>
          <p:nvPr/>
        </p:nvSpPr>
        <p:spPr>
          <a:xfrm>
            <a:off x="453820" y="2209414"/>
            <a:ext cx="77457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GDLVLFDR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754F0BBB-4237-4210-9092-A8CF8EFD2C20}"/>
              </a:ext>
            </a:extLst>
          </p:cNvPr>
          <p:cNvSpPr/>
          <p:nvPr/>
        </p:nvSpPr>
        <p:spPr>
          <a:xfrm>
            <a:off x="353815" y="2454025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AAAAGSLDK</a:t>
            </a: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BF4629B8-5A26-CEC4-9C60-FBEABFEA4F8A}"/>
              </a:ext>
            </a:extLst>
          </p:cNvPr>
          <p:cNvGrpSpPr/>
          <p:nvPr/>
        </p:nvGrpSpPr>
        <p:grpSpPr>
          <a:xfrm>
            <a:off x="9878498" y="1689786"/>
            <a:ext cx="1792392" cy="1346046"/>
            <a:chOff x="10061378" y="1833369"/>
            <a:chExt cx="1792392" cy="1346046"/>
          </a:xfrm>
        </p:grpSpPr>
        <p:pic>
          <p:nvPicPr>
            <p:cNvPr id="160" name="Graphic 159">
              <a:extLst>
                <a:ext uri="{FF2B5EF4-FFF2-40B4-BE49-F238E27FC236}">
                  <a16:creationId xmlns:a16="http://schemas.microsoft.com/office/drawing/2014/main" id="{47B7F287-DE9C-7CF8-DED5-B3197DE9A4EF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21469" t="8634"/>
            <a:stretch/>
          </p:blipFill>
          <p:spPr>
            <a:xfrm>
              <a:off x="10212550" y="1833369"/>
              <a:ext cx="1641220" cy="1325564"/>
            </a:xfrm>
            <a:prstGeom prst="rect">
              <a:avLst/>
            </a:prstGeom>
          </p:spPr>
        </p:pic>
        <p:pic>
          <p:nvPicPr>
            <p:cNvPr id="161" name="Graphic 160">
              <a:extLst>
                <a:ext uri="{FF2B5EF4-FFF2-40B4-BE49-F238E27FC236}">
                  <a16:creationId xmlns:a16="http://schemas.microsoft.com/office/drawing/2014/main" id="{DA1FE8F2-5E24-E348-7F6E-64F4E184C17F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-967" t="8634" r="92590"/>
            <a:stretch/>
          </p:blipFill>
          <p:spPr>
            <a:xfrm>
              <a:off x="10061378" y="1853851"/>
              <a:ext cx="175072" cy="1325564"/>
            </a:xfrm>
            <a:prstGeom prst="rect">
              <a:avLst/>
            </a:prstGeom>
          </p:spPr>
        </p:pic>
      </p:grpSp>
      <p:grpSp>
        <p:nvGrpSpPr>
          <p:cNvPr id="1105" name="Group 1104">
            <a:extLst>
              <a:ext uri="{FF2B5EF4-FFF2-40B4-BE49-F238E27FC236}">
                <a16:creationId xmlns:a16="http://schemas.microsoft.com/office/drawing/2014/main" id="{085C0E79-E02C-2BB2-FD09-255A99885497}"/>
              </a:ext>
            </a:extLst>
          </p:cNvPr>
          <p:cNvGrpSpPr/>
          <p:nvPr/>
        </p:nvGrpSpPr>
        <p:grpSpPr>
          <a:xfrm>
            <a:off x="4147402" y="1541847"/>
            <a:ext cx="1398331" cy="676612"/>
            <a:chOff x="9589567" y="873804"/>
            <a:chExt cx="1827771" cy="884406"/>
          </a:xfrm>
        </p:grpSpPr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294E4B3F-5C4F-3929-F7D6-3685FBB82A61}"/>
                </a:ext>
              </a:extLst>
            </p:cNvPr>
            <p:cNvCxnSpPr/>
            <p:nvPr/>
          </p:nvCxnSpPr>
          <p:spPr>
            <a:xfrm>
              <a:off x="9589567" y="1752775"/>
              <a:ext cx="315478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E240A478-5204-C743-D5B4-3DD6DA1C1F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045" y="1469736"/>
              <a:ext cx="60401" cy="288474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8A041169-B414-CF2D-5BA7-FFA922BAC7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63337" y="961279"/>
              <a:ext cx="812449" cy="508457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225F209C-6F24-9AD6-FE34-3C7EC7547B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75786" y="958340"/>
              <a:ext cx="449427" cy="2939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7E15715E-F84A-BB92-DD93-E60416E6C254}"/>
                </a:ext>
              </a:extLst>
            </p:cNvPr>
            <p:cNvCxnSpPr>
              <a:cxnSpLocks/>
            </p:cNvCxnSpPr>
            <p:nvPr/>
          </p:nvCxnSpPr>
          <p:spPr>
            <a:xfrm>
              <a:off x="11223159" y="956845"/>
              <a:ext cx="194179" cy="526102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6F492483-3C4A-433F-5538-2256405728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9229" y="1070694"/>
              <a:ext cx="816557" cy="441809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2D0C0C78-48AB-F426-DFF9-60E80DB15C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9229" y="1165483"/>
              <a:ext cx="768638" cy="362203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FABCF14D-D7F7-3698-27D0-D0AD772C47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69554" y="1291565"/>
              <a:ext cx="672255" cy="234149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4B81F849-A98E-5801-52C5-48179D026B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79894" y="1064983"/>
              <a:ext cx="449427" cy="2939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5" name="Straight Connector 1024">
              <a:extLst>
                <a:ext uri="{FF2B5EF4-FFF2-40B4-BE49-F238E27FC236}">
                  <a16:creationId xmlns:a16="http://schemas.microsoft.com/office/drawing/2014/main" id="{10597B28-62D2-C50D-8E8C-44EA12E637C4}"/>
                </a:ext>
              </a:extLst>
            </p:cNvPr>
            <p:cNvCxnSpPr>
              <a:cxnSpLocks/>
            </p:cNvCxnSpPr>
            <p:nvPr/>
          </p:nvCxnSpPr>
          <p:spPr>
            <a:xfrm>
              <a:off x="11229321" y="1069306"/>
              <a:ext cx="188017" cy="426786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Straight Connector 1029">
              <a:extLst>
                <a:ext uri="{FF2B5EF4-FFF2-40B4-BE49-F238E27FC236}">
                  <a16:creationId xmlns:a16="http://schemas.microsoft.com/office/drawing/2014/main" id="{EDF045B6-9353-6EA9-0023-B8A01B40CE5B}"/>
                </a:ext>
              </a:extLst>
            </p:cNvPr>
            <p:cNvCxnSpPr>
              <a:cxnSpLocks/>
            </p:cNvCxnSpPr>
            <p:nvPr/>
          </p:nvCxnSpPr>
          <p:spPr>
            <a:xfrm>
              <a:off x="10722693" y="1162022"/>
              <a:ext cx="462895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1" name="Straight Connector 1030">
              <a:extLst>
                <a:ext uri="{FF2B5EF4-FFF2-40B4-BE49-F238E27FC236}">
                  <a16:creationId xmlns:a16="http://schemas.microsoft.com/office/drawing/2014/main" id="{FB427C32-DF7C-C82D-2A19-3CDD2AEB8721}"/>
                </a:ext>
              </a:extLst>
            </p:cNvPr>
            <p:cNvCxnSpPr>
              <a:cxnSpLocks/>
            </p:cNvCxnSpPr>
            <p:nvPr/>
          </p:nvCxnSpPr>
          <p:spPr>
            <a:xfrm>
              <a:off x="11185588" y="1169303"/>
              <a:ext cx="231750" cy="31868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B4FAA2EA-2486-3CBD-15B9-2B7E88EB5FDB}"/>
                </a:ext>
              </a:extLst>
            </p:cNvPr>
            <p:cNvCxnSpPr>
              <a:cxnSpLocks/>
            </p:cNvCxnSpPr>
            <p:nvPr/>
          </p:nvCxnSpPr>
          <p:spPr>
            <a:xfrm>
              <a:off x="10645917" y="1291565"/>
              <a:ext cx="577242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3E575AEB-02E7-4A4E-0A47-A9DFCEFBC4B5}"/>
                </a:ext>
              </a:extLst>
            </p:cNvPr>
            <p:cNvCxnSpPr>
              <a:cxnSpLocks/>
            </p:cNvCxnSpPr>
            <p:nvPr/>
          </p:nvCxnSpPr>
          <p:spPr>
            <a:xfrm>
              <a:off x="11223159" y="1291565"/>
              <a:ext cx="194179" cy="197802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60" name="Oval 1059">
              <a:extLst>
                <a:ext uri="{FF2B5EF4-FFF2-40B4-BE49-F238E27FC236}">
                  <a16:creationId xmlns:a16="http://schemas.microsoft.com/office/drawing/2014/main" id="{F100B2E4-DED3-6DB7-2251-AFF8127CACC0}"/>
                </a:ext>
              </a:extLst>
            </p:cNvPr>
            <p:cNvSpPr/>
            <p:nvPr/>
          </p:nvSpPr>
          <p:spPr>
            <a:xfrm>
              <a:off x="10577937" y="942918"/>
              <a:ext cx="99321" cy="96884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>
              <a:solidFill>
                <a:schemeClr val="accent1">
                  <a:shade val="15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1" name="Oval 1060">
              <a:extLst>
                <a:ext uri="{FF2B5EF4-FFF2-40B4-BE49-F238E27FC236}">
                  <a16:creationId xmlns:a16="http://schemas.microsoft.com/office/drawing/2014/main" id="{4880EB4C-EA89-5D9E-9ECC-B39CBC13AC25}"/>
                </a:ext>
              </a:extLst>
            </p:cNvPr>
            <p:cNvSpPr/>
            <p:nvPr/>
          </p:nvSpPr>
          <p:spPr>
            <a:xfrm>
              <a:off x="10618936" y="874997"/>
              <a:ext cx="99321" cy="96884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>
              <a:solidFill>
                <a:schemeClr val="accent1">
                  <a:shade val="15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2" name="Oval 1061">
              <a:extLst>
                <a:ext uri="{FF2B5EF4-FFF2-40B4-BE49-F238E27FC236}">
                  <a16:creationId xmlns:a16="http://schemas.microsoft.com/office/drawing/2014/main" id="{8F0854A3-88FE-EF86-9140-1CCCEE185CB2}"/>
                </a:ext>
              </a:extLst>
            </p:cNvPr>
            <p:cNvSpPr/>
            <p:nvPr/>
          </p:nvSpPr>
          <p:spPr>
            <a:xfrm>
              <a:off x="10668596" y="887935"/>
              <a:ext cx="99321" cy="96884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>
              <a:solidFill>
                <a:schemeClr val="accent1">
                  <a:shade val="15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3" name="Oval 1062">
              <a:extLst>
                <a:ext uri="{FF2B5EF4-FFF2-40B4-BE49-F238E27FC236}">
                  <a16:creationId xmlns:a16="http://schemas.microsoft.com/office/drawing/2014/main" id="{94C18438-4301-D084-0C20-8BBCCE17D736}"/>
                </a:ext>
              </a:extLst>
            </p:cNvPr>
            <p:cNvSpPr/>
            <p:nvPr/>
          </p:nvSpPr>
          <p:spPr>
            <a:xfrm>
              <a:off x="10651678" y="969002"/>
              <a:ext cx="99321" cy="96884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>
              <a:solidFill>
                <a:schemeClr val="accent1">
                  <a:shade val="15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4" name="Oval 1063">
              <a:extLst>
                <a:ext uri="{FF2B5EF4-FFF2-40B4-BE49-F238E27FC236}">
                  <a16:creationId xmlns:a16="http://schemas.microsoft.com/office/drawing/2014/main" id="{92CD2D6C-07F2-C6AF-E2FA-84A728C19BB9}"/>
                </a:ext>
              </a:extLst>
            </p:cNvPr>
            <p:cNvSpPr/>
            <p:nvPr/>
          </p:nvSpPr>
          <p:spPr>
            <a:xfrm>
              <a:off x="10243751" y="1041131"/>
              <a:ext cx="99321" cy="96884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solidFill>
                <a:schemeClr val="accent2">
                  <a:lumMod val="7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5" name="Oval 1064">
              <a:extLst>
                <a:ext uri="{FF2B5EF4-FFF2-40B4-BE49-F238E27FC236}">
                  <a16:creationId xmlns:a16="http://schemas.microsoft.com/office/drawing/2014/main" id="{56A90F54-1671-6ECC-BED0-8F2E1D290BD2}"/>
                </a:ext>
              </a:extLst>
            </p:cNvPr>
            <p:cNvSpPr/>
            <p:nvPr/>
          </p:nvSpPr>
          <p:spPr>
            <a:xfrm>
              <a:off x="10312197" y="1096178"/>
              <a:ext cx="99321" cy="96884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solidFill>
                <a:schemeClr val="accent2">
                  <a:lumMod val="7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6" name="Oval 1065">
              <a:extLst>
                <a:ext uri="{FF2B5EF4-FFF2-40B4-BE49-F238E27FC236}">
                  <a16:creationId xmlns:a16="http://schemas.microsoft.com/office/drawing/2014/main" id="{26BE36B4-DE76-9FCC-4FD5-7A0BAD7EAE40}"/>
                </a:ext>
              </a:extLst>
            </p:cNvPr>
            <p:cNvSpPr/>
            <p:nvPr/>
          </p:nvSpPr>
          <p:spPr>
            <a:xfrm>
              <a:off x="10115883" y="1149006"/>
              <a:ext cx="99321" cy="9688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7" name="Oval 1066">
              <a:extLst>
                <a:ext uri="{FF2B5EF4-FFF2-40B4-BE49-F238E27FC236}">
                  <a16:creationId xmlns:a16="http://schemas.microsoft.com/office/drawing/2014/main" id="{97EE3000-8E0B-EFA9-BA92-7C30415C2239}"/>
                </a:ext>
              </a:extLst>
            </p:cNvPr>
            <p:cNvSpPr/>
            <p:nvPr/>
          </p:nvSpPr>
          <p:spPr>
            <a:xfrm>
              <a:off x="10164610" y="1197448"/>
              <a:ext cx="99321" cy="9688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8" name="Oval 1067">
              <a:extLst>
                <a:ext uri="{FF2B5EF4-FFF2-40B4-BE49-F238E27FC236}">
                  <a16:creationId xmlns:a16="http://schemas.microsoft.com/office/drawing/2014/main" id="{3F9A43B9-73B1-B1B7-4E80-F85308427436}"/>
                </a:ext>
              </a:extLst>
            </p:cNvPr>
            <p:cNvSpPr/>
            <p:nvPr/>
          </p:nvSpPr>
          <p:spPr>
            <a:xfrm>
              <a:off x="9989589" y="1259947"/>
              <a:ext cx="99321" cy="96884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0" name="Oval 1089">
              <a:extLst>
                <a:ext uri="{FF2B5EF4-FFF2-40B4-BE49-F238E27FC236}">
                  <a16:creationId xmlns:a16="http://schemas.microsoft.com/office/drawing/2014/main" id="{40856482-C63F-CB36-69BC-9374DDBAC8B4}"/>
                </a:ext>
              </a:extLst>
            </p:cNvPr>
            <p:cNvSpPr/>
            <p:nvPr/>
          </p:nvSpPr>
          <p:spPr>
            <a:xfrm>
              <a:off x="10733035" y="941725"/>
              <a:ext cx="99321" cy="96884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1" name="Oval 1090">
              <a:extLst>
                <a:ext uri="{FF2B5EF4-FFF2-40B4-BE49-F238E27FC236}">
                  <a16:creationId xmlns:a16="http://schemas.microsoft.com/office/drawing/2014/main" id="{09EA428E-3ED0-4558-FF31-AFBB173300FB}"/>
                </a:ext>
              </a:extLst>
            </p:cNvPr>
            <p:cNvSpPr/>
            <p:nvPr/>
          </p:nvSpPr>
          <p:spPr>
            <a:xfrm>
              <a:off x="10774034" y="873804"/>
              <a:ext cx="99321" cy="96884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2" name="Oval 1091">
              <a:extLst>
                <a:ext uri="{FF2B5EF4-FFF2-40B4-BE49-F238E27FC236}">
                  <a16:creationId xmlns:a16="http://schemas.microsoft.com/office/drawing/2014/main" id="{98BC28BC-1247-C10C-9D99-CBBCB8D323E6}"/>
                </a:ext>
              </a:extLst>
            </p:cNvPr>
            <p:cNvSpPr/>
            <p:nvPr/>
          </p:nvSpPr>
          <p:spPr>
            <a:xfrm>
              <a:off x="10823694" y="886742"/>
              <a:ext cx="99321" cy="96884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3" name="Oval 1092">
              <a:extLst>
                <a:ext uri="{FF2B5EF4-FFF2-40B4-BE49-F238E27FC236}">
                  <a16:creationId xmlns:a16="http://schemas.microsoft.com/office/drawing/2014/main" id="{035E58DD-8AB3-08CA-6305-776BF2D49AD9}"/>
                </a:ext>
              </a:extLst>
            </p:cNvPr>
            <p:cNvSpPr/>
            <p:nvPr/>
          </p:nvSpPr>
          <p:spPr>
            <a:xfrm>
              <a:off x="10806776" y="967809"/>
              <a:ext cx="99321" cy="96884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5" name="Oval 1094">
              <a:extLst>
                <a:ext uri="{FF2B5EF4-FFF2-40B4-BE49-F238E27FC236}">
                  <a16:creationId xmlns:a16="http://schemas.microsoft.com/office/drawing/2014/main" id="{21AE3866-54E8-9FF6-3FA6-9BB5E55673D0}"/>
                </a:ext>
              </a:extLst>
            </p:cNvPr>
            <p:cNvSpPr/>
            <p:nvPr/>
          </p:nvSpPr>
          <p:spPr>
            <a:xfrm>
              <a:off x="10895897" y="962385"/>
              <a:ext cx="99321" cy="968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6" name="Oval 1095">
              <a:extLst>
                <a:ext uri="{FF2B5EF4-FFF2-40B4-BE49-F238E27FC236}">
                  <a16:creationId xmlns:a16="http://schemas.microsoft.com/office/drawing/2014/main" id="{E6B46FD9-4EA3-476E-A84C-A79879088F17}"/>
                </a:ext>
              </a:extLst>
            </p:cNvPr>
            <p:cNvSpPr/>
            <p:nvPr/>
          </p:nvSpPr>
          <p:spPr>
            <a:xfrm>
              <a:off x="10936896" y="894464"/>
              <a:ext cx="99321" cy="968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7" name="Oval 1096">
              <a:extLst>
                <a:ext uri="{FF2B5EF4-FFF2-40B4-BE49-F238E27FC236}">
                  <a16:creationId xmlns:a16="http://schemas.microsoft.com/office/drawing/2014/main" id="{E5851639-609A-2F39-4422-4829A91A76AC}"/>
                </a:ext>
              </a:extLst>
            </p:cNvPr>
            <p:cNvSpPr/>
            <p:nvPr/>
          </p:nvSpPr>
          <p:spPr>
            <a:xfrm>
              <a:off x="10986556" y="907402"/>
              <a:ext cx="99321" cy="968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8" name="Oval 1097">
              <a:extLst>
                <a:ext uri="{FF2B5EF4-FFF2-40B4-BE49-F238E27FC236}">
                  <a16:creationId xmlns:a16="http://schemas.microsoft.com/office/drawing/2014/main" id="{1B06CBE4-3E5D-270F-96D8-A246934D037C}"/>
                </a:ext>
              </a:extLst>
            </p:cNvPr>
            <p:cNvSpPr/>
            <p:nvPr/>
          </p:nvSpPr>
          <p:spPr>
            <a:xfrm>
              <a:off x="10969638" y="988469"/>
              <a:ext cx="99321" cy="968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00" name="Oval 1099">
              <a:extLst>
                <a:ext uri="{FF2B5EF4-FFF2-40B4-BE49-F238E27FC236}">
                  <a16:creationId xmlns:a16="http://schemas.microsoft.com/office/drawing/2014/main" id="{8278F1F0-A415-3A8C-D2B1-28864D606396}"/>
                </a:ext>
              </a:extLst>
            </p:cNvPr>
            <p:cNvSpPr/>
            <p:nvPr/>
          </p:nvSpPr>
          <p:spPr>
            <a:xfrm>
              <a:off x="10377444" y="1027920"/>
              <a:ext cx="99321" cy="9688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01" name="Oval 1100">
              <a:extLst>
                <a:ext uri="{FF2B5EF4-FFF2-40B4-BE49-F238E27FC236}">
                  <a16:creationId xmlns:a16="http://schemas.microsoft.com/office/drawing/2014/main" id="{1FA874D9-C3B8-51AD-5E2A-FF8456E42D76}"/>
                </a:ext>
              </a:extLst>
            </p:cNvPr>
            <p:cNvSpPr/>
            <p:nvPr/>
          </p:nvSpPr>
          <p:spPr>
            <a:xfrm>
              <a:off x="10445890" y="1082967"/>
              <a:ext cx="99321" cy="9688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120" name="Group 1119">
            <a:extLst>
              <a:ext uri="{FF2B5EF4-FFF2-40B4-BE49-F238E27FC236}">
                <a16:creationId xmlns:a16="http://schemas.microsoft.com/office/drawing/2014/main" id="{D63A1AED-1938-9F7E-909D-B562CF38E368}"/>
              </a:ext>
            </a:extLst>
          </p:cNvPr>
          <p:cNvGrpSpPr/>
          <p:nvPr/>
        </p:nvGrpSpPr>
        <p:grpSpPr>
          <a:xfrm>
            <a:off x="4155441" y="2278323"/>
            <a:ext cx="1459113" cy="579292"/>
            <a:chOff x="9642902" y="233626"/>
            <a:chExt cx="1612472" cy="640178"/>
          </a:xfrm>
        </p:grpSpPr>
        <p:cxnSp>
          <p:nvCxnSpPr>
            <p:cNvPr id="1104" name="Straight Arrow Connector 1103">
              <a:extLst>
                <a:ext uri="{FF2B5EF4-FFF2-40B4-BE49-F238E27FC236}">
                  <a16:creationId xmlns:a16="http://schemas.microsoft.com/office/drawing/2014/main" id="{FA537D69-F813-C061-7E08-92ECE81B7FB9}"/>
                </a:ext>
              </a:extLst>
            </p:cNvPr>
            <p:cNvCxnSpPr>
              <a:cxnSpLocks/>
            </p:cNvCxnSpPr>
            <p:nvPr/>
          </p:nvCxnSpPr>
          <p:spPr>
            <a:xfrm>
              <a:off x="9642902" y="579120"/>
              <a:ext cx="16124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109" name="Group 1108">
              <a:extLst>
                <a:ext uri="{FF2B5EF4-FFF2-40B4-BE49-F238E27FC236}">
                  <a16:creationId xmlns:a16="http://schemas.microsoft.com/office/drawing/2014/main" id="{C8E2C935-8D36-E059-E306-DE1B98AFA446}"/>
                </a:ext>
              </a:extLst>
            </p:cNvPr>
            <p:cNvGrpSpPr/>
            <p:nvPr/>
          </p:nvGrpSpPr>
          <p:grpSpPr>
            <a:xfrm>
              <a:off x="9711958" y="241911"/>
              <a:ext cx="223287" cy="631893"/>
              <a:chOff x="9838091" y="148530"/>
              <a:chExt cx="223287" cy="631893"/>
            </a:xfrm>
          </p:grpSpPr>
          <p:sp>
            <p:nvSpPr>
              <p:cNvPr id="1107" name="Arc 1106">
                <a:extLst>
                  <a:ext uri="{FF2B5EF4-FFF2-40B4-BE49-F238E27FC236}">
                    <a16:creationId xmlns:a16="http://schemas.microsoft.com/office/drawing/2014/main" id="{A8111C06-34D3-511D-A197-AE64D0625834}"/>
                  </a:ext>
                </a:extLst>
              </p:cNvPr>
              <p:cNvSpPr/>
              <p:nvPr/>
            </p:nvSpPr>
            <p:spPr>
              <a:xfrm>
                <a:off x="9838091" y="148530"/>
                <a:ext cx="223287" cy="631893"/>
              </a:xfrm>
              <a:prstGeom prst="arc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08" name="Arc 1107">
                <a:extLst>
                  <a:ext uri="{FF2B5EF4-FFF2-40B4-BE49-F238E27FC236}">
                    <a16:creationId xmlns:a16="http://schemas.microsoft.com/office/drawing/2014/main" id="{4ED5E724-AB87-54CA-2EE9-7C37929A6633}"/>
                  </a:ext>
                </a:extLst>
              </p:cNvPr>
              <p:cNvSpPr/>
              <p:nvPr/>
            </p:nvSpPr>
            <p:spPr>
              <a:xfrm flipH="1">
                <a:off x="9838091" y="148530"/>
                <a:ext cx="223287" cy="631893"/>
              </a:xfrm>
              <a:prstGeom prst="arc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10" name="Group 1109">
              <a:extLst>
                <a:ext uri="{FF2B5EF4-FFF2-40B4-BE49-F238E27FC236}">
                  <a16:creationId xmlns:a16="http://schemas.microsoft.com/office/drawing/2014/main" id="{7D86DE3A-BF92-5560-57D8-D27F52CFAB63}"/>
                </a:ext>
              </a:extLst>
            </p:cNvPr>
            <p:cNvGrpSpPr/>
            <p:nvPr/>
          </p:nvGrpSpPr>
          <p:grpSpPr>
            <a:xfrm>
              <a:off x="10082394" y="233626"/>
              <a:ext cx="223287" cy="631893"/>
              <a:chOff x="9838091" y="148530"/>
              <a:chExt cx="223287" cy="631893"/>
            </a:xfrm>
          </p:grpSpPr>
          <p:sp>
            <p:nvSpPr>
              <p:cNvPr id="1111" name="Arc 1110">
                <a:extLst>
                  <a:ext uri="{FF2B5EF4-FFF2-40B4-BE49-F238E27FC236}">
                    <a16:creationId xmlns:a16="http://schemas.microsoft.com/office/drawing/2014/main" id="{26B908DE-2AF0-8D17-3E66-45AD84DCC5F4}"/>
                  </a:ext>
                </a:extLst>
              </p:cNvPr>
              <p:cNvSpPr/>
              <p:nvPr/>
            </p:nvSpPr>
            <p:spPr>
              <a:xfrm>
                <a:off x="9838091" y="148530"/>
                <a:ext cx="223287" cy="631893"/>
              </a:xfrm>
              <a:prstGeom prst="arc">
                <a:avLst/>
              </a:prstGeom>
              <a:ln w="12700">
                <a:solidFill>
                  <a:srgbClr val="ED7D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12" name="Arc 1111">
                <a:extLst>
                  <a:ext uri="{FF2B5EF4-FFF2-40B4-BE49-F238E27FC236}">
                    <a16:creationId xmlns:a16="http://schemas.microsoft.com/office/drawing/2014/main" id="{A92A6F15-660D-7066-D7CD-A56DBA5588C7}"/>
                  </a:ext>
                </a:extLst>
              </p:cNvPr>
              <p:cNvSpPr/>
              <p:nvPr/>
            </p:nvSpPr>
            <p:spPr>
              <a:xfrm flipH="1">
                <a:off x="9838091" y="148530"/>
                <a:ext cx="223287" cy="631893"/>
              </a:xfrm>
              <a:prstGeom prst="arc">
                <a:avLst/>
              </a:prstGeom>
              <a:ln w="12700">
                <a:solidFill>
                  <a:srgbClr val="ED7D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13" name="Group 1112">
              <a:extLst>
                <a:ext uri="{FF2B5EF4-FFF2-40B4-BE49-F238E27FC236}">
                  <a16:creationId xmlns:a16="http://schemas.microsoft.com/office/drawing/2014/main" id="{D4C356B1-C1F2-2D0A-7CC9-387C11A7E45C}"/>
                </a:ext>
              </a:extLst>
            </p:cNvPr>
            <p:cNvGrpSpPr/>
            <p:nvPr/>
          </p:nvGrpSpPr>
          <p:grpSpPr>
            <a:xfrm>
              <a:off x="10443754" y="241911"/>
              <a:ext cx="223287" cy="631893"/>
              <a:chOff x="9838091" y="148530"/>
              <a:chExt cx="223287" cy="631893"/>
            </a:xfrm>
          </p:grpSpPr>
          <p:sp>
            <p:nvSpPr>
              <p:cNvPr id="1114" name="Arc 1113">
                <a:extLst>
                  <a:ext uri="{FF2B5EF4-FFF2-40B4-BE49-F238E27FC236}">
                    <a16:creationId xmlns:a16="http://schemas.microsoft.com/office/drawing/2014/main" id="{726D31CA-7DF7-D5BB-4B9D-C90E0CA2B6CB}"/>
                  </a:ext>
                </a:extLst>
              </p:cNvPr>
              <p:cNvSpPr/>
              <p:nvPr/>
            </p:nvSpPr>
            <p:spPr>
              <a:xfrm>
                <a:off x="9838091" y="148530"/>
                <a:ext cx="223287" cy="631893"/>
              </a:xfrm>
              <a:prstGeom prst="arc">
                <a:avLst/>
              </a:prstGeom>
              <a:ln w="12700">
                <a:solidFill>
                  <a:srgbClr val="A9D18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15" name="Arc 1114">
                <a:extLst>
                  <a:ext uri="{FF2B5EF4-FFF2-40B4-BE49-F238E27FC236}">
                    <a16:creationId xmlns:a16="http://schemas.microsoft.com/office/drawing/2014/main" id="{3DFF1165-7E1E-C935-6DA9-467DB215374C}"/>
                  </a:ext>
                </a:extLst>
              </p:cNvPr>
              <p:cNvSpPr/>
              <p:nvPr/>
            </p:nvSpPr>
            <p:spPr>
              <a:xfrm flipH="1">
                <a:off x="9838091" y="148530"/>
                <a:ext cx="223287" cy="631893"/>
              </a:xfrm>
              <a:prstGeom prst="arc">
                <a:avLst/>
              </a:prstGeom>
              <a:ln w="12700">
                <a:solidFill>
                  <a:srgbClr val="A9D18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16" name="Group 1115">
              <a:extLst>
                <a:ext uri="{FF2B5EF4-FFF2-40B4-BE49-F238E27FC236}">
                  <a16:creationId xmlns:a16="http://schemas.microsoft.com/office/drawing/2014/main" id="{2776E085-7CFC-8186-6068-2D6703A76758}"/>
                </a:ext>
              </a:extLst>
            </p:cNvPr>
            <p:cNvGrpSpPr/>
            <p:nvPr/>
          </p:nvGrpSpPr>
          <p:grpSpPr>
            <a:xfrm>
              <a:off x="10917261" y="239064"/>
              <a:ext cx="223287" cy="631893"/>
              <a:chOff x="9838091" y="148530"/>
              <a:chExt cx="223287" cy="631893"/>
            </a:xfrm>
            <a:solidFill>
              <a:srgbClr val="FFFFFF"/>
            </a:solidFill>
          </p:grpSpPr>
          <p:sp>
            <p:nvSpPr>
              <p:cNvPr id="1117" name="Arc 1116">
                <a:extLst>
                  <a:ext uri="{FF2B5EF4-FFF2-40B4-BE49-F238E27FC236}">
                    <a16:creationId xmlns:a16="http://schemas.microsoft.com/office/drawing/2014/main" id="{26269CEA-BC1A-3E2A-D5B2-9180DAEE93AC}"/>
                  </a:ext>
                </a:extLst>
              </p:cNvPr>
              <p:cNvSpPr/>
              <p:nvPr/>
            </p:nvSpPr>
            <p:spPr>
              <a:xfrm>
                <a:off x="9838091" y="148530"/>
                <a:ext cx="223287" cy="631893"/>
              </a:xfrm>
              <a:prstGeom prst="arc">
                <a:avLst/>
              </a:prstGeom>
              <a:grpFill/>
              <a:ln w="12700">
                <a:solidFill>
                  <a:srgbClr val="FFE6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18" name="Arc 1117">
                <a:extLst>
                  <a:ext uri="{FF2B5EF4-FFF2-40B4-BE49-F238E27FC236}">
                    <a16:creationId xmlns:a16="http://schemas.microsoft.com/office/drawing/2014/main" id="{188BFD47-598D-BC6E-AE92-32806387F800}"/>
                  </a:ext>
                </a:extLst>
              </p:cNvPr>
              <p:cNvSpPr/>
              <p:nvPr/>
            </p:nvSpPr>
            <p:spPr>
              <a:xfrm flipH="1">
                <a:off x="9838091" y="148530"/>
                <a:ext cx="223287" cy="631893"/>
              </a:xfrm>
              <a:prstGeom prst="arc">
                <a:avLst/>
              </a:prstGeom>
              <a:grpFill/>
              <a:ln w="12700">
                <a:solidFill>
                  <a:srgbClr val="FFE6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FF0EB29C-F2B0-00E2-6FAB-3FCBDE212658}"/>
                    </a:ext>
                  </a:extLst>
                </p:cNvPr>
                <p:cNvSpPr txBox="1"/>
                <p:nvPr/>
              </p:nvSpPr>
              <p:spPr>
                <a:xfrm>
                  <a:off x="10046205" y="554451"/>
                  <a:ext cx="770265" cy="2550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oMath>
                    </m:oMathPara>
                  </a14:m>
                  <a:endParaRPr lang="en-NL" sz="9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FF0EB29C-F2B0-00E2-6FAB-3FCBDE2126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6205" y="554451"/>
                  <a:ext cx="770265" cy="25509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128" name="Picture 1127">
            <a:extLst>
              <a:ext uri="{FF2B5EF4-FFF2-40B4-BE49-F238E27FC236}">
                <a16:creationId xmlns:a16="http://schemas.microsoft.com/office/drawing/2014/main" id="{3A8F98B0-F4EA-3562-79BF-93224CCA213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7484" r="59849"/>
          <a:stretch/>
        </p:blipFill>
        <p:spPr>
          <a:xfrm>
            <a:off x="8812423" y="3501424"/>
            <a:ext cx="613476" cy="714013"/>
          </a:xfrm>
          <a:prstGeom prst="rect">
            <a:avLst/>
          </a:prstGeom>
        </p:spPr>
      </p:pic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ADDD2381-3957-D00E-24F2-9534930431EC}"/>
              </a:ext>
            </a:extLst>
          </p:cNvPr>
          <p:cNvGrpSpPr/>
          <p:nvPr/>
        </p:nvGrpSpPr>
        <p:grpSpPr>
          <a:xfrm>
            <a:off x="10177748" y="3610851"/>
            <a:ext cx="679893" cy="623670"/>
            <a:chOff x="9541305" y="3628691"/>
            <a:chExt cx="679893" cy="623670"/>
          </a:xfrm>
        </p:grpSpPr>
        <p:grpSp>
          <p:nvGrpSpPr>
            <p:cNvPr id="1130" name="Group 1129">
              <a:extLst>
                <a:ext uri="{FF2B5EF4-FFF2-40B4-BE49-F238E27FC236}">
                  <a16:creationId xmlns:a16="http://schemas.microsoft.com/office/drawing/2014/main" id="{17ECB55C-8EC3-3F54-9BAA-4C0DA43C343B}"/>
                </a:ext>
              </a:extLst>
            </p:cNvPr>
            <p:cNvGrpSpPr/>
            <p:nvPr/>
          </p:nvGrpSpPr>
          <p:grpSpPr>
            <a:xfrm>
              <a:off x="9541305" y="4021529"/>
              <a:ext cx="679893" cy="230832"/>
              <a:chOff x="9642902" y="554451"/>
              <a:chExt cx="1612472" cy="255093"/>
            </a:xfrm>
          </p:grpSpPr>
          <p:cxnSp>
            <p:nvCxnSpPr>
              <p:cNvPr id="1132" name="Straight Arrow Connector 1131">
                <a:extLst>
                  <a:ext uri="{FF2B5EF4-FFF2-40B4-BE49-F238E27FC236}">
                    <a16:creationId xmlns:a16="http://schemas.microsoft.com/office/drawing/2014/main" id="{3DA69A86-8AEE-3C39-FC66-1E80A710A2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42902" y="579120"/>
                <a:ext cx="161247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33" name="TextBox 1132">
                    <a:extLst>
                      <a:ext uri="{FF2B5EF4-FFF2-40B4-BE49-F238E27FC236}">
                        <a16:creationId xmlns:a16="http://schemas.microsoft.com/office/drawing/2014/main" id="{7277A287-0057-DB9D-86F3-E725FEE84712}"/>
                      </a:ext>
                    </a:extLst>
                  </p:cNvPr>
                  <p:cNvSpPr txBox="1"/>
                  <p:nvPr/>
                </p:nvSpPr>
                <p:spPr>
                  <a:xfrm>
                    <a:off x="9864350" y="554451"/>
                    <a:ext cx="770266" cy="2550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oMath>
                      </m:oMathPara>
                    </a14:m>
                    <a:endParaRPr lang="en-NL" sz="90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133" name="TextBox 1132">
                    <a:extLst>
                      <a:ext uri="{FF2B5EF4-FFF2-40B4-BE49-F238E27FC236}">
                        <a16:creationId xmlns:a16="http://schemas.microsoft.com/office/drawing/2014/main" id="{7277A287-0057-DB9D-86F3-E725FEE847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64350" y="554451"/>
                    <a:ext cx="770266" cy="25509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4A673DC9-3849-D498-934E-703BD9F05D8F}"/>
                </a:ext>
              </a:extLst>
            </p:cNvPr>
            <p:cNvSpPr/>
            <p:nvPr/>
          </p:nvSpPr>
          <p:spPr>
            <a:xfrm>
              <a:off x="9564808" y="3628691"/>
              <a:ext cx="594290" cy="346950"/>
            </a:xfrm>
            <a:custGeom>
              <a:avLst/>
              <a:gdLst>
                <a:gd name="connsiteX0" fmla="*/ 0 w 1094098"/>
                <a:gd name="connsiteY0" fmla="*/ 346733 h 346950"/>
                <a:gd name="connsiteX1" fmla="*/ 286512 w 1094098"/>
                <a:gd name="connsiteY1" fmla="*/ 285773 h 346950"/>
                <a:gd name="connsiteX2" fmla="*/ 451104 w 1094098"/>
                <a:gd name="connsiteY2" fmla="*/ 11453 h 346950"/>
                <a:gd name="connsiteX3" fmla="*/ 573024 w 1094098"/>
                <a:gd name="connsiteY3" fmla="*/ 78509 h 346950"/>
                <a:gd name="connsiteX4" fmla="*/ 804672 w 1094098"/>
                <a:gd name="connsiteY4" fmla="*/ 322349 h 346950"/>
                <a:gd name="connsiteX5" fmla="*/ 1066800 w 1094098"/>
                <a:gd name="connsiteY5" fmla="*/ 340637 h 346950"/>
                <a:gd name="connsiteX6" fmla="*/ 1072896 w 1094098"/>
                <a:gd name="connsiteY6" fmla="*/ 340637 h 346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94098" h="346950">
                  <a:moveTo>
                    <a:pt x="0" y="346733"/>
                  </a:moveTo>
                  <a:cubicBezTo>
                    <a:pt x="105664" y="344193"/>
                    <a:pt x="211328" y="341653"/>
                    <a:pt x="286512" y="285773"/>
                  </a:cubicBezTo>
                  <a:cubicBezTo>
                    <a:pt x="361696" y="229893"/>
                    <a:pt x="403352" y="45997"/>
                    <a:pt x="451104" y="11453"/>
                  </a:cubicBezTo>
                  <a:cubicBezTo>
                    <a:pt x="498856" y="-23091"/>
                    <a:pt x="514096" y="26693"/>
                    <a:pt x="573024" y="78509"/>
                  </a:cubicBezTo>
                  <a:cubicBezTo>
                    <a:pt x="631952" y="130325"/>
                    <a:pt x="722376" y="278661"/>
                    <a:pt x="804672" y="322349"/>
                  </a:cubicBezTo>
                  <a:cubicBezTo>
                    <a:pt x="886968" y="366037"/>
                    <a:pt x="1022096" y="337589"/>
                    <a:pt x="1066800" y="340637"/>
                  </a:cubicBezTo>
                  <a:cubicBezTo>
                    <a:pt x="1111504" y="343685"/>
                    <a:pt x="1092200" y="342161"/>
                    <a:pt x="1072896" y="340637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36" name="TextBox 1135">
            <a:extLst>
              <a:ext uri="{FF2B5EF4-FFF2-40B4-BE49-F238E27FC236}">
                <a16:creationId xmlns:a16="http://schemas.microsoft.com/office/drawing/2014/main" id="{5ABB9AA4-736E-4CA8-073B-7B0650AD0F79}"/>
              </a:ext>
            </a:extLst>
          </p:cNvPr>
          <p:cNvSpPr txBox="1"/>
          <p:nvPr/>
        </p:nvSpPr>
        <p:spPr>
          <a:xfrm>
            <a:off x="9609131" y="3602622"/>
            <a:ext cx="613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endParaRPr lang="en-NL" sz="3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kstvak 23">
            <a:extLst>
              <a:ext uri="{FF2B5EF4-FFF2-40B4-BE49-F238E27FC236}">
                <a16:creationId xmlns:a16="http://schemas.microsoft.com/office/drawing/2014/main" id="{7021F5ED-7507-F732-77DD-9D3EE3D6F5B2}"/>
              </a:ext>
            </a:extLst>
          </p:cNvPr>
          <p:cNvSpPr txBox="1"/>
          <p:nvPr/>
        </p:nvSpPr>
        <p:spPr>
          <a:xfrm>
            <a:off x="6568253" y="2872924"/>
            <a:ext cx="1735011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MS1</a:t>
            </a:r>
          </a:p>
        </p:txBody>
      </p:sp>
      <p:sp>
        <p:nvSpPr>
          <p:cNvPr id="54" name="Tekstvak 23">
            <a:extLst>
              <a:ext uri="{FF2B5EF4-FFF2-40B4-BE49-F238E27FC236}">
                <a16:creationId xmlns:a16="http://schemas.microsoft.com/office/drawing/2014/main" id="{385DA093-9BDF-FF9C-74F8-BC5BE532E34A}"/>
              </a:ext>
            </a:extLst>
          </p:cNvPr>
          <p:cNvSpPr txBox="1"/>
          <p:nvPr/>
        </p:nvSpPr>
        <p:spPr>
          <a:xfrm>
            <a:off x="9994725" y="2872924"/>
            <a:ext cx="1735011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MS2</a:t>
            </a:r>
          </a:p>
        </p:txBody>
      </p:sp>
      <p:sp>
        <p:nvSpPr>
          <p:cNvPr id="55" name="Tekstvak 23">
            <a:extLst>
              <a:ext uri="{FF2B5EF4-FFF2-40B4-BE49-F238E27FC236}">
                <a16:creationId xmlns:a16="http://schemas.microsoft.com/office/drawing/2014/main" id="{6DB009E7-236B-B106-BFE4-F7F88C10EFFB}"/>
              </a:ext>
            </a:extLst>
          </p:cNvPr>
          <p:cNvSpPr txBox="1"/>
          <p:nvPr/>
        </p:nvSpPr>
        <p:spPr>
          <a:xfrm>
            <a:off x="377109" y="2872924"/>
            <a:ext cx="784346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peptides</a:t>
            </a:r>
          </a:p>
        </p:txBody>
      </p:sp>
      <p:pic>
        <p:nvPicPr>
          <p:cNvPr id="50" name="Picture 49" descr="Chart, box and whisker chart&#10;&#10;Description automatically generated">
            <a:extLst>
              <a:ext uri="{FF2B5EF4-FFF2-40B4-BE49-F238E27FC236}">
                <a16:creationId xmlns:a16="http://schemas.microsoft.com/office/drawing/2014/main" id="{2798D236-AAC5-3882-09F5-B6E953416F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757" y="4477480"/>
            <a:ext cx="2002772" cy="1001386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19F979FF-599A-D69F-0051-833ABC5B675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6967" y="4336391"/>
            <a:ext cx="2165310" cy="1281159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D2581675-EAB4-507A-B49C-DF4F5CB678A0}"/>
              </a:ext>
            </a:extLst>
          </p:cNvPr>
          <p:cNvSpPr txBox="1"/>
          <p:nvPr/>
        </p:nvSpPr>
        <p:spPr>
          <a:xfrm>
            <a:off x="655320" y="3886288"/>
            <a:ext cx="5032806" cy="7383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457200"/>
            <a:r>
              <a:rPr lang="nl-NL" sz="2000" b="1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silico</a:t>
            </a:r>
          </a:p>
        </p:txBody>
      </p:sp>
      <p:sp>
        <p:nvSpPr>
          <p:cNvPr id="111" name="Tekstvak 16">
            <a:extLst>
              <a:ext uri="{FF2B5EF4-FFF2-40B4-BE49-F238E27FC236}">
                <a16:creationId xmlns:a16="http://schemas.microsoft.com/office/drawing/2014/main" id="{8E18FBB6-716A-AAEB-DDB8-A202A4A397B1}"/>
              </a:ext>
            </a:extLst>
          </p:cNvPr>
          <p:cNvSpPr txBox="1"/>
          <p:nvPr/>
        </p:nvSpPr>
        <p:spPr>
          <a:xfrm>
            <a:off x="10389813" y="5508080"/>
            <a:ext cx="1595266" cy="453797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theoretical </a:t>
            </a:r>
          </a:p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spectra</a:t>
            </a:r>
          </a:p>
        </p:txBody>
      </p:sp>
      <p:cxnSp>
        <p:nvCxnSpPr>
          <p:cNvPr id="112" name="Rechte verbindingslijn met pijl 6">
            <a:extLst>
              <a:ext uri="{FF2B5EF4-FFF2-40B4-BE49-F238E27FC236}">
                <a16:creationId xmlns:a16="http://schemas.microsoft.com/office/drawing/2014/main" id="{86DB4EB3-EF01-C3DE-15DB-F6DFD4636E1D}"/>
              </a:ext>
            </a:extLst>
          </p:cNvPr>
          <p:cNvCxnSpPr>
            <a:cxnSpLocks/>
          </p:cNvCxnSpPr>
          <p:nvPr/>
        </p:nvCxnSpPr>
        <p:spPr>
          <a:xfrm>
            <a:off x="5397177" y="4988384"/>
            <a:ext cx="86138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A13CB032-7F96-EF94-471B-0DD09C8EBEE8}"/>
              </a:ext>
            </a:extLst>
          </p:cNvPr>
          <p:cNvSpPr txBox="1"/>
          <p:nvPr/>
        </p:nvSpPr>
        <p:spPr>
          <a:xfrm>
            <a:off x="7410528" y="5442906"/>
            <a:ext cx="525871" cy="13034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457200"/>
            <a:r>
              <a:rPr lang="nl-NL" sz="400">
                <a:solidFill>
                  <a:srgbClr val="1B29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m/z</a:t>
            </a:r>
          </a:p>
        </p:txBody>
      </p:sp>
      <p:sp>
        <p:nvSpPr>
          <p:cNvPr id="116" name="Tekstvak 4">
            <a:extLst>
              <a:ext uri="{FF2B5EF4-FFF2-40B4-BE49-F238E27FC236}">
                <a16:creationId xmlns:a16="http://schemas.microsoft.com/office/drawing/2014/main" id="{D0F3767A-8FDE-DC93-C763-2C509273881F}"/>
              </a:ext>
            </a:extLst>
          </p:cNvPr>
          <p:cNvSpPr txBox="1"/>
          <p:nvPr/>
        </p:nvSpPr>
        <p:spPr>
          <a:xfrm>
            <a:off x="6770688" y="5508965"/>
            <a:ext cx="1404283" cy="453797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precursor mass </a:t>
            </a:r>
          </a:p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(and isotopic distribution)</a:t>
            </a:r>
          </a:p>
        </p:txBody>
      </p:sp>
      <p:sp>
        <p:nvSpPr>
          <p:cNvPr id="118" name="Tekstvak 25">
            <a:extLst>
              <a:ext uri="{FF2B5EF4-FFF2-40B4-BE49-F238E27FC236}">
                <a16:creationId xmlns:a16="http://schemas.microsoft.com/office/drawing/2014/main" id="{71F2B8BC-484C-3BC3-08CC-1F3FA98A2D25}"/>
              </a:ext>
            </a:extLst>
          </p:cNvPr>
          <p:cNvSpPr txBox="1"/>
          <p:nvPr/>
        </p:nvSpPr>
        <p:spPr>
          <a:xfrm>
            <a:off x="5210841" y="4534435"/>
            <a:ext cx="1172356" cy="907897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 </a:t>
            </a:r>
          </a:p>
          <a:p>
            <a:pPr algn="ctr"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mass</a:t>
            </a:r>
          </a:p>
        </p:txBody>
      </p:sp>
      <p:cxnSp>
        <p:nvCxnSpPr>
          <p:cNvPr id="125" name="Rechte verbindingslijn met pijl 6">
            <a:extLst>
              <a:ext uri="{FF2B5EF4-FFF2-40B4-BE49-F238E27FC236}">
                <a16:creationId xmlns:a16="http://schemas.microsoft.com/office/drawing/2014/main" id="{85779DE7-07B3-FFD0-A311-592A15EAD9EA}"/>
              </a:ext>
            </a:extLst>
          </p:cNvPr>
          <p:cNvCxnSpPr>
            <a:cxnSpLocks/>
          </p:cNvCxnSpPr>
          <p:nvPr/>
        </p:nvCxnSpPr>
        <p:spPr>
          <a:xfrm>
            <a:off x="3195178" y="4987264"/>
            <a:ext cx="132520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Rechte verbindingslijn met pijl 6">
            <a:extLst>
              <a:ext uri="{FF2B5EF4-FFF2-40B4-BE49-F238E27FC236}">
                <a16:creationId xmlns:a16="http://schemas.microsoft.com/office/drawing/2014/main" id="{00AB717E-C6B8-A414-33A5-C19439F23A9B}"/>
              </a:ext>
            </a:extLst>
          </p:cNvPr>
          <p:cNvCxnSpPr>
            <a:cxnSpLocks/>
          </p:cNvCxnSpPr>
          <p:nvPr/>
        </p:nvCxnSpPr>
        <p:spPr>
          <a:xfrm>
            <a:off x="1286066" y="4969923"/>
            <a:ext cx="93710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Rechte verbindingslijn met pijl 10">
            <a:extLst>
              <a:ext uri="{FF2B5EF4-FFF2-40B4-BE49-F238E27FC236}">
                <a16:creationId xmlns:a16="http://schemas.microsoft.com/office/drawing/2014/main" id="{A25F1CD3-8252-D33A-0180-13CD9CA645E6}"/>
              </a:ext>
            </a:extLst>
          </p:cNvPr>
          <p:cNvCxnSpPr>
            <a:cxnSpLocks/>
          </p:cNvCxnSpPr>
          <p:nvPr/>
        </p:nvCxnSpPr>
        <p:spPr>
          <a:xfrm>
            <a:off x="8542277" y="5007451"/>
            <a:ext cx="1372480" cy="12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4B14BBE-B533-3EC6-15C9-84A27796DDD8}"/>
              </a:ext>
            </a:extLst>
          </p:cNvPr>
          <p:cNvSpPr/>
          <p:nvPr/>
        </p:nvSpPr>
        <p:spPr>
          <a:xfrm>
            <a:off x="8334579" y="4565448"/>
            <a:ext cx="1774589" cy="792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457200">
              <a:lnSpc>
                <a:spcPct val="150000"/>
              </a:lnSpc>
            </a:pPr>
            <a:r>
              <a:rPr lang="nl-BE" sz="1600" b="1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silico</a:t>
            </a:r>
          </a:p>
          <a:p>
            <a:pPr lvl="0" algn="ctr"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MS/MS</a:t>
            </a:r>
          </a:p>
        </p:txBody>
      </p:sp>
      <p:pic>
        <p:nvPicPr>
          <p:cNvPr id="159" name="Graphic 158">
            <a:extLst>
              <a:ext uri="{FF2B5EF4-FFF2-40B4-BE49-F238E27FC236}">
                <a16:creationId xmlns:a16="http://schemas.microsoft.com/office/drawing/2014/main" id="{CCA2071D-B5FD-E65C-F2D6-03DAB75CBB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19740" y="5472456"/>
            <a:ext cx="697999" cy="69799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9AAAAFEC-79F7-5ABC-9046-4F761F8D21B1}"/>
              </a:ext>
            </a:extLst>
          </p:cNvPr>
          <p:cNvGrpSpPr/>
          <p:nvPr/>
        </p:nvGrpSpPr>
        <p:grpSpPr>
          <a:xfrm>
            <a:off x="2441681" y="4453663"/>
            <a:ext cx="533601" cy="907898"/>
            <a:chOff x="2343331" y="3994261"/>
            <a:chExt cx="719588" cy="1224347"/>
          </a:xfrm>
        </p:grpSpPr>
        <p:grpSp>
          <p:nvGrpSpPr>
            <p:cNvPr id="11" name="Graphic 2" descr="Database with solid fill">
              <a:extLst>
                <a:ext uri="{FF2B5EF4-FFF2-40B4-BE49-F238E27FC236}">
                  <a16:creationId xmlns:a16="http://schemas.microsoft.com/office/drawing/2014/main" id="{8795839E-8ABA-2452-0DC8-7CF917C48D5A}"/>
                </a:ext>
              </a:extLst>
            </p:cNvPr>
            <p:cNvGrpSpPr/>
            <p:nvPr/>
          </p:nvGrpSpPr>
          <p:grpSpPr>
            <a:xfrm>
              <a:off x="2343331" y="3994261"/>
              <a:ext cx="719588" cy="976585"/>
              <a:chOff x="2383192" y="4518082"/>
              <a:chExt cx="719588" cy="976585"/>
            </a:xfrm>
            <a:solidFill>
              <a:schemeClr val="bg1">
                <a:lumMod val="75000"/>
              </a:schemeClr>
            </a:solidFill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537562A9-F0D5-FF92-C860-D8E3E0363248}"/>
                  </a:ext>
                </a:extLst>
              </p:cNvPr>
              <p:cNvSpPr/>
              <p:nvPr/>
            </p:nvSpPr>
            <p:spPr>
              <a:xfrm>
                <a:off x="2383192" y="4518082"/>
                <a:ext cx="719588" cy="205596"/>
              </a:xfrm>
              <a:custGeom>
                <a:avLst/>
                <a:gdLst>
                  <a:gd name="connsiteX0" fmla="*/ 719588 w 719588"/>
                  <a:gd name="connsiteY0" fmla="*/ 102798 h 205596"/>
                  <a:gd name="connsiteX1" fmla="*/ 359794 w 719588"/>
                  <a:gd name="connsiteY1" fmla="*/ 205597 h 205596"/>
                  <a:gd name="connsiteX2" fmla="*/ 0 w 719588"/>
                  <a:gd name="connsiteY2" fmla="*/ 102798 h 205596"/>
                  <a:gd name="connsiteX3" fmla="*/ 359794 w 719588"/>
                  <a:gd name="connsiteY3" fmla="*/ 0 h 205596"/>
                  <a:gd name="connsiteX4" fmla="*/ 719588 w 719588"/>
                  <a:gd name="connsiteY4" fmla="*/ 102798 h 205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588" h="205596">
                    <a:moveTo>
                      <a:pt x="719588" y="102798"/>
                    </a:moveTo>
                    <a:cubicBezTo>
                      <a:pt x="719588" y="159572"/>
                      <a:pt x="558503" y="205597"/>
                      <a:pt x="359794" y="205597"/>
                    </a:cubicBezTo>
                    <a:cubicBezTo>
                      <a:pt x="161085" y="205597"/>
                      <a:pt x="0" y="159572"/>
                      <a:pt x="0" y="102798"/>
                    </a:cubicBezTo>
                    <a:cubicBezTo>
                      <a:pt x="0" y="46024"/>
                      <a:pt x="161085" y="0"/>
                      <a:pt x="359794" y="0"/>
                    </a:cubicBezTo>
                    <a:cubicBezTo>
                      <a:pt x="558503" y="0"/>
                      <a:pt x="719588" y="46024"/>
                      <a:pt x="719588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01DB31E9-CB93-7CC9-F5D5-3174BFB34BDF}"/>
                  </a:ext>
                </a:extLst>
              </p:cNvPr>
              <p:cNvSpPr/>
              <p:nvPr/>
            </p:nvSpPr>
            <p:spPr>
              <a:xfrm>
                <a:off x="2383192" y="4672279"/>
                <a:ext cx="719588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sz="90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m/z</a:t>
                </a:r>
                <a:endParaRPr lang="en-NL" sz="90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Freeform: Shape 13">
                    <a:extLst>
                      <a:ext uri="{FF2B5EF4-FFF2-40B4-BE49-F238E27FC236}">
                        <a16:creationId xmlns:a16="http://schemas.microsoft.com/office/drawing/2014/main" id="{2BBB9EBC-547F-78A3-5DF7-0BF48CAB03F3}"/>
                      </a:ext>
                    </a:extLst>
                  </p:cNvPr>
                  <p:cNvSpPr/>
                  <p:nvPr/>
                </p:nvSpPr>
                <p:spPr>
                  <a:xfrm>
                    <a:off x="2383192" y="4929276"/>
                    <a:ext cx="719588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solidFill>
                    <a:srgbClr val="763737"/>
                  </a:solidFill>
                  <a:ln w="1279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oMath>
                      </m:oMathPara>
                    </a14:m>
                    <a:endParaRPr lang="en-NL" sz="90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4" name="Freeform: Shape 13">
                    <a:extLst>
                      <a:ext uri="{FF2B5EF4-FFF2-40B4-BE49-F238E27FC236}">
                        <a16:creationId xmlns:a16="http://schemas.microsoft.com/office/drawing/2014/main" id="{2BBB9EBC-547F-78A3-5DF7-0BF48CAB03F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3192" y="4929276"/>
                    <a:ext cx="719588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blipFill>
                    <a:blip r:embed="rId13"/>
                    <a:stretch>
                      <a:fillRect/>
                    </a:stretch>
                  </a:blipFill>
                  <a:ln w="1279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2819193A-5BA1-7833-7270-6B307BBCC33A}"/>
                  </a:ext>
                </a:extLst>
              </p:cNvPr>
              <p:cNvSpPr/>
              <p:nvPr/>
            </p:nvSpPr>
            <p:spPr>
              <a:xfrm>
                <a:off x="2383192" y="5186272"/>
                <a:ext cx="719588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C4D95DE-068D-BCF6-3FB9-E059F4974C02}"/>
                </a:ext>
              </a:extLst>
            </p:cNvPr>
            <p:cNvSpPr/>
            <p:nvPr/>
          </p:nvSpPr>
          <p:spPr>
            <a:xfrm>
              <a:off x="2343331" y="4910213"/>
              <a:ext cx="719588" cy="308395"/>
            </a:xfrm>
            <a:custGeom>
              <a:avLst/>
              <a:gdLst>
                <a:gd name="connsiteX0" fmla="*/ 616790 w 719588"/>
                <a:gd name="connsiteY0" fmla="*/ 205597 h 308395"/>
                <a:gd name="connsiteX1" fmla="*/ 591090 w 719588"/>
                <a:gd name="connsiteY1" fmla="*/ 179897 h 308395"/>
                <a:gd name="connsiteX2" fmla="*/ 616790 w 719588"/>
                <a:gd name="connsiteY2" fmla="*/ 154198 h 308395"/>
                <a:gd name="connsiteX3" fmla="*/ 642490 w 719588"/>
                <a:gd name="connsiteY3" fmla="*/ 179897 h 308395"/>
                <a:gd name="connsiteX4" fmla="*/ 616790 w 719588"/>
                <a:gd name="connsiteY4" fmla="*/ 205597 h 308395"/>
                <a:gd name="connsiteX5" fmla="*/ 359794 w 719588"/>
                <a:gd name="connsiteY5" fmla="*/ 102798 h 308395"/>
                <a:gd name="connsiteX6" fmla="*/ 0 w 719588"/>
                <a:gd name="connsiteY6" fmla="*/ 0 h 308395"/>
                <a:gd name="connsiteX7" fmla="*/ 0 w 719588"/>
                <a:gd name="connsiteY7" fmla="*/ 205597 h 308395"/>
                <a:gd name="connsiteX8" fmla="*/ 359794 w 719588"/>
                <a:gd name="connsiteY8" fmla="*/ 308395 h 308395"/>
                <a:gd name="connsiteX9" fmla="*/ 719588 w 719588"/>
                <a:gd name="connsiteY9" fmla="*/ 205597 h 308395"/>
                <a:gd name="connsiteX10" fmla="*/ 719588 w 719588"/>
                <a:gd name="connsiteY10" fmla="*/ 0 h 308395"/>
                <a:gd name="connsiteX11" fmla="*/ 359794 w 719588"/>
                <a:gd name="connsiteY11" fmla="*/ 102798 h 308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9588" h="308395">
                  <a:moveTo>
                    <a:pt x="616790" y="205597"/>
                  </a:moveTo>
                  <a:cubicBezTo>
                    <a:pt x="601370" y="205597"/>
                    <a:pt x="591090" y="195317"/>
                    <a:pt x="591090" y="179897"/>
                  </a:cubicBezTo>
                  <a:cubicBezTo>
                    <a:pt x="591090" y="164477"/>
                    <a:pt x="601370" y="154198"/>
                    <a:pt x="616790" y="154198"/>
                  </a:cubicBezTo>
                  <a:cubicBezTo>
                    <a:pt x="632210" y="154198"/>
                    <a:pt x="642490" y="164477"/>
                    <a:pt x="642490" y="179897"/>
                  </a:cubicBezTo>
                  <a:cubicBezTo>
                    <a:pt x="642490" y="195317"/>
                    <a:pt x="632210" y="205597"/>
                    <a:pt x="616790" y="205597"/>
                  </a:cubicBezTo>
                  <a:close/>
                  <a:moveTo>
                    <a:pt x="359794" y="102798"/>
                  </a:moveTo>
                  <a:cubicBezTo>
                    <a:pt x="161907" y="102798"/>
                    <a:pt x="0" y="56539"/>
                    <a:pt x="0" y="0"/>
                  </a:cubicBezTo>
                  <a:lnTo>
                    <a:pt x="0" y="205597"/>
                  </a:lnTo>
                  <a:cubicBezTo>
                    <a:pt x="0" y="262136"/>
                    <a:pt x="161907" y="308395"/>
                    <a:pt x="359794" y="308395"/>
                  </a:cubicBezTo>
                  <a:cubicBezTo>
                    <a:pt x="557681" y="308395"/>
                    <a:pt x="719588" y="262136"/>
                    <a:pt x="719588" y="205597"/>
                  </a:cubicBezTo>
                  <a:lnTo>
                    <a:pt x="719588" y="0"/>
                  </a:lnTo>
                  <a:cubicBezTo>
                    <a:pt x="719588" y="56539"/>
                    <a:pt x="557681" y="102798"/>
                    <a:pt x="359794" y="102798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27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0D800C4-9995-E4FD-0F7B-E6C70714A6FD}"/>
              </a:ext>
            </a:extLst>
          </p:cNvPr>
          <p:cNvGrpSpPr/>
          <p:nvPr/>
        </p:nvGrpSpPr>
        <p:grpSpPr>
          <a:xfrm>
            <a:off x="584355" y="4453663"/>
            <a:ext cx="533601" cy="907898"/>
            <a:chOff x="1701298" y="3994261"/>
            <a:chExt cx="719588" cy="1224347"/>
          </a:xfrm>
        </p:grpSpPr>
        <p:grpSp>
          <p:nvGrpSpPr>
            <p:cNvPr id="21" name="Graphic 2" descr="Database with solid fill">
              <a:extLst>
                <a:ext uri="{FF2B5EF4-FFF2-40B4-BE49-F238E27FC236}">
                  <a16:creationId xmlns:a16="http://schemas.microsoft.com/office/drawing/2014/main" id="{EC21F17D-0836-2829-B6B3-F7D59D1E5C1B}"/>
                </a:ext>
              </a:extLst>
            </p:cNvPr>
            <p:cNvGrpSpPr/>
            <p:nvPr/>
          </p:nvGrpSpPr>
          <p:grpSpPr>
            <a:xfrm>
              <a:off x="1701298" y="3994261"/>
              <a:ext cx="719588" cy="976585"/>
              <a:chOff x="1741159" y="4518082"/>
              <a:chExt cx="719588" cy="976585"/>
            </a:xfrm>
            <a:solidFill>
              <a:schemeClr val="bg1">
                <a:lumMod val="75000"/>
              </a:schemeClr>
            </a:solidFill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A367CE70-8DC6-C313-C41C-C850D69FF480}"/>
                  </a:ext>
                </a:extLst>
              </p:cNvPr>
              <p:cNvSpPr/>
              <p:nvPr/>
            </p:nvSpPr>
            <p:spPr>
              <a:xfrm>
                <a:off x="1741159" y="4518082"/>
                <a:ext cx="719588" cy="205596"/>
              </a:xfrm>
              <a:custGeom>
                <a:avLst/>
                <a:gdLst>
                  <a:gd name="connsiteX0" fmla="*/ 719588 w 719588"/>
                  <a:gd name="connsiteY0" fmla="*/ 102798 h 205596"/>
                  <a:gd name="connsiteX1" fmla="*/ 359794 w 719588"/>
                  <a:gd name="connsiteY1" fmla="*/ 205597 h 205596"/>
                  <a:gd name="connsiteX2" fmla="*/ 0 w 719588"/>
                  <a:gd name="connsiteY2" fmla="*/ 102798 h 205596"/>
                  <a:gd name="connsiteX3" fmla="*/ 359794 w 719588"/>
                  <a:gd name="connsiteY3" fmla="*/ 0 h 205596"/>
                  <a:gd name="connsiteX4" fmla="*/ 719588 w 719588"/>
                  <a:gd name="connsiteY4" fmla="*/ 102798 h 205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588" h="205596">
                    <a:moveTo>
                      <a:pt x="719588" y="102798"/>
                    </a:moveTo>
                    <a:cubicBezTo>
                      <a:pt x="719588" y="159572"/>
                      <a:pt x="558503" y="205597"/>
                      <a:pt x="359794" y="205597"/>
                    </a:cubicBezTo>
                    <a:cubicBezTo>
                      <a:pt x="161085" y="205597"/>
                      <a:pt x="0" y="159572"/>
                      <a:pt x="0" y="102798"/>
                    </a:cubicBezTo>
                    <a:cubicBezTo>
                      <a:pt x="0" y="46024"/>
                      <a:pt x="161085" y="0"/>
                      <a:pt x="359794" y="0"/>
                    </a:cubicBezTo>
                    <a:cubicBezTo>
                      <a:pt x="558503" y="0"/>
                      <a:pt x="719588" y="46024"/>
                      <a:pt x="719588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C007FB4D-4415-E172-14D5-327E0B74FD10}"/>
                  </a:ext>
                </a:extLst>
              </p:cNvPr>
              <p:cNvSpPr/>
              <p:nvPr/>
            </p:nvSpPr>
            <p:spPr>
              <a:xfrm>
                <a:off x="1741159" y="4672279"/>
                <a:ext cx="719588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sz="90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m/z</a:t>
                </a:r>
                <a:endParaRPr lang="en-NL" sz="90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2352683-39D7-284C-CEDE-8C45E577B09D}"/>
                  </a:ext>
                </a:extLst>
              </p:cNvPr>
              <p:cNvSpPr/>
              <p:nvPr/>
            </p:nvSpPr>
            <p:spPr>
              <a:xfrm>
                <a:off x="1741159" y="4929276"/>
                <a:ext cx="719588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90590B1E-EE04-B2D9-AC3D-EFFD3D03754E}"/>
                  </a:ext>
                </a:extLst>
              </p:cNvPr>
              <p:cNvSpPr/>
              <p:nvPr/>
            </p:nvSpPr>
            <p:spPr>
              <a:xfrm>
                <a:off x="1741159" y="5186272"/>
                <a:ext cx="719588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89C55CD-03B4-946D-55D3-05BE403E3806}"/>
                </a:ext>
              </a:extLst>
            </p:cNvPr>
            <p:cNvSpPr/>
            <p:nvPr/>
          </p:nvSpPr>
          <p:spPr>
            <a:xfrm>
              <a:off x="1701298" y="4910213"/>
              <a:ext cx="719588" cy="308395"/>
            </a:xfrm>
            <a:custGeom>
              <a:avLst/>
              <a:gdLst>
                <a:gd name="connsiteX0" fmla="*/ 616790 w 719588"/>
                <a:gd name="connsiteY0" fmla="*/ 205597 h 308395"/>
                <a:gd name="connsiteX1" fmla="*/ 591090 w 719588"/>
                <a:gd name="connsiteY1" fmla="*/ 179897 h 308395"/>
                <a:gd name="connsiteX2" fmla="*/ 616790 w 719588"/>
                <a:gd name="connsiteY2" fmla="*/ 154198 h 308395"/>
                <a:gd name="connsiteX3" fmla="*/ 642490 w 719588"/>
                <a:gd name="connsiteY3" fmla="*/ 179897 h 308395"/>
                <a:gd name="connsiteX4" fmla="*/ 616790 w 719588"/>
                <a:gd name="connsiteY4" fmla="*/ 205597 h 308395"/>
                <a:gd name="connsiteX5" fmla="*/ 359794 w 719588"/>
                <a:gd name="connsiteY5" fmla="*/ 102798 h 308395"/>
                <a:gd name="connsiteX6" fmla="*/ 0 w 719588"/>
                <a:gd name="connsiteY6" fmla="*/ 0 h 308395"/>
                <a:gd name="connsiteX7" fmla="*/ 0 w 719588"/>
                <a:gd name="connsiteY7" fmla="*/ 205597 h 308395"/>
                <a:gd name="connsiteX8" fmla="*/ 359794 w 719588"/>
                <a:gd name="connsiteY8" fmla="*/ 308395 h 308395"/>
                <a:gd name="connsiteX9" fmla="*/ 719588 w 719588"/>
                <a:gd name="connsiteY9" fmla="*/ 205597 h 308395"/>
                <a:gd name="connsiteX10" fmla="*/ 719588 w 719588"/>
                <a:gd name="connsiteY10" fmla="*/ 0 h 308395"/>
                <a:gd name="connsiteX11" fmla="*/ 359794 w 719588"/>
                <a:gd name="connsiteY11" fmla="*/ 102798 h 308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9588" h="308395">
                  <a:moveTo>
                    <a:pt x="616790" y="205597"/>
                  </a:moveTo>
                  <a:cubicBezTo>
                    <a:pt x="601370" y="205597"/>
                    <a:pt x="591090" y="195317"/>
                    <a:pt x="591090" y="179897"/>
                  </a:cubicBezTo>
                  <a:cubicBezTo>
                    <a:pt x="591090" y="164477"/>
                    <a:pt x="601370" y="154198"/>
                    <a:pt x="616790" y="154198"/>
                  </a:cubicBezTo>
                  <a:cubicBezTo>
                    <a:pt x="632210" y="154198"/>
                    <a:pt x="642490" y="164477"/>
                    <a:pt x="642490" y="179897"/>
                  </a:cubicBezTo>
                  <a:cubicBezTo>
                    <a:pt x="642490" y="195317"/>
                    <a:pt x="632210" y="205597"/>
                    <a:pt x="616790" y="205597"/>
                  </a:cubicBezTo>
                  <a:close/>
                  <a:moveTo>
                    <a:pt x="359794" y="102798"/>
                  </a:moveTo>
                  <a:cubicBezTo>
                    <a:pt x="161907" y="102798"/>
                    <a:pt x="0" y="56539"/>
                    <a:pt x="0" y="0"/>
                  </a:cubicBezTo>
                  <a:lnTo>
                    <a:pt x="0" y="205597"/>
                  </a:lnTo>
                  <a:cubicBezTo>
                    <a:pt x="0" y="262136"/>
                    <a:pt x="161907" y="308395"/>
                    <a:pt x="359794" y="308395"/>
                  </a:cubicBezTo>
                  <a:cubicBezTo>
                    <a:pt x="557681" y="308395"/>
                    <a:pt x="719588" y="262136"/>
                    <a:pt x="719588" y="205597"/>
                  </a:cubicBezTo>
                  <a:lnTo>
                    <a:pt x="719588" y="0"/>
                  </a:lnTo>
                  <a:cubicBezTo>
                    <a:pt x="719588" y="56539"/>
                    <a:pt x="557681" y="102798"/>
                    <a:pt x="359794" y="102798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27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6A922EF-56FF-80C8-3711-0AB1416F7E49}"/>
              </a:ext>
            </a:extLst>
          </p:cNvPr>
          <p:cNvGrpSpPr/>
          <p:nvPr/>
        </p:nvGrpSpPr>
        <p:grpSpPr>
          <a:xfrm>
            <a:off x="4675432" y="4455460"/>
            <a:ext cx="533607" cy="907898"/>
            <a:chOff x="1853932" y="3994261"/>
            <a:chExt cx="719600" cy="1224347"/>
          </a:xfrm>
        </p:grpSpPr>
        <p:grpSp>
          <p:nvGrpSpPr>
            <p:cNvPr id="35" name="Graphic 2" descr="Database with solid fill">
              <a:extLst>
                <a:ext uri="{FF2B5EF4-FFF2-40B4-BE49-F238E27FC236}">
                  <a16:creationId xmlns:a16="http://schemas.microsoft.com/office/drawing/2014/main" id="{C68C67CE-99DE-B361-A7E4-CC18581F5C45}"/>
                </a:ext>
              </a:extLst>
            </p:cNvPr>
            <p:cNvGrpSpPr/>
            <p:nvPr/>
          </p:nvGrpSpPr>
          <p:grpSpPr>
            <a:xfrm>
              <a:off x="1853932" y="3994261"/>
              <a:ext cx="719600" cy="976585"/>
              <a:chOff x="1893793" y="4518082"/>
              <a:chExt cx="719600" cy="976585"/>
            </a:xfrm>
            <a:solidFill>
              <a:schemeClr val="bg1">
                <a:lumMod val="75000"/>
              </a:schemeClr>
            </a:solidFill>
          </p:grpSpPr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3DBCC8B8-C2D1-6F3E-C8D3-36F603AFB0FB}"/>
                  </a:ext>
                </a:extLst>
              </p:cNvPr>
              <p:cNvSpPr/>
              <p:nvPr/>
            </p:nvSpPr>
            <p:spPr>
              <a:xfrm>
                <a:off x="1893793" y="4518082"/>
                <a:ext cx="719594" cy="205596"/>
              </a:xfrm>
              <a:custGeom>
                <a:avLst/>
                <a:gdLst>
                  <a:gd name="connsiteX0" fmla="*/ 719588 w 719588"/>
                  <a:gd name="connsiteY0" fmla="*/ 102798 h 205596"/>
                  <a:gd name="connsiteX1" fmla="*/ 359794 w 719588"/>
                  <a:gd name="connsiteY1" fmla="*/ 205597 h 205596"/>
                  <a:gd name="connsiteX2" fmla="*/ 0 w 719588"/>
                  <a:gd name="connsiteY2" fmla="*/ 102798 h 205596"/>
                  <a:gd name="connsiteX3" fmla="*/ 359794 w 719588"/>
                  <a:gd name="connsiteY3" fmla="*/ 0 h 205596"/>
                  <a:gd name="connsiteX4" fmla="*/ 719588 w 719588"/>
                  <a:gd name="connsiteY4" fmla="*/ 102798 h 205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588" h="205596">
                    <a:moveTo>
                      <a:pt x="719588" y="102798"/>
                    </a:moveTo>
                    <a:cubicBezTo>
                      <a:pt x="719588" y="159572"/>
                      <a:pt x="558503" y="205597"/>
                      <a:pt x="359794" y="205597"/>
                    </a:cubicBezTo>
                    <a:cubicBezTo>
                      <a:pt x="161085" y="205597"/>
                      <a:pt x="0" y="159572"/>
                      <a:pt x="0" y="102798"/>
                    </a:cubicBezTo>
                    <a:cubicBezTo>
                      <a:pt x="0" y="46024"/>
                      <a:pt x="161085" y="0"/>
                      <a:pt x="359794" y="0"/>
                    </a:cubicBezTo>
                    <a:cubicBezTo>
                      <a:pt x="558503" y="0"/>
                      <a:pt x="719588" y="46024"/>
                      <a:pt x="719588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FCA7386C-BE76-AE2B-E775-EF56F66999D6}"/>
                  </a:ext>
                </a:extLst>
              </p:cNvPr>
              <p:cNvSpPr/>
              <p:nvPr/>
            </p:nvSpPr>
            <p:spPr>
              <a:xfrm>
                <a:off x="1893798" y="4672279"/>
                <a:ext cx="719595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sz="100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m/z</a:t>
                </a:r>
                <a:endParaRPr lang="en-NL" sz="100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Freeform: Shape 38">
                    <a:extLst>
                      <a:ext uri="{FF2B5EF4-FFF2-40B4-BE49-F238E27FC236}">
                        <a16:creationId xmlns:a16="http://schemas.microsoft.com/office/drawing/2014/main" id="{4448BA37-A9C3-4D37-411D-88A970E953BA}"/>
                      </a:ext>
                    </a:extLst>
                  </p:cNvPr>
                  <p:cNvSpPr/>
                  <p:nvPr/>
                </p:nvSpPr>
                <p:spPr>
                  <a:xfrm>
                    <a:off x="1893798" y="4929276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solidFill>
                    <a:srgbClr val="763737"/>
                  </a:solidFill>
                  <a:ln w="1279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oMath>
                      </m:oMathPara>
                    </a14:m>
                    <a:endParaRPr lang="en-NL" sz="100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9" name="Freeform: Shape 38">
                    <a:extLst>
                      <a:ext uri="{FF2B5EF4-FFF2-40B4-BE49-F238E27FC236}">
                        <a16:creationId xmlns:a16="http://schemas.microsoft.com/office/drawing/2014/main" id="{4448BA37-A9C3-4D37-411D-88A970E953B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3798" y="4929276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blipFill>
                    <a:blip r:embed="rId14"/>
                    <a:stretch>
                      <a:fillRect/>
                    </a:stretch>
                  </a:blipFill>
                  <a:ln w="1279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Freeform: Shape 39">
                    <a:extLst>
                      <a:ext uri="{FF2B5EF4-FFF2-40B4-BE49-F238E27FC236}">
                        <a16:creationId xmlns:a16="http://schemas.microsoft.com/office/drawing/2014/main" id="{5F44C542-8EC7-421A-5906-DF62109F7730}"/>
                      </a:ext>
                    </a:extLst>
                  </p:cNvPr>
                  <p:cNvSpPr/>
                  <p:nvPr/>
                </p:nvSpPr>
                <p:spPr>
                  <a:xfrm>
                    <a:off x="1893798" y="5186272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solidFill>
                    <a:srgbClr val="8BAAC9"/>
                  </a:solidFill>
                  <a:ln w="1279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oMath>
                      </m:oMathPara>
                    </a14:m>
                    <a:endParaRPr lang="en-NL" sz="100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40" name="Freeform: Shape 39">
                    <a:extLst>
                      <a:ext uri="{FF2B5EF4-FFF2-40B4-BE49-F238E27FC236}">
                        <a16:creationId xmlns:a16="http://schemas.microsoft.com/office/drawing/2014/main" id="{5F44C542-8EC7-421A-5906-DF62109F773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3798" y="5186272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blipFill>
                    <a:blip r:embed="rId15"/>
                    <a:stretch>
                      <a:fillRect/>
                    </a:stretch>
                  </a:blipFill>
                  <a:ln w="1279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8158928-CE8F-BE99-7BEC-9F2CB91317B4}"/>
                </a:ext>
              </a:extLst>
            </p:cNvPr>
            <p:cNvSpPr/>
            <p:nvPr/>
          </p:nvSpPr>
          <p:spPr>
            <a:xfrm>
              <a:off x="1853937" y="4910213"/>
              <a:ext cx="719595" cy="308395"/>
            </a:xfrm>
            <a:custGeom>
              <a:avLst/>
              <a:gdLst>
                <a:gd name="connsiteX0" fmla="*/ 616790 w 719588"/>
                <a:gd name="connsiteY0" fmla="*/ 205597 h 308395"/>
                <a:gd name="connsiteX1" fmla="*/ 591090 w 719588"/>
                <a:gd name="connsiteY1" fmla="*/ 179897 h 308395"/>
                <a:gd name="connsiteX2" fmla="*/ 616790 w 719588"/>
                <a:gd name="connsiteY2" fmla="*/ 154198 h 308395"/>
                <a:gd name="connsiteX3" fmla="*/ 642490 w 719588"/>
                <a:gd name="connsiteY3" fmla="*/ 179897 h 308395"/>
                <a:gd name="connsiteX4" fmla="*/ 616790 w 719588"/>
                <a:gd name="connsiteY4" fmla="*/ 205597 h 308395"/>
                <a:gd name="connsiteX5" fmla="*/ 359794 w 719588"/>
                <a:gd name="connsiteY5" fmla="*/ 102798 h 308395"/>
                <a:gd name="connsiteX6" fmla="*/ 0 w 719588"/>
                <a:gd name="connsiteY6" fmla="*/ 0 h 308395"/>
                <a:gd name="connsiteX7" fmla="*/ 0 w 719588"/>
                <a:gd name="connsiteY7" fmla="*/ 205597 h 308395"/>
                <a:gd name="connsiteX8" fmla="*/ 359794 w 719588"/>
                <a:gd name="connsiteY8" fmla="*/ 308395 h 308395"/>
                <a:gd name="connsiteX9" fmla="*/ 719588 w 719588"/>
                <a:gd name="connsiteY9" fmla="*/ 205597 h 308395"/>
                <a:gd name="connsiteX10" fmla="*/ 719588 w 719588"/>
                <a:gd name="connsiteY10" fmla="*/ 0 h 308395"/>
                <a:gd name="connsiteX11" fmla="*/ 359794 w 719588"/>
                <a:gd name="connsiteY11" fmla="*/ 102798 h 308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9588" h="308395">
                  <a:moveTo>
                    <a:pt x="616790" y="205597"/>
                  </a:moveTo>
                  <a:cubicBezTo>
                    <a:pt x="601370" y="205597"/>
                    <a:pt x="591090" y="195317"/>
                    <a:pt x="591090" y="179897"/>
                  </a:cubicBezTo>
                  <a:cubicBezTo>
                    <a:pt x="591090" y="164477"/>
                    <a:pt x="601370" y="154198"/>
                    <a:pt x="616790" y="154198"/>
                  </a:cubicBezTo>
                  <a:cubicBezTo>
                    <a:pt x="632210" y="154198"/>
                    <a:pt x="642490" y="164477"/>
                    <a:pt x="642490" y="179897"/>
                  </a:cubicBezTo>
                  <a:cubicBezTo>
                    <a:pt x="642490" y="195317"/>
                    <a:pt x="632210" y="205597"/>
                    <a:pt x="616790" y="205597"/>
                  </a:cubicBezTo>
                  <a:close/>
                  <a:moveTo>
                    <a:pt x="359794" y="102798"/>
                  </a:moveTo>
                  <a:cubicBezTo>
                    <a:pt x="161907" y="102798"/>
                    <a:pt x="0" y="56539"/>
                    <a:pt x="0" y="0"/>
                  </a:cubicBezTo>
                  <a:lnTo>
                    <a:pt x="0" y="205597"/>
                  </a:lnTo>
                  <a:cubicBezTo>
                    <a:pt x="0" y="262136"/>
                    <a:pt x="161907" y="308395"/>
                    <a:pt x="359794" y="308395"/>
                  </a:cubicBezTo>
                  <a:cubicBezTo>
                    <a:pt x="557681" y="308395"/>
                    <a:pt x="719588" y="262136"/>
                    <a:pt x="719588" y="205597"/>
                  </a:cubicBezTo>
                  <a:lnTo>
                    <a:pt x="719588" y="0"/>
                  </a:lnTo>
                  <a:cubicBezTo>
                    <a:pt x="719588" y="56539"/>
                    <a:pt x="557681" y="102798"/>
                    <a:pt x="359794" y="102798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27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7" name="Tekstvak 23">
            <a:extLst>
              <a:ext uri="{FF2B5EF4-FFF2-40B4-BE49-F238E27FC236}">
                <a16:creationId xmlns:a16="http://schemas.microsoft.com/office/drawing/2014/main" id="{5D5D3F7D-0943-71C6-2426-3CA79279E5D0}"/>
              </a:ext>
            </a:extLst>
          </p:cNvPr>
          <p:cNvSpPr txBox="1"/>
          <p:nvPr/>
        </p:nvSpPr>
        <p:spPr>
          <a:xfrm>
            <a:off x="10266" y="5513171"/>
            <a:ext cx="1735011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fasta </a:t>
            </a:r>
          </a:p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</a:t>
            </a:r>
          </a:p>
        </p:txBody>
      </p:sp>
      <p:pic>
        <p:nvPicPr>
          <p:cNvPr id="141" name="Picture 140" descr="Logo, icon&#10;&#10;Description automatically generated">
            <a:extLst>
              <a:ext uri="{FF2B5EF4-FFF2-40B4-BE49-F238E27FC236}">
                <a16:creationId xmlns:a16="http://schemas.microsoft.com/office/drawing/2014/main" id="{3F5054B5-6A95-6995-EB7B-3CC62934D444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761" y="5472456"/>
            <a:ext cx="697999" cy="697999"/>
          </a:xfrm>
          <a:prstGeom prst="rect">
            <a:avLst/>
          </a:prstGeom>
        </p:spPr>
      </p:pic>
      <p:pic>
        <p:nvPicPr>
          <p:cNvPr id="144" name="Picture 143" descr="Icon, circle&#10;&#10;Description automatically generated">
            <a:extLst>
              <a:ext uri="{FF2B5EF4-FFF2-40B4-BE49-F238E27FC236}">
                <a16:creationId xmlns:a16="http://schemas.microsoft.com/office/drawing/2014/main" id="{0995D156-F48E-5446-96AC-3EBBC3446E40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689" y="5555288"/>
            <a:ext cx="709854" cy="709854"/>
          </a:xfrm>
          <a:prstGeom prst="rect">
            <a:avLst/>
          </a:prstGeom>
        </p:spPr>
      </p:pic>
      <p:pic>
        <p:nvPicPr>
          <p:cNvPr id="158" name="Picture 157" descr="Diagram&#10;&#10;Description automatically generated">
            <a:extLst>
              <a:ext uri="{FF2B5EF4-FFF2-40B4-BE49-F238E27FC236}">
                <a16:creationId xmlns:a16="http://schemas.microsoft.com/office/drawing/2014/main" id="{41FA9DD7-F1E3-C0C9-07AE-FAAB63ACF76A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507" y="3464773"/>
            <a:ext cx="601611" cy="6016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kstvak 25">
                <a:extLst>
                  <a:ext uri="{FF2B5EF4-FFF2-40B4-BE49-F238E27FC236}">
                    <a16:creationId xmlns:a16="http://schemas.microsoft.com/office/drawing/2014/main" id="{6386DDEF-39DB-2382-1749-627E515A912D}"/>
                  </a:ext>
                </a:extLst>
              </p:cNvPr>
              <p:cNvSpPr txBox="1"/>
              <p:nvPr/>
            </p:nvSpPr>
            <p:spPr>
              <a:xfrm>
                <a:off x="1117957" y="4532024"/>
                <a:ext cx="1318096" cy="418923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noAutofit/>
              </a:bodyPr>
              <a:lstStyle/>
              <a:p>
                <a:pPr algn="ctr" defTabSz="457200">
                  <a:lnSpc>
                    <a:spcPct val="150000"/>
                  </a:lnSpc>
                </a:pPr>
                <a:r>
                  <a:rPr lang="nl-BE" sz="1600" b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Predict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endParaRPr lang="nl-BE" sz="16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9" name="Tekstvak 25">
                <a:extLst>
                  <a:ext uri="{FF2B5EF4-FFF2-40B4-BE49-F238E27FC236}">
                    <a16:creationId xmlns:a16="http://schemas.microsoft.com/office/drawing/2014/main" id="{6386DDEF-39DB-2382-1749-627E515A9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957" y="4532024"/>
                <a:ext cx="1318096" cy="418923"/>
              </a:xfrm>
              <a:prstGeom prst="rect">
                <a:avLst/>
              </a:prstGeom>
              <a:blipFill>
                <a:blip r:embed="rId19"/>
                <a:stretch>
                  <a:fillRect b="-18841"/>
                </a:stretch>
              </a:blipFill>
              <a:effectLst/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9C7A2966-D7BF-EF8B-1654-F629F33193C9}"/>
              </a:ext>
            </a:extLst>
          </p:cNvPr>
          <p:cNvGrpSpPr/>
          <p:nvPr/>
        </p:nvGrpSpPr>
        <p:grpSpPr>
          <a:xfrm>
            <a:off x="11121456" y="4534654"/>
            <a:ext cx="533607" cy="907898"/>
            <a:chOff x="1853932" y="3994261"/>
            <a:chExt cx="719600" cy="1224347"/>
          </a:xfrm>
        </p:grpSpPr>
        <p:grpSp>
          <p:nvGrpSpPr>
            <p:cNvPr id="65" name="Graphic 2" descr="Database with solid fill">
              <a:extLst>
                <a:ext uri="{FF2B5EF4-FFF2-40B4-BE49-F238E27FC236}">
                  <a16:creationId xmlns:a16="http://schemas.microsoft.com/office/drawing/2014/main" id="{A983CC8D-8073-86BE-BC66-CD74646776C0}"/>
                </a:ext>
              </a:extLst>
            </p:cNvPr>
            <p:cNvGrpSpPr/>
            <p:nvPr/>
          </p:nvGrpSpPr>
          <p:grpSpPr>
            <a:xfrm>
              <a:off x="1853932" y="3994261"/>
              <a:ext cx="719600" cy="976585"/>
              <a:chOff x="1893793" y="4518082"/>
              <a:chExt cx="719600" cy="976585"/>
            </a:xfrm>
            <a:solidFill>
              <a:schemeClr val="bg1">
                <a:lumMod val="75000"/>
              </a:schemeClr>
            </a:solidFill>
          </p:grpSpPr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9ADC74DE-A8F0-6E2E-9DC6-0C927B2C6D7C}"/>
                  </a:ext>
                </a:extLst>
              </p:cNvPr>
              <p:cNvSpPr/>
              <p:nvPr/>
            </p:nvSpPr>
            <p:spPr>
              <a:xfrm>
                <a:off x="1893793" y="4518082"/>
                <a:ext cx="719594" cy="205596"/>
              </a:xfrm>
              <a:custGeom>
                <a:avLst/>
                <a:gdLst>
                  <a:gd name="connsiteX0" fmla="*/ 719588 w 719588"/>
                  <a:gd name="connsiteY0" fmla="*/ 102798 h 205596"/>
                  <a:gd name="connsiteX1" fmla="*/ 359794 w 719588"/>
                  <a:gd name="connsiteY1" fmla="*/ 205597 h 205596"/>
                  <a:gd name="connsiteX2" fmla="*/ 0 w 719588"/>
                  <a:gd name="connsiteY2" fmla="*/ 102798 h 205596"/>
                  <a:gd name="connsiteX3" fmla="*/ 359794 w 719588"/>
                  <a:gd name="connsiteY3" fmla="*/ 0 h 205596"/>
                  <a:gd name="connsiteX4" fmla="*/ 719588 w 719588"/>
                  <a:gd name="connsiteY4" fmla="*/ 102798 h 205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588" h="205596">
                    <a:moveTo>
                      <a:pt x="719588" y="102798"/>
                    </a:moveTo>
                    <a:cubicBezTo>
                      <a:pt x="719588" y="159572"/>
                      <a:pt x="558503" y="205597"/>
                      <a:pt x="359794" y="205597"/>
                    </a:cubicBezTo>
                    <a:cubicBezTo>
                      <a:pt x="161085" y="205597"/>
                      <a:pt x="0" y="159572"/>
                      <a:pt x="0" y="102798"/>
                    </a:cubicBezTo>
                    <a:cubicBezTo>
                      <a:pt x="0" y="46024"/>
                      <a:pt x="161085" y="0"/>
                      <a:pt x="359794" y="0"/>
                    </a:cubicBezTo>
                    <a:cubicBezTo>
                      <a:pt x="558503" y="0"/>
                      <a:pt x="719588" y="46024"/>
                      <a:pt x="719588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8FEB1D74-B133-F436-2F1C-0EC20F844FEE}"/>
                  </a:ext>
                </a:extLst>
              </p:cNvPr>
              <p:cNvSpPr/>
              <p:nvPr/>
            </p:nvSpPr>
            <p:spPr>
              <a:xfrm>
                <a:off x="1893798" y="4672279"/>
                <a:ext cx="719595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sz="100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m/z</a:t>
                </a:r>
                <a:endParaRPr lang="en-NL" sz="100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Freeform: Shape 68">
                    <a:extLst>
                      <a:ext uri="{FF2B5EF4-FFF2-40B4-BE49-F238E27FC236}">
                        <a16:creationId xmlns:a16="http://schemas.microsoft.com/office/drawing/2014/main" id="{595C2C92-5227-76DA-697F-98C98264AF1E}"/>
                      </a:ext>
                    </a:extLst>
                  </p:cNvPr>
                  <p:cNvSpPr/>
                  <p:nvPr/>
                </p:nvSpPr>
                <p:spPr>
                  <a:xfrm>
                    <a:off x="1893798" y="4929276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solidFill>
                    <a:srgbClr val="763737"/>
                  </a:solidFill>
                  <a:ln w="1279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oMath>
                      </m:oMathPara>
                    </a14:m>
                    <a:endParaRPr lang="en-NL" sz="100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9" name="Freeform: Shape 68">
                    <a:extLst>
                      <a:ext uri="{FF2B5EF4-FFF2-40B4-BE49-F238E27FC236}">
                        <a16:creationId xmlns:a16="http://schemas.microsoft.com/office/drawing/2014/main" id="{595C2C92-5227-76DA-697F-98C98264AF1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3798" y="4929276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blipFill>
                    <a:blip r:embed="rId14"/>
                    <a:stretch>
                      <a:fillRect/>
                    </a:stretch>
                  </a:blipFill>
                  <a:ln w="1279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Freeform: Shape 69">
                    <a:extLst>
                      <a:ext uri="{FF2B5EF4-FFF2-40B4-BE49-F238E27FC236}">
                        <a16:creationId xmlns:a16="http://schemas.microsoft.com/office/drawing/2014/main" id="{DA29876F-E1AA-49AB-F934-132892ECBD5D}"/>
                      </a:ext>
                    </a:extLst>
                  </p:cNvPr>
                  <p:cNvSpPr/>
                  <p:nvPr/>
                </p:nvSpPr>
                <p:spPr>
                  <a:xfrm>
                    <a:off x="1893798" y="5186272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solidFill>
                    <a:srgbClr val="8BAAC9"/>
                  </a:solidFill>
                  <a:ln w="1279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oMath>
                      </m:oMathPara>
                    </a14:m>
                    <a:endParaRPr lang="en-NL" sz="100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70" name="Freeform: Shape 69">
                    <a:extLst>
                      <a:ext uri="{FF2B5EF4-FFF2-40B4-BE49-F238E27FC236}">
                        <a16:creationId xmlns:a16="http://schemas.microsoft.com/office/drawing/2014/main" id="{DA29876F-E1AA-49AB-F934-132892ECBD5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3798" y="5186272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blipFill>
                    <a:blip r:embed="rId15"/>
                    <a:stretch>
                      <a:fillRect/>
                    </a:stretch>
                  </a:blipFill>
                  <a:ln w="1279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39069EB-B636-CCE2-91FD-00793ECDEC3C}"/>
                </a:ext>
              </a:extLst>
            </p:cNvPr>
            <p:cNvSpPr/>
            <p:nvPr/>
          </p:nvSpPr>
          <p:spPr>
            <a:xfrm>
              <a:off x="1853937" y="4910213"/>
              <a:ext cx="719595" cy="308395"/>
            </a:xfrm>
            <a:custGeom>
              <a:avLst/>
              <a:gdLst>
                <a:gd name="connsiteX0" fmla="*/ 616790 w 719588"/>
                <a:gd name="connsiteY0" fmla="*/ 205597 h 308395"/>
                <a:gd name="connsiteX1" fmla="*/ 591090 w 719588"/>
                <a:gd name="connsiteY1" fmla="*/ 179897 h 308395"/>
                <a:gd name="connsiteX2" fmla="*/ 616790 w 719588"/>
                <a:gd name="connsiteY2" fmla="*/ 154198 h 308395"/>
                <a:gd name="connsiteX3" fmla="*/ 642490 w 719588"/>
                <a:gd name="connsiteY3" fmla="*/ 179897 h 308395"/>
                <a:gd name="connsiteX4" fmla="*/ 616790 w 719588"/>
                <a:gd name="connsiteY4" fmla="*/ 205597 h 308395"/>
                <a:gd name="connsiteX5" fmla="*/ 359794 w 719588"/>
                <a:gd name="connsiteY5" fmla="*/ 102798 h 308395"/>
                <a:gd name="connsiteX6" fmla="*/ 0 w 719588"/>
                <a:gd name="connsiteY6" fmla="*/ 0 h 308395"/>
                <a:gd name="connsiteX7" fmla="*/ 0 w 719588"/>
                <a:gd name="connsiteY7" fmla="*/ 205597 h 308395"/>
                <a:gd name="connsiteX8" fmla="*/ 359794 w 719588"/>
                <a:gd name="connsiteY8" fmla="*/ 308395 h 308395"/>
                <a:gd name="connsiteX9" fmla="*/ 719588 w 719588"/>
                <a:gd name="connsiteY9" fmla="*/ 205597 h 308395"/>
                <a:gd name="connsiteX10" fmla="*/ 719588 w 719588"/>
                <a:gd name="connsiteY10" fmla="*/ 0 h 308395"/>
                <a:gd name="connsiteX11" fmla="*/ 359794 w 719588"/>
                <a:gd name="connsiteY11" fmla="*/ 102798 h 308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9588" h="308395">
                  <a:moveTo>
                    <a:pt x="616790" y="205597"/>
                  </a:moveTo>
                  <a:cubicBezTo>
                    <a:pt x="601370" y="205597"/>
                    <a:pt x="591090" y="195317"/>
                    <a:pt x="591090" y="179897"/>
                  </a:cubicBezTo>
                  <a:cubicBezTo>
                    <a:pt x="591090" y="164477"/>
                    <a:pt x="601370" y="154198"/>
                    <a:pt x="616790" y="154198"/>
                  </a:cubicBezTo>
                  <a:cubicBezTo>
                    <a:pt x="632210" y="154198"/>
                    <a:pt x="642490" y="164477"/>
                    <a:pt x="642490" y="179897"/>
                  </a:cubicBezTo>
                  <a:cubicBezTo>
                    <a:pt x="642490" y="195317"/>
                    <a:pt x="632210" y="205597"/>
                    <a:pt x="616790" y="205597"/>
                  </a:cubicBezTo>
                  <a:close/>
                  <a:moveTo>
                    <a:pt x="359794" y="102798"/>
                  </a:moveTo>
                  <a:cubicBezTo>
                    <a:pt x="161907" y="102798"/>
                    <a:pt x="0" y="56539"/>
                    <a:pt x="0" y="0"/>
                  </a:cubicBezTo>
                  <a:lnTo>
                    <a:pt x="0" y="205597"/>
                  </a:lnTo>
                  <a:cubicBezTo>
                    <a:pt x="0" y="262136"/>
                    <a:pt x="161907" y="308395"/>
                    <a:pt x="359794" y="308395"/>
                  </a:cubicBezTo>
                  <a:cubicBezTo>
                    <a:pt x="557681" y="308395"/>
                    <a:pt x="719588" y="262136"/>
                    <a:pt x="719588" y="205597"/>
                  </a:cubicBezTo>
                  <a:lnTo>
                    <a:pt x="719588" y="0"/>
                  </a:lnTo>
                  <a:cubicBezTo>
                    <a:pt x="719588" y="56539"/>
                    <a:pt x="557681" y="102798"/>
                    <a:pt x="359794" y="102798"/>
                  </a:cubicBezTo>
                  <a:close/>
                </a:path>
              </a:pathLst>
            </a:custGeom>
            <a:solidFill>
              <a:srgbClr val="15A387"/>
            </a:solidFill>
            <a:ln w="1279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Int.</a:t>
              </a:r>
              <a:endParaRPr lang="en-NL" sz="1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72" name="Tekstvak 25">
            <a:extLst>
              <a:ext uri="{FF2B5EF4-FFF2-40B4-BE49-F238E27FC236}">
                <a16:creationId xmlns:a16="http://schemas.microsoft.com/office/drawing/2014/main" id="{CFC7CF85-CECE-2734-67FC-22EFAF5FBEB9}"/>
              </a:ext>
            </a:extLst>
          </p:cNvPr>
          <p:cNvSpPr txBox="1"/>
          <p:nvPr/>
        </p:nvSpPr>
        <p:spPr>
          <a:xfrm>
            <a:off x="2975282" y="4526033"/>
            <a:ext cx="1700145" cy="418923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 mobility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B79EDF74-6045-8C94-D601-64B32AB3D5D9}"/>
              </a:ext>
            </a:extLst>
          </p:cNvPr>
          <p:cNvSpPr/>
          <p:nvPr/>
        </p:nvSpPr>
        <p:spPr>
          <a:xfrm>
            <a:off x="353815" y="1429101"/>
            <a:ext cx="11492147" cy="1861732"/>
          </a:xfrm>
          <a:prstGeom prst="roundRect">
            <a:avLst>
              <a:gd name="adj" fmla="val 4688"/>
            </a:avLst>
          </a:pr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870088E0-24E4-AE04-B8F6-FC32022E2703}"/>
              </a:ext>
            </a:extLst>
          </p:cNvPr>
          <p:cNvSpPr/>
          <p:nvPr/>
        </p:nvSpPr>
        <p:spPr>
          <a:xfrm>
            <a:off x="353814" y="4264266"/>
            <a:ext cx="11492147" cy="2078870"/>
          </a:xfrm>
          <a:prstGeom prst="roundRect">
            <a:avLst>
              <a:gd name="adj" fmla="val 4688"/>
            </a:avLst>
          </a:pr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D6561BC-D98E-9D33-79FE-B0EDD86F3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91" y="365125"/>
            <a:ext cx="11594171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Predicted behavior for better </a:t>
            </a:r>
            <a:r>
              <a:rPr lang="en-US" sz="32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silico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representation of the signal</a:t>
            </a:r>
            <a:endParaRPr lang="en-BE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303312-CCC4-41A5-2BE9-662AFA791CFD}"/>
              </a:ext>
            </a:extLst>
          </p:cNvPr>
          <p:cNvSpPr txBox="1"/>
          <p:nvPr/>
        </p:nvSpPr>
        <p:spPr>
          <a:xfrm>
            <a:off x="8525979" y="3278247"/>
            <a:ext cx="1382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Identification</a:t>
            </a:r>
            <a:endParaRPr kumimoji="0" lang="en-NL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9947E4-8A9C-605E-81D8-E369BC34451B}"/>
              </a:ext>
            </a:extLst>
          </p:cNvPr>
          <p:cNvSpPr txBox="1"/>
          <p:nvPr/>
        </p:nvSpPr>
        <p:spPr>
          <a:xfrm>
            <a:off x="9809504" y="3274497"/>
            <a:ext cx="1382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Quantification</a:t>
            </a:r>
            <a:endParaRPr kumimoji="0" lang="en-NL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6359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F9079-6D42-3C34-43A6-BAAC0F9B1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941A3B8-5B8D-EC14-7413-5DEB8A4F87C1}"/>
              </a:ext>
            </a:extLst>
          </p:cNvPr>
          <p:cNvSpPr/>
          <p:nvPr/>
        </p:nvSpPr>
        <p:spPr>
          <a:xfrm>
            <a:off x="2343129" y="5496751"/>
            <a:ext cx="645406" cy="649215"/>
          </a:xfrm>
          <a:prstGeom prst="ellipse">
            <a:avLst/>
          </a:prstGeom>
          <a:noFill/>
          <a:ln>
            <a:solidFill>
              <a:schemeClr val="bg1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5E2A98FD-4C16-FAFF-58A1-16BF099292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9230" y="6356350"/>
            <a:ext cx="11045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B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Dens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E3F558-74D7-4DE7-865B-0F3399673619}" type="slidenum">
              <a:rPr lang="nl-BE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6</a:t>
            </a:fld>
            <a:endParaRPr lang="nl-BE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DDF9BF1A-69D3-E1D2-F6EA-1A92CEE9A2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736" y="1889876"/>
            <a:ext cx="1895906" cy="778461"/>
          </a:xfrm>
          <a:prstGeom prst="rect">
            <a:avLst/>
          </a:prstGeom>
        </p:spPr>
      </p:pic>
      <p:pic>
        <p:nvPicPr>
          <p:cNvPr id="98" name="Afbeelding 20">
            <a:extLst>
              <a:ext uri="{FF2B5EF4-FFF2-40B4-BE49-F238E27FC236}">
                <a16:creationId xmlns:a16="http://schemas.microsoft.com/office/drawing/2014/main" id="{67D0CF7D-566B-06F5-6183-D6DA2434D22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/>
          <a:srcRect r="16657"/>
          <a:stretch/>
        </p:blipFill>
        <p:spPr>
          <a:xfrm>
            <a:off x="6327076" y="1858927"/>
            <a:ext cx="2110127" cy="988196"/>
          </a:xfrm>
          <a:prstGeom prst="rect">
            <a:avLst/>
          </a:prstGeom>
          <a:effectLst/>
          <a:scene3d>
            <a:camera prst="orthographicFront"/>
            <a:lightRig rig="threePt" dir="t"/>
          </a:scene3d>
          <a:sp3d>
            <a:contourClr>
              <a:schemeClr val="accent1"/>
            </a:contourClr>
          </a:sp3d>
        </p:spPr>
      </p:pic>
      <p:sp>
        <p:nvSpPr>
          <p:cNvPr id="100" name="Tekstvak 30">
            <a:extLst>
              <a:ext uri="{FF2B5EF4-FFF2-40B4-BE49-F238E27FC236}">
                <a16:creationId xmlns:a16="http://schemas.microsoft.com/office/drawing/2014/main" id="{0A832006-C4CE-E133-AD27-F78077CDE23F}"/>
              </a:ext>
            </a:extLst>
          </p:cNvPr>
          <p:cNvSpPr txBox="1"/>
          <p:nvPr/>
        </p:nvSpPr>
        <p:spPr>
          <a:xfrm>
            <a:off x="5500294" y="1998761"/>
            <a:ext cx="480387" cy="45870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 scan</a:t>
            </a:r>
            <a:endParaRPr lang="nl-BE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1" name="Rechte verbindingslijn met pijl 24">
            <a:extLst>
              <a:ext uri="{FF2B5EF4-FFF2-40B4-BE49-F238E27FC236}">
                <a16:creationId xmlns:a16="http://schemas.microsoft.com/office/drawing/2014/main" id="{3008B8AD-21E5-66E0-C171-5F4AE85C7D61}"/>
              </a:ext>
            </a:extLst>
          </p:cNvPr>
          <p:cNvCxnSpPr>
            <a:cxnSpLocks/>
          </p:cNvCxnSpPr>
          <p:nvPr/>
        </p:nvCxnSpPr>
        <p:spPr>
          <a:xfrm>
            <a:off x="1226512" y="2351488"/>
            <a:ext cx="42253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Tekstvak 25">
            <a:extLst>
              <a:ext uri="{FF2B5EF4-FFF2-40B4-BE49-F238E27FC236}">
                <a16:creationId xmlns:a16="http://schemas.microsoft.com/office/drawing/2014/main" id="{2300FFC6-A3EE-CA3C-0D08-419D238279E3}"/>
              </a:ext>
            </a:extLst>
          </p:cNvPr>
          <p:cNvSpPr txBox="1"/>
          <p:nvPr/>
        </p:nvSpPr>
        <p:spPr>
          <a:xfrm>
            <a:off x="1226512" y="1976787"/>
            <a:ext cx="471292" cy="907897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LC</a:t>
            </a:r>
          </a:p>
        </p:txBody>
      </p:sp>
      <p:cxnSp>
        <p:nvCxnSpPr>
          <p:cNvPr id="103" name="Rechte verbindingslijn met pijl 24">
            <a:extLst>
              <a:ext uri="{FF2B5EF4-FFF2-40B4-BE49-F238E27FC236}">
                <a16:creationId xmlns:a16="http://schemas.microsoft.com/office/drawing/2014/main" id="{6DED895E-CE1A-23AE-4945-F4975459BB12}"/>
              </a:ext>
            </a:extLst>
          </p:cNvPr>
          <p:cNvCxnSpPr/>
          <p:nvPr/>
        </p:nvCxnSpPr>
        <p:spPr>
          <a:xfrm>
            <a:off x="5570808" y="2373896"/>
            <a:ext cx="75057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Tekstvak 30">
            <a:extLst>
              <a:ext uri="{FF2B5EF4-FFF2-40B4-BE49-F238E27FC236}">
                <a16:creationId xmlns:a16="http://schemas.microsoft.com/office/drawing/2014/main" id="{C00C0C68-4EA0-CB2C-8300-12EB0AEA758B}"/>
              </a:ext>
            </a:extLst>
          </p:cNvPr>
          <p:cNvSpPr txBox="1"/>
          <p:nvPr/>
        </p:nvSpPr>
        <p:spPr>
          <a:xfrm>
            <a:off x="8631821" y="2010385"/>
            <a:ext cx="480387" cy="45870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fragmentation</a:t>
            </a:r>
          </a:p>
        </p:txBody>
      </p:sp>
      <p:cxnSp>
        <p:nvCxnSpPr>
          <p:cNvPr id="105" name="Rechte verbindingslijn met pijl 24">
            <a:extLst>
              <a:ext uri="{FF2B5EF4-FFF2-40B4-BE49-F238E27FC236}">
                <a16:creationId xmlns:a16="http://schemas.microsoft.com/office/drawing/2014/main" id="{6BC7D5AA-F065-446D-69D3-B48E70657B0D}"/>
              </a:ext>
            </a:extLst>
          </p:cNvPr>
          <p:cNvCxnSpPr>
            <a:cxnSpLocks/>
          </p:cNvCxnSpPr>
          <p:nvPr/>
        </p:nvCxnSpPr>
        <p:spPr>
          <a:xfrm>
            <a:off x="8608251" y="2392845"/>
            <a:ext cx="12382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Tekstvak 23">
            <a:extLst>
              <a:ext uri="{FF2B5EF4-FFF2-40B4-BE49-F238E27FC236}">
                <a16:creationId xmlns:a16="http://schemas.microsoft.com/office/drawing/2014/main" id="{AB532261-6619-AC8F-C8DA-2736DA8CE78F}"/>
              </a:ext>
            </a:extLst>
          </p:cNvPr>
          <p:cNvSpPr txBox="1"/>
          <p:nvPr/>
        </p:nvSpPr>
        <p:spPr>
          <a:xfrm>
            <a:off x="1900072" y="2872924"/>
            <a:ext cx="784346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chromatogram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9A4A08F-D9C3-FBBB-0E55-4B319C100121}"/>
              </a:ext>
            </a:extLst>
          </p:cNvPr>
          <p:cNvSpPr txBox="1"/>
          <p:nvPr/>
        </p:nvSpPr>
        <p:spPr>
          <a:xfrm>
            <a:off x="640080" y="1064520"/>
            <a:ext cx="5032806" cy="7383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457200"/>
            <a:r>
              <a:rPr lang="nl-NL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experimental</a:t>
            </a:r>
          </a:p>
        </p:txBody>
      </p:sp>
      <p:sp>
        <p:nvSpPr>
          <p:cNvPr id="119" name="Tekstvak 30">
            <a:extLst>
              <a:ext uri="{FF2B5EF4-FFF2-40B4-BE49-F238E27FC236}">
                <a16:creationId xmlns:a16="http://schemas.microsoft.com/office/drawing/2014/main" id="{D2E6A6E6-E153-E6D0-2099-88DFEA4CECD3}"/>
              </a:ext>
            </a:extLst>
          </p:cNvPr>
          <p:cNvSpPr txBox="1"/>
          <p:nvPr/>
        </p:nvSpPr>
        <p:spPr>
          <a:xfrm>
            <a:off x="6510407" y="3357787"/>
            <a:ext cx="287615" cy="498548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Scoring function</a:t>
            </a:r>
            <a:endParaRPr lang="nl-BE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0" name="Rechte verbindingslijn met pijl 24">
            <a:extLst>
              <a:ext uri="{FF2B5EF4-FFF2-40B4-BE49-F238E27FC236}">
                <a16:creationId xmlns:a16="http://schemas.microsoft.com/office/drawing/2014/main" id="{6AD72C08-A0E5-493E-A9A3-ABD703073CA0}"/>
              </a:ext>
            </a:extLst>
          </p:cNvPr>
          <p:cNvCxnSpPr>
            <a:cxnSpLocks/>
          </p:cNvCxnSpPr>
          <p:nvPr/>
        </p:nvCxnSpPr>
        <p:spPr>
          <a:xfrm>
            <a:off x="6391631" y="3768333"/>
            <a:ext cx="185438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Tekstvak 30">
            <a:extLst>
              <a:ext uri="{FF2B5EF4-FFF2-40B4-BE49-F238E27FC236}">
                <a16:creationId xmlns:a16="http://schemas.microsoft.com/office/drawing/2014/main" id="{BEEB0E85-125D-EBFA-1702-EF1CE2C2F77C}"/>
              </a:ext>
            </a:extLst>
          </p:cNvPr>
          <p:cNvSpPr txBox="1"/>
          <p:nvPr/>
        </p:nvSpPr>
        <p:spPr>
          <a:xfrm>
            <a:off x="3323433" y="1946318"/>
            <a:ext cx="759279" cy="45870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TIMS</a:t>
            </a:r>
          </a:p>
        </p:txBody>
      </p:sp>
      <p:cxnSp>
        <p:nvCxnSpPr>
          <p:cNvPr id="122" name="Rechte verbindingslijn met pijl 24">
            <a:extLst>
              <a:ext uri="{FF2B5EF4-FFF2-40B4-BE49-F238E27FC236}">
                <a16:creationId xmlns:a16="http://schemas.microsoft.com/office/drawing/2014/main" id="{AF366659-822B-9208-FE36-773D207504A6}"/>
              </a:ext>
            </a:extLst>
          </p:cNvPr>
          <p:cNvCxnSpPr/>
          <p:nvPr/>
        </p:nvCxnSpPr>
        <p:spPr>
          <a:xfrm>
            <a:off x="3342397" y="2362973"/>
            <a:ext cx="75057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Tekstvak 23">
            <a:extLst>
              <a:ext uri="{FF2B5EF4-FFF2-40B4-BE49-F238E27FC236}">
                <a16:creationId xmlns:a16="http://schemas.microsoft.com/office/drawing/2014/main" id="{0D2997D8-3154-BB33-8D4E-70D3760F2595}"/>
              </a:ext>
            </a:extLst>
          </p:cNvPr>
          <p:cNvSpPr txBox="1"/>
          <p:nvPr/>
        </p:nvSpPr>
        <p:spPr>
          <a:xfrm>
            <a:off x="3953114" y="2872924"/>
            <a:ext cx="1735011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mobilogram</a:t>
            </a:r>
          </a:p>
        </p:txBody>
      </p:sp>
      <p:cxnSp>
        <p:nvCxnSpPr>
          <p:cNvPr id="124" name="Rechte verbindingslijn met pijl 24">
            <a:extLst>
              <a:ext uri="{FF2B5EF4-FFF2-40B4-BE49-F238E27FC236}">
                <a16:creationId xmlns:a16="http://schemas.microsoft.com/office/drawing/2014/main" id="{B0276785-164D-AB4A-20D2-1ADFD17698BD}"/>
              </a:ext>
            </a:extLst>
          </p:cNvPr>
          <p:cNvCxnSpPr>
            <a:cxnSpLocks/>
          </p:cNvCxnSpPr>
          <p:nvPr/>
        </p:nvCxnSpPr>
        <p:spPr>
          <a:xfrm flipV="1">
            <a:off x="6391631" y="3310365"/>
            <a:ext cx="0" cy="905072"/>
          </a:xfrm>
          <a:prstGeom prst="straightConnector1">
            <a:avLst/>
          </a:prstGeom>
          <a:ln w="19050"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50BF8541-FA68-FC9D-E88D-A2D0E87E2488}"/>
              </a:ext>
            </a:extLst>
          </p:cNvPr>
          <p:cNvSpPr/>
          <p:nvPr/>
        </p:nvSpPr>
        <p:spPr>
          <a:xfrm>
            <a:off x="428482" y="1957904"/>
            <a:ext cx="69602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HPYLEDR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7AE64CF3-08B1-CDAC-F339-72292ECAAB51}"/>
              </a:ext>
            </a:extLst>
          </p:cNvPr>
          <p:cNvSpPr/>
          <p:nvPr/>
        </p:nvSpPr>
        <p:spPr>
          <a:xfrm>
            <a:off x="453820" y="2209414"/>
            <a:ext cx="77457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GDLVLFDR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9C5F78C-FC50-EAE3-3248-3EE6602043F4}"/>
              </a:ext>
            </a:extLst>
          </p:cNvPr>
          <p:cNvSpPr/>
          <p:nvPr/>
        </p:nvSpPr>
        <p:spPr>
          <a:xfrm>
            <a:off x="353815" y="2454025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AAAAGSLDK</a:t>
            </a: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6F79238-E029-9654-0E82-ADF58ED8E52F}"/>
              </a:ext>
            </a:extLst>
          </p:cNvPr>
          <p:cNvGrpSpPr/>
          <p:nvPr/>
        </p:nvGrpSpPr>
        <p:grpSpPr>
          <a:xfrm>
            <a:off x="9878498" y="1689786"/>
            <a:ext cx="1792392" cy="1346046"/>
            <a:chOff x="10061378" y="1833369"/>
            <a:chExt cx="1792392" cy="1346046"/>
          </a:xfrm>
        </p:grpSpPr>
        <p:pic>
          <p:nvPicPr>
            <p:cNvPr id="160" name="Graphic 159">
              <a:extLst>
                <a:ext uri="{FF2B5EF4-FFF2-40B4-BE49-F238E27FC236}">
                  <a16:creationId xmlns:a16="http://schemas.microsoft.com/office/drawing/2014/main" id="{BD247BAA-9291-4E51-1648-BA336058DA50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21469" t="8634"/>
            <a:stretch/>
          </p:blipFill>
          <p:spPr>
            <a:xfrm>
              <a:off x="10212550" y="1833369"/>
              <a:ext cx="1641220" cy="1325564"/>
            </a:xfrm>
            <a:prstGeom prst="rect">
              <a:avLst/>
            </a:prstGeom>
          </p:spPr>
        </p:pic>
        <p:pic>
          <p:nvPicPr>
            <p:cNvPr id="161" name="Graphic 160">
              <a:extLst>
                <a:ext uri="{FF2B5EF4-FFF2-40B4-BE49-F238E27FC236}">
                  <a16:creationId xmlns:a16="http://schemas.microsoft.com/office/drawing/2014/main" id="{75A2492F-A383-749B-4388-742219073526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-967" t="8634" r="92590"/>
            <a:stretch/>
          </p:blipFill>
          <p:spPr>
            <a:xfrm>
              <a:off x="10061378" y="1853851"/>
              <a:ext cx="175072" cy="1325564"/>
            </a:xfrm>
            <a:prstGeom prst="rect">
              <a:avLst/>
            </a:prstGeom>
          </p:spPr>
        </p:pic>
      </p:grpSp>
      <p:grpSp>
        <p:nvGrpSpPr>
          <p:cNvPr id="1105" name="Group 1104">
            <a:extLst>
              <a:ext uri="{FF2B5EF4-FFF2-40B4-BE49-F238E27FC236}">
                <a16:creationId xmlns:a16="http://schemas.microsoft.com/office/drawing/2014/main" id="{0CE22B64-7896-7643-57CD-B4D46F56CD9D}"/>
              </a:ext>
            </a:extLst>
          </p:cNvPr>
          <p:cNvGrpSpPr/>
          <p:nvPr/>
        </p:nvGrpSpPr>
        <p:grpSpPr>
          <a:xfrm>
            <a:off x="4147402" y="1541847"/>
            <a:ext cx="1398331" cy="676612"/>
            <a:chOff x="9589567" y="873804"/>
            <a:chExt cx="1827771" cy="884406"/>
          </a:xfrm>
        </p:grpSpPr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98A681E2-8715-2B49-C09B-272C4C9CC77A}"/>
                </a:ext>
              </a:extLst>
            </p:cNvPr>
            <p:cNvCxnSpPr/>
            <p:nvPr/>
          </p:nvCxnSpPr>
          <p:spPr>
            <a:xfrm>
              <a:off x="9589567" y="1752775"/>
              <a:ext cx="315478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C95FD3CD-1F18-49FC-1987-DDEF9F40DE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045" y="1469736"/>
              <a:ext cx="60401" cy="288474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E675CC83-9A22-399C-DF31-D923C03A24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63337" y="961279"/>
              <a:ext cx="812449" cy="508457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7D670247-FB64-C988-3900-F586500886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75786" y="958340"/>
              <a:ext cx="449427" cy="2939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61DBE458-56F2-8314-D5FD-DFC56D901531}"/>
                </a:ext>
              </a:extLst>
            </p:cNvPr>
            <p:cNvCxnSpPr>
              <a:cxnSpLocks/>
            </p:cNvCxnSpPr>
            <p:nvPr/>
          </p:nvCxnSpPr>
          <p:spPr>
            <a:xfrm>
              <a:off x="11223159" y="956845"/>
              <a:ext cx="194179" cy="526102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1524AB67-170F-03E7-A340-7F0F12D282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9229" y="1070694"/>
              <a:ext cx="816557" cy="441809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DAB7D3-9F74-2920-6B04-E367C8BC04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9229" y="1165483"/>
              <a:ext cx="768638" cy="362203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54395DED-98D6-7A4F-7075-2CE750374F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69554" y="1291565"/>
              <a:ext cx="672255" cy="234149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DBE93AD1-F2EF-4D74-E162-590A16B2B6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79894" y="1064983"/>
              <a:ext cx="449427" cy="2939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5" name="Straight Connector 1024">
              <a:extLst>
                <a:ext uri="{FF2B5EF4-FFF2-40B4-BE49-F238E27FC236}">
                  <a16:creationId xmlns:a16="http://schemas.microsoft.com/office/drawing/2014/main" id="{48E03764-6B33-4B89-DF23-4DC27B687318}"/>
                </a:ext>
              </a:extLst>
            </p:cNvPr>
            <p:cNvCxnSpPr>
              <a:cxnSpLocks/>
            </p:cNvCxnSpPr>
            <p:nvPr/>
          </p:nvCxnSpPr>
          <p:spPr>
            <a:xfrm>
              <a:off x="11229321" y="1069306"/>
              <a:ext cx="188017" cy="426786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Straight Connector 1029">
              <a:extLst>
                <a:ext uri="{FF2B5EF4-FFF2-40B4-BE49-F238E27FC236}">
                  <a16:creationId xmlns:a16="http://schemas.microsoft.com/office/drawing/2014/main" id="{CFC6CFC8-D634-ED36-AE91-AD8027267927}"/>
                </a:ext>
              </a:extLst>
            </p:cNvPr>
            <p:cNvCxnSpPr>
              <a:cxnSpLocks/>
            </p:cNvCxnSpPr>
            <p:nvPr/>
          </p:nvCxnSpPr>
          <p:spPr>
            <a:xfrm>
              <a:off x="10722693" y="1162022"/>
              <a:ext cx="462895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1" name="Straight Connector 1030">
              <a:extLst>
                <a:ext uri="{FF2B5EF4-FFF2-40B4-BE49-F238E27FC236}">
                  <a16:creationId xmlns:a16="http://schemas.microsoft.com/office/drawing/2014/main" id="{74D7EB82-190F-B937-9222-7B6542C2B315}"/>
                </a:ext>
              </a:extLst>
            </p:cNvPr>
            <p:cNvCxnSpPr>
              <a:cxnSpLocks/>
            </p:cNvCxnSpPr>
            <p:nvPr/>
          </p:nvCxnSpPr>
          <p:spPr>
            <a:xfrm>
              <a:off x="11185588" y="1169303"/>
              <a:ext cx="231750" cy="31868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F3F6A06D-A293-9FD8-764B-C6D1D49FF58B}"/>
                </a:ext>
              </a:extLst>
            </p:cNvPr>
            <p:cNvCxnSpPr>
              <a:cxnSpLocks/>
            </p:cNvCxnSpPr>
            <p:nvPr/>
          </p:nvCxnSpPr>
          <p:spPr>
            <a:xfrm>
              <a:off x="10645917" y="1291565"/>
              <a:ext cx="577242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AE4C5569-CA36-A7D1-F633-81FAFDC11BFD}"/>
                </a:ext>
              </a:extLst>
            </p:cNvPr>
            <p:cNvCxnSpPr>
              <a:cxnSpLocks/>
            </p:cNvCxnSpPr>
            <p:nvPr/>
          </p:nvCxnSpPr>
          <p:spPr>
            <a:xfrm>
              <a:off x="11223159" y="1291565"/>
              <a:ext cx="194179" cy="197802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60" name="Oval 1059">
              <a:extLst>
                <a:ext uri="{FF2B5EF4-FFF2-40B4-BE49-F238E27FC236}">
                  <a16:creationId xmlns:a16="http://schemas.microsoft.com/office/drawing/2014/main" id="{1EEC065D-7019-FE26-F5A1-DA045E01E614}"/>
                </a:ext>
              </a:extLst>
            </p:cNvPr>
            <p:cNvSpPr/>
            <p:nvPr/>
          </p:nvSpPr>
          <p:spPr>
            <a:xfrm>
              <a:off x="10577937" y="942918"/>
              <a:ext cx="99321" cy="96884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>
              <a:solidFill>
                <a:schemeClr val="accent1">
                  <a:shade val="15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1" name="Oval 1060">
              <a:extLst>
                <a:ext uri="{FF2B5EF4-FFF2-40B4-BE49-F238E27FC236}">
                  <a16:creationId xmlns:a16="http://schemas.microsoft.com/office/drawing/2014/main" id="{E81E63B6-89BA-0BBC-47ED-FC718CED27EF}"/>
                </a:ext>
              </a:extLst>
            </p:cNvPr>
            <p:cNvSpPr/>
            <p:nvPr/>
          </p:nvSpPr>
          <p:spPr>
            <a:xfrm>
              <a:off x="10618936" y="874997"/>
              <a:ext cx="99321" cy="96884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>
              <a:solidFill>
                <a:schemeClr val="accent1">
                  <a:shade val="15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2" name="Oval 1061">
              <a:extLst>
                <a:ext uri="{FF2B5EF4-FFF2-40B4-BE49-F238E27FC236}">
                  <a16:creationId xmlns:a16="http://schemas.microsoft.com/office/drawing/2014/main" id="{67970889-DAB7-4F4E-AF3D-8388860C3ECD}"/>
                </a:ext>
              </a:extLst>
            </p:cNvPr>
            <p:cNvSpPr/>
            <p:nvPr/>
          </p:nvSpPr>
          <p:spPr>
            <a:xfrm>
              <a:off x="10668596" y="887935"/>
              <a:ext cx="99321" cy="96884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>
              <a:solidFill>
                <a:schemeClr val="accent1">
                  <a:shade val="15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3" name="Oval 1062">
              <a:extLst>
                <a:ext uri="{FF2B5EF4-FFF2-40B4-BE49-F238E27FC236}">
                  <a16:creationId xmlns:a16="http://schemas.microsoft.com/office/drawing/2014/main" id="{EB0899B6-33EC-5C8E-5A33-8575A1FFE3BA}"/>
                </a:ext>
              </a:extLst>
            </p:cNvPr>
            <p:cNvSpPr/>
            <p:nvPr/>
          </p:nvSpPr>
          <p:spPr>
            <a:xfrm>
              <a:off x="10651678" y="969002"/>
              <a:ext cx="99321" cy="96884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>
              <a:solidFill>
                <a:schemeClr val="accent1">
                  <a:shade val="15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4" name="Oval 1063">
              <a:extLst>
                <a:ext uri="{FF2B5EF4-FFF2-40B4-BE49-F238E27FC236}">
                  <a16:creationId xmlns:a16="http://schemas.microsoft.com/office/drawing/2014/main" id="{A22A8991-72F7-C883-EC94-5310D18E3D17}"/>
                </a:ext>
              </a:extLst>
            </p:cNvPr>
            <p:cNvSpPr/>
            <p:nvPr/>
          </p:nvSpPr>
          <p:spPr>
            <a:xfrm>
              <a:off x="10243751" y="1041131"/>
              <a:ext cx="99321" cy="96884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solidFill>
                <a:schemeClr val="accent2">
                  <a:lumMod val="7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5" name="Oval 1064">
              <a:extLst>
                <a:ext uri="{FF2B5EF4-FFF2-40B4-BE49-F238E27FC236}">
                  <a16:creationId xmlns:a16="http://schemas.microsoft.com/office/drawing/2014/main" id="{C97769B0-FF88-E376-F29A-8E1C5A814DBF}"/>
                </a:ext>
              </a:extLst>
            </p:cNvPr>
            <p:cNvSpPr/>
            <p:nvPr/>
          </p:nvSpPr>
          <p:spPr>
            <a:xfrm>
              <a:off x="10312197" y="1096178"/>
              <a:ext cx="99321" cy="96884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solidFill>
                <a:schemeClr val="accent2">
                  <a:lumMod val="7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6" name="Oval 1065">
              <a:extLst>
                <a:ext uri="{FF2B5EF4-FFF2-40B4-BE49-F238E27FC236}">
                  <a16:creationId xmlns:a16="http://schemas.microsoft.com/office/drawing/2014/main" id="{00FE2B1D-CE21-345D-2E64-6C1EDD4C54A4}"/>
                </a:ext>
              </a:extLst>
            </p:cNvPr>
            <p:cNvSpPr/>
            <p:nvPr/>
          </p:nvSpPr>
          <p:spPr>
            <a:xfrm>
              <a:off x="10115883" y="1149006"/>
              <a:ext cx="99321" cy="9688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7" name="Oval 1066">
              <a:extLst>
                <a:ext uri="{FF2B5EF4-FFF2-40B4-BE49-F238E27FC236}">
                  <a16:creationId xmlns:a16="http://schemas.microsoft.com/office/drawing/2014/main" id="{2175FD04-C750-BC55-FAC8-FE52DF8C1FFD}"/>
                </a:ext>
              </a:extLst>
            </p:cNvPr>
            <p:cNvSpPr/>
            <p:nvPr/>
          </p:nvSpPr>
          <p:spPr>
            <a:xfrm>
              <a:off x="10164610" y="1197448"/>
              <a:ext cx="99321" cy="9688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8" name="Oval 1067">
              <a:extLst>
                <a:ext uri="{FF2B5EF4-FFF2-40B4-BE49-F238E27FC236}">
                  <a16:creationId xmlns:a16="http://schemas.microsoft.com/office/drawing/2014/main" id="{141343BB-4F3E-836F-6E99-566529BC27E8}"/>
                </a:ext>
              </a:extLst>
            </p:cNvPr>
            <p:cNvSpPr/>
            <p:nvPr/>
          </p:nvSpPr>
          <p:spPr>
            <a:xfrm>
              <a:off x="9989589" y="1259947"/>
              <a:ext cx="99321" cy="96884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0" name="Oval 1089">
              <a:extLst>
                <a:ext uri="{FF2B5EF4-FFF2-40B4-BE49-F238E27FC236}">
                  <a16:creationId xmlns:a16="http://schemas.microsoft.com/office/drawing/2014/main" id="{65FE323B-937E-5355-3FB7-B19B0B6C20EB}"/>
                </a:ext>
              </a:extLst>
            </p:cNvPr>
            <p:cNvSpPr/>
            <p:nvPr/>
          </p:nvSpPr>
          <p:spPr>
            <a:xfrm>
              <a:off x="10733035" y="941725"/>
              <a:ext cx="99321" cy="96884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1" name="Oval 1090">
              <a:extLst>
                <a:ext uri="{FF2B5EF4-FFF2-40B4-BE49-F238E27FC236}">
                  <a16:creationId xmlns:a16="http://schemas.microsoft.com/office/drawing/2014/main" id="{A8F3D769-ACC5-AC18-5E93-5F9E630836DA}"/>
                </a:ext>
              </a:extLst>
            </p:cNvPr>
            <p:cNvSpPr/>
            <p:nvPr/>
          </p:nvSpPr>
          <p:spPr>
            <a:xfrm>
              <a:off x="10774034" y="873804"/>
              <a:ext cx="99321" cy="96884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2" name="Oval 1091">
              <a:extLst>
                <a:ext uri="{FF2B5EF4-FFF2-40B4-BE49-F238E27FC236}">
                  <a16:creationId xmlns:a16="http://schemas.microsoft.com/office/drawing/2014/main" id="{AC2DB7C4-F80A-9C00-5759-2DF1D014CD87}"/>
                </a:ext>
              </a:extLst>
            </p:cNvPr>
            <p:cNvSpPr/>
            <p:nvPr/>
          </p:nvSpPr>
          <p:spPr>
            <a:xfrm>
              <a:off x="10823694" y="886742"/>
              <a:ext cx="99321" cy="96884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3" name="Oval 1092">
              <a:extLst>
                <a:ext uri="{FF2B5EF4-FFF2-40B4-BE49-F238E27FC236}">
                  <a16:creationId xmlns:a16="http://schemas.microsoft.com/office/drawing/2014/main" id="{C54851FB-6CE4-498F-D150-E243EFBB5510}"/>
                </a:ext>
              </a:extLst>
            </p:cNvPr>
            <p:cNvSpPr/>
            <p:nvPr/>
          </p:nvSpPr>
          <p:spPr>
            <a:xfrm>
              <a:off x="10806776" y="967809"/>
              <a:ext cx="99321" cy="96884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5" name="Oval 1094">
              <a:extLst>
                <a:ext uri="{FF2B5EF4-FFF2-40B4-BE49-F238E27FC236}">
                  <a16:creationId xmlns:a16="http://schemas.microsoft.com/office/drawing/2014/main" id="{438DF9D4-2A29-F00E-B6AA-230879326A0C}"/>
                </a:ext>
              </a:extLst>
            </p:cNvPr>
            <p:cNvSpPr/>
            <p:nvPr/>
          </p:nvSpPr>
          <p:spPr>
            <a:xfrm>
              <a:off x="10895897" y="962385"/>
              <a:ext cx="99321" cy="968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6" name="Oval 1095">
              <a:extLst>
                <a:ext uri="{FF2B5EF4-FFF2-40B4-BE49-F238E27FC236}">
                  <a16:creationId xmlns:a16="http://schemas.microsoft.com/office/drawing/2014/main" id="{96B07554-91BB-0B07-5219-3073A1EE6D04}"/>
                </a:ext>
              </a:extLst>
            </p:cNvPr>
            <p:cNvSpPr/>
            <p:nvPr/>
          </p:nvSpPr>
          <p:spPr>
            <a:xfrm>
              <a:off x="10936896" y="894464"/>
              <a:ext cx="99321" cy="968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7" name="Oval 1096">
              <a:extLst>
                <a:ext uri="{FF2B5EF4-FFF2-40B4-BE49-F238E27FC236}">
                  <a16:creationId xmlns:a16="http://schemas.microsoft.com/office/drawing/2014/main" id="{AA5C3564-7D0B-125F-358C-79B04092C708}"/>
                </a:ext>
              </a:extLst>
            </p:cNvPr>
            <p:cNvSpPr/>
            <p:nvPr/>
          </p:nvSpPr>
          <p:spPr>
            <a:xfrm>
              <a:off x="10986556" y="907402"/>
              <a:ext cx="99321" cy="968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8" name="Oval 1097">
              <a:extLst>
                <a:ext uri="{FF2B5EF4-FFF2-40B4-BE49-F238E27FC236}">
                  <a16:creationId xmlns:a16="http://schemas.microsoft.com/office/drawing/2014/main" id="{CF410363-A4FB-B62A-670C-1C363795EF3C}"/>
                </a:ext>
              </a:extLst>
            </p:cNvPr>
            <p:cNvSpPr/>
            <p:nvPr/>
          </p:nvSpPr>
          <p:spPr>
            <a:xfrm>
              <a:off x="10969638" y="988469"/>
              <a:ext cx="99321" cy="968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00" name="Oval 1099">
              <a:extLst>
                <a:ext uri="{FF2B5EF4-FFF2-40B4-BE49-F238E27FC236}">
                  <a16:creationId xmlns:a16="http://schemas.microsoft.com/office/drawing/2014/main" id="{0B7C1FB4-6242-9692-BD41-5E38BF1FC203}"/>
                </a:ext>
              </a:extLst>
            </p:cNvPr>
            <p:cNvSpPr/>
            <p:nvPr/>
          </p:nvSpPr>
          <p:spPr>
            <a:xfrm>
              <a:off x="10377444" y="1027920"/>
              <a:ext cx="99321" cy="9688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01" name="Oval 1100">
              <a:extLst>
                <a:ext uri="{FF2B5EF4-FFF2-40B4-BE49-F238E27FC236}">
                  <a16:creationId xmlns:a16="http://schemas.microsoft.com/office/drawing/2014/main" id="{8D9ECA01-B7CD-6CFE-1531-11D1DBC6D70B}"/>
                </a:ext>
              </a:extLst>
            </p:cNvPr>
            <p:cNvSpPr/>
            <p:nvPr/>
          </p:nvSpPr>
          <p:spPr>
            <a:xfrm>
              <a:off x="10445890" y="1082967"/>
              <a:ext cx="99321" cy="9688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120" name="Group 1119">
            <a:extLst>
              <a:ext uri="{FF2B5EF4-FFF2-40B4-BE49-F238E27FC236}">
                <a16:creationId xmlns:a16="http://schemas.microsoft.com/office/drawing/2014/main" id="{D8100621-57F6-FAC0-00D4-7FC6755441B3}"/>
              </a:ext>
            </a:extLst>
          </p:cNvPr>
          <p:cNvGrpSpPr/>
          <p:nvPr/>
        </p:nvGrpSpPr>
        <p:grpSpPr>
          <a:xfrm>
            <a:off x="4155441" y="2278323"/>
            <a:ext cx="1459113" cy="579292"/>
            <a:chOff x="9642902" y="233626"/>
            <a:chExt cx="1612472" cy="640178"/>
          </a:xfrm>
        </p:grpSpPr>
        <p:cxnSp>
          <p:nvCxnSpPr>
            <p:cNvPr id="1104" name="Straight Arrow Connector 1103">
              <a:extLst>
                <a:ext uri="{FF2B5EF4-FFF2-40B4-BE49-F238E27FC236}">
                  <a16:creationId xmlns:a16="http://schemas.microsoft.com/office/drawing/2014/main" id="{5E0BA9C4-7E15-141B-6890-017D02AB2BD6}"/>
                </a:ext>
              </a:extLst>
            </p:cNvPr>
            <p:cNvCxnSpPr>
              <a:cxnSpLocks/>
            </p:cNvCxnSpPr>
            <p:nvPr/>
          </p:nvCxnSpPr>
          <p:spPr>
            <a:xfrm>
              <a:off x="9642902" y="579120"/>
              <a:ext cx="16124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109" name="Group 1108">
              <a:extLst>
                <a:ext uri="{FF2B5EF4-FFF2-40B4-BE49-F238E27FC236}">
                  <a16:creationId xmlns:a16="http://schemas.microsoft.com/office/drawing/2014/main" id="{1D9CB813-A22F-9DAE-1019-DAA75DA24C6B}"/>
                </a:ext>
              </a:extLst>
            </p:cNvPr>
            <p:cNvGrpSpPr/>
            <p:nvPr/>
          </p:nvGrpSpPr>
          <p:grpSpPr>
            <a:xfrm>
              <a:off x="9711958" y="241911"/>
              <a:ext cx="223287" cy="631893"/>
              <a:chOff x="9838091" y="148530"/>
              <a:chExt cx="223287" cy="631893"/>
            </a:xfrm>
          </p:grpSpPr>
          <p:sp>
            <p:nvSpPr>
              <p:cNvPr id="1107" name="Arc 1106">
                <a:extLst>
                  <a:ext uri="{FF2B5EF4-FFF2-40B4-BE49-F238E27FC236}">
                    <a16:creationId xmlns:a16="http://schemas.microsoft.com/office/drawing/2014/main" id="{569496C5-5925-DF46-0068-12B7656DCF0E}"/>
                  </a:ext>
                </a:extLst>
              </p:cNvPr>
              <p:cNvSpPr/>
              <p:nvPr/>
            </p:nvSpPr>
            <p:spPr>
              <a:xfrm>
                <a:off x="9838091" y="148530"/>
                <a:ext cx="223287" cy="631893"/>
              </a:xfrm>
              <a:prstGeom prst="arc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08" name="Arc 1107">
                <a:extLst>
                  <a:ext uri="{FF2B5EF4-FFF2-40B4-BE49-F238E27FC236}">
                    <a16:creationId xmlns:a16="http://schemas.microsoft.com/office/drawing/2014/main" id="{19891D17-10A0-BFA2-41E7-6F18FC80DF36}"/>
                  </a:ext>
                </a:extLst>
              </p:cNvPr>
              <p:cNvSpPr/>
              <p:nvPr/>
            </p:nvSpPr>
            <p:spPr>
              <a:xfrm flipH="1">
                <a:off x="9838091" y="148530"/>
                <a:ext cx="223287" cy="631893"/>
              </a:xfrm>
              <a:prstGeom prst="arc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10" name="Group 1109">
              <a:extLst>
                <a:ext uri="{FF2B5EF4-FFF2-40B4-BE49-F238E27FC236}">
                  <a16:creationId xmlns:a16="http://schemas.microsoft.com/office/drawing/2014/main" id="{652A55C2-0DCD-E971-E015-C44ED89B81A0}"/>
                </a:ext>
              </a:extLst>
            </p:cNvPr>
            <p:cNvGrpSpPr/>
            <p:nvPr/>
          </p:nvGrpSpPr>
          <p:grpSpPr>
            <a:xfrm>
              <a:off x="10082394" y="233626"/>
              <a:ext cx="223287" cy="631893"/>
              <a:chOff x="9838091" y="148530"/>
              <a:chExt cx="223287" cy="631893"/>
            </a:xfrm>
          </p:grpSpPr>
          <p:sp>
            <p:nvSpPr>
              <p:cNvPr id="1111" name="Arc 1110">
                <a:extLst>
                  <a:ext uri="{FF2B5EF4-FFF2-40B4-BE49-F238E27FC236}">
                    <a16:creationId xmlns:a16="http://schemas.microsoft.com/office/drawing/2014/main" id="{71C91150-105E-30F5-3C99-D3442671DA38}"/>
                  </a:ext>
                </a:extLst>
              </p:cNvPr>
              <p:cNvSpPr/>
              <p:nvPr/>
            </p:nvSpPr>
            <p:spPr>
              <a:xfrm>
                <a:off x="9838091" y="148530"/>
                <a:ext cx="223287" cy="631893"/>
              </a:xfrm>
              <a:prstGeom prst="arc">
                <a:avLst/>
              </a:prstGeom>
              <a:ln w="12700">
                <a:solidFill>
                  <a:srgbClr val="ED7D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12" name="Arc 1111">
                <a:extLst>
                  <a:ext uri="{FF2B5EF4-FFF2-40B4-BE49-F238E27FC236}">
                    <a16:creationId xmlns:a16="http://schemas.microsoft.com/office/drawing/2014/main" id="{7F13CB97-BF17-C98E-F801-803363642F75}"/>
                  </a:ext>
                </a:extLst>
              </p:cNvPr>
              <p:cNvSpPr/>
              <p:nvPr/>
            </p:nvSpPr>
            <p:spPr>
              <a:xfrm flipH="1">
                <a:off x="9838091" y="148530"/>
                <a:ext cx="223287" cy="631893"/>
              </a:xfrm>
              <a:prstGeom prst="arc">
                <a:avLst/>
              </a:prstGeom>
              <a:ln w="12700">
                <a:solidFill>
                  <a:srgbClr val="ED7D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13" name="Group 1112">
              <a:extLst>
                <a:ext uri="{FF2B5EF4-FFF2-40B4-BE49-F238E27FC236}">
                  <a16:creationId xmlns:a16="http://schemas.microsoft.com/office/drawing/2014/main" id="{D2C11BE0-EB17-987F-83DB-53800C5E8299}"/>
                </a:ext>
              </a:extLst>
            </p:cNvPr>
            <p:cNvGrpSpPr/>
            <p:nvPr/>
          </p:nvGrpSpPr>
          <p:grpSpPr>
            <a:xfrm>
              <a:off x="10443754" y="241911"/>
              <a:ext cx="223287" cy="631893"/>
              <a:chOff x="9838091" y="148530"/>
              <a:chExt cx="223287" cy="631893"/>
            </a:xfrm>
          </p:grpSpPr>
          <p:sp>
            <p:nvSpPr>
              <p:cNvPr id="1114" name="Arc 1113">
                <a:extLst>
                  <a:ext uri="{FF2B5EF4-FFF2-40B4-BE49-F238E27FC236}">
                    <a16:creationId xmlns:a16="http://schemas.microsoft.com/office/drawing/2014/main" id="{06D3788B-8EA7-0C79-78D9-37CB8C930F2C}"/>
                  </a:ext>
                </a:extLst>
              </p:cNvPr>
              <p:cNvSpPr/>
              <p:nvPr/>
            </p:nvSpPr>
            <p:spPr>
              <a:xfrm>
                <a:off x="9838091" y="148530"/>
                <a:ext cx="223287" cy="631893"/>
              </a:xfrm>
              <a:prstGeom prst="arc">
                <a:avLst/>
              </a:prstGeom>
              <a:ln w="12700">
                <a:solidFill>
                  <a:srgbClr val="A9D18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15" name="Arc 1114">
                <a:extLst>
                  <a:ext uri="{FF2B5EF4-FFF2-40B4-BE49-F238E27FC236}">
                    <a16:creationId xmlns:a16="http://schemas.microsoft.com/office/drawing/2014/main" id="{2C2C108C-2924-D7A2-F87C-E78A9345C9B5}"/>
                  </a:ext>
                </a:extLst>
              </p:cNvPr>
              <p:cNvSpPr/>
              <p:nvPr/>
            </p:nvSpPr>
            <p:spPr>
              <a:xfrm flipH="1">
                <a:off x="9838091" y="148530"/>
                <a:ext cx="223287" cy="631893"/>
              </a:xfrm>
              <a:prstGeom prst="arc">
                <a:avLst/>
              </a:prstGeom>
              <a:ln w="12700">
                <a:solidFill>
                  <a:srgbClr val="A9D18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16" name="Group 1115">
              <a:extLst>
                <a:ext uri="{FF2B5EF4-FFF2-40B4-BE49-F238E27FC236}">
                  <a16:creationId xmlns:a16="http://schemas.microsoft.com/office/drawing/2014/main" id="{8913158F-61A1-8060-7E43-5E555CC53D56}"/>
                </a:ext>
              </a:extLst>
            </p:cNvPr>
            <p:cNvGrpSpPr/>
            <p:nvPr/>
          </p:nvGrpSpPr>
          <p:grpSpPr>
            <a:xfrm>
              <a:off x="10917261" y="239064"/>
              <a:ext cx="223287" cy="631893"/>
              <a:chOff x="9838091" y="148530"/>
              <a:chExt cx="223287" cy="631893"/>
            </a:xfrm>
            <a:solidFill>
              <a:srgbClr val="FFFFFF"/>
            </a:solidFill>
          </p:grpSpPr>
          <p:sp>
            <p:nvSpPr>
              <p:cNvPr id="1117" name="Arc 1116">
                <a:extLst>
                  <a:ext uri="{FF2B5EF4-FFF2-40B4-BE49-F238E27FC236}">
                    <a16:creationId xmlns:a16="http://schemas.microsoft.com/office/drawing/2014/main" id="{C4FACE4C-25B7-BDEF-C8AB-2D625A3AD44B}"/>
                  </a:ext>
                </a:extLst>
              </p:cNvPr>
              <p:cNvSpPr/>
              <p:nvPr/>
            </p:nvSpPr>
            <p:spPr>
              <a:xfrm>
                <a:off x="9838091" y="148530"/>
                <a:ext cx="223287" cy="631893"/>
              </a:xfrm>
              <a:prstGeom prst="arc">
                <a:avLst/>
              </a:prstGeom>
              <a:grpFill/>
              <a:ln w="12700">
                <a:solidFill>
                  <a:srgbClr val="FFE6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18" name="Arc 1117">
                <a:extLst>
                  <a:ext uri="{FF2B5EF4-FFF2-40B4-BE49-F238E27FC236}">
                    <a16:creationId xmlns:a16="http://schemas.microsoft.com/office/drawing/2014/main" id="{D1D3D501-A364-1877-69B0-5E0412200AB3}"/>
                  </a:ext>
                </a:extLst>
              </p:cNvPr>
              <p:cNvSpPr/>
              <p:nvPr/>
            </p:nvSpPr>
            <p:spPr>
              <a:xfrm flipH="1">
                <a:off x="9838091" y="148530"/>
                <a:ext cx="223287" cy="631893"/>
              </a:xfrm>
              <a:prstGeom prst="arc">
                <a:avLst/>
              </a:prstGeom>
              <a:grpFill/>
              <a:ln w="12700">
                <a:solidFill>
                  <a:srgbClr val="FFE6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513F89B6-0B38-D519-0F02-ED4B3D672335}"/>
                    </a:ext>
                  </a:extLst>
                </p:cNvPr>
                <p:cNvSpPr txBox="1"/>
                <p:nvPr/>
              </p:nvSpPr>
              <p:spPr>
                <a:xfrm>
                  <a:off x="10046205" y="554451"/>
                  <a:ext cx="770265" cy="2550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oMath>
                    </m:oMathPara>
                  </a14:m>
                  <a:endParaRPr lang="en-NL" sz="9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513F89B6-0B38-D519-0F02-ED4B3D6723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6205" y="554451"/>
                  <a:ext cx="770265" cy="25509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128" name="Picture 1127">
            <a:extLst>
              <a:ext uri="{FF2B5EF4-FFF2-40B4-BE49-F238E27FC236}">
                <a16:creationId xmlns:a16="http://schemas.microsoft.com/office/drawing/2014/main" id="{53D4C4EA-5905-4BA6-2C38-DCD1846705E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7484" r="59849"/>
          <a:stretch/>
        </p:blipFill>
        <p:spPr>
          <a:xfrm>
            <a:off x="8812423" y="3501424"/>
            <a:ext cx="613476" cy="714013"/>
          </a:xfrm>
          <a:prstGeom prst="rect">
            <a:avLst/>
          </a:prstGeom>
        </p:spPr>
      </p:pic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26F8E197-0790-67DF-B6C0-D09CE8C88223}"/>
              </a:ext>
            </a:extLst>
          </p:cNvPr>
          <p:cNvGrpSpPr/>
          <p:nvPr/>
        </p:nvGrpSpPr>
        <p:grpSpPr>
          <a:xfrm>
            <a:off x="10177748" y="3610851"/>
            <a:ext cx="679893" cy="623670"/>
            <a:chOff x="9541305" y="3628691"/>
            <a:chExt cx="679893" cy="623670"/>
          </a:xfrm>
        </p:grpSpPr>
        <p:grpSp>
          <p:nvGrpSpPr>
            <p:cNvPr id="1130" name="Group 1129">
              <a:extLst>
                <a:ext uri="{FF2B5EF4-FFF2-40B4-BE49-F238E27FC236}">
                  <a16:creationId xmlns:a16="http://schemas.microsoft.com/office/drawing/2014/main" id="{72A0E1A1-0C91-F681-3881-39E15E8D9880}"/>
                </a:ext>
              </a:extLst>
            </p:cNvPr>
            <p:cNvGrpSpPr/>
            <p:nvPr/>
          </p:nvGrpSpPr>
          <p:grpSpPr>
            <a:xfrm>
              <a:off x="9541305" y="4021529"/>
              <a:ext cx="679893" cy="230832"/>
              <a:chOff x="9642902" y="554451"/>
              <a:chExt cx="1612472" cy="255093"/>
            </a:xfrm>
          </p:grpSpPr>
          <p:cxnSp>
            <p:nvCxnSpPr>
              <p:cNvPr id="1132" name="Straight Arrow Connector 1131">
                <a:extLst>
                  <a:ext uri="{FF2B5EF4-FFF2-40B4-BE49-F238E27FC236}">
                    <a16:creationId xmlns:a16="http://schemas.microsoft.com/office/drawing/2014/main" id="{5D9761E9-6D3F-DF64-D641-B6E28AE8D8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42902" y="579120"/>
                <a:ext cx="161247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33" name="TextBox 1132">
                    <a:extLst>
                      <a:ext uri="{FF2B5EF4-FFF2-40B4-BE49-F238E27FC236}">
                        <a16:creationId xmlns:a16="http://schemas.microsoft.com/office/drawing/2014/main" id="{C43A8D09-D071-B601-A7F8-740775EDF506}"/>
                      </a:ext>
                    </a:extLst>
                  </p:cNvPr>
                  <p:cNvSpPr txBox="1"/>
                  <p:nvPr/>
                </p:nvSpPr>
                <p:spPr>
                  <a:xfrm>
                    <a:off x="9864350" y="554451"/>
                    <a:ext cx="770266" cy="2550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oMath>
                      </m:oMathPara>
                    </a14:m>
                    <a:endParaRPr lang="en-NL" sz="90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133" name="TextBox 1132">
                    <a:extLst>
                      <a:ext uri="{FF2B5EF4-FFF2-40B4-BE49-F238E27FC236}">
                        <a16:creationId xmlns:a16="http://schemas.microsoft.com/office/drawing/2014/main" id="{C43A8D09-D071-B601-A7F8-740775EDF5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64350" y="554451"/>
                    <a:ext cx="770266" cy="25509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4254ED58-9B6C-5EDE-2D5E-FC538FA99B6E}"/>
                </a:ext>
              </a:extLst>
            </p:cNvPr>
            <p:cNvSpPr/>
            <p:nvPr/>
          </p:nvSpPr>
          <p:spPr>
            <a:xfrm>
              <a:off x="9564808" y="3628691"/>
              <a:ext cx="594290" cy="346950"/>
            </a:xfrm>
            <a:custGeom>
              <a:avLst/>
              <a:gdLst>
                <a:gd name="connsiteX0" fmla="*/ 0 w 1094098"/>
                <a:gd name="connsiteY0" fmla="*/ 346733 h 346950"/>
                <a:gd name="connsiteX1" fmla="*/ 286512 w 1094098"/>
                <a:gd name="connsiteY1" fmla="*/ 285773 h 346950"/>
                <a:gd name="connsiteX2" fmla="*/ 451104 w 1094098"/>
                <a:gd name="connsiteY2" fmla="*/ 11453 h 346950"/>
                <a:gd name="connsiteX3" fmla="*/ 573024 w 1094098"/>
                <a:gd name="connsiteY3" fmla="*/ 78509 h 346950"/>
                <a:gd name="connsiteX4" fmla="*/ 804672 w 1094098"/>
                <a:gd name="connsiteY4" fmla="*/ 322349 h 346950"/>
                <a:gd name="connsiteX5" fmla="*/ 1066800 w 1094098"/>
                <a:gd name="connsiteY5" fmla="*/ 340637 h 346950"/>
                <a:gd name="connsiteX6" fmla="*/ 1072896 w 1094098"/>
                <a:gd name="connsiteY6" fmla="*/ 340637 h 346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94098" h="346950">
                  <a:moveTo>
                    <a:pt x="0" y="346733"/>
                  </a:moveTo>
                  <a:cubicBezTo>
                    <a:pt x="105664" y="344193"/>
                    <a:pt x="211328" y="341653"/>
                    <a:pt x="286512" y="285773"/>
                  </a:cubicBezTo>
                  <a:cubicBezTo>
                    <a:pt x="361696" y="229893"/>
                    <a:pt x="403352" y="45997"/>
                    <a:pt x="451104" y="11453"/>
                  </a:cubicBezTo>
                  <a:cubicBezTo>
                    <a:pt x="498856" y="-23091"/>
                    <a:pt x="514096" y="26693"/>
                    <a:pt x="573024" y="78509"/>
                  </a:cubicBezTo>
                  <a:cubicBezTo>
                    <a:pt x="631952" y="130325"/>
                    <a:pt x="722376" y="278661"/>
                    <a:pt x="804672" y="322349"/>
                  </a:cubicBezTo>
                  <a:cubicBezTo>
                    <a:pt x="886968" y="366037"/>
                    <a:pt x="1022096" y="337589"/>
                    <a:pt x="1066800" y="340637"/>
                  </a:cubicBezTo>
                  <a:cubicBezTo>
                    <a:pt x="1111504" y="343685"/>
                    <a:pt x="1092200" y="342161"/>
                    <a:pt x="1072896" y="340637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36" name="TextBox 1135">
            <a:extLst>
              <a:ext uri="{FF2B5EF4-FFF2-40B4-BE49-F238E27FC236}">
                <a16:creationId xmlns:a16="http://schemas.microsoft.com/office/drawing/2014/main" id="{6A2326E2-B1D9-8D3A-D0D2-4EA6FB98306A}"/>
              </a:ext>
            </a:extLst>
          </p:cNvPr>
          <p:cNvSpPr txBox="1"/>
          <p:nvPr/>
        </p:nvSpPr>
        <p:spPr>
          <a:xfrm>
            <a:off x="9609131" y="3602622"/>
            <a:ext cx="613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endParaRPr lang="en-NL" sz="3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kstvak 23">
            <a:extLst>
              <a:ext uri="{FF2B5EF4-FFF2-40B4-BE49-F238E27FC236}">
                <a16:creationId xmlns:a16="http://schemas.microsoft.com/office/drawing/2014/main" id="{54E1D7AF-EA74-8234-0CF1-7260024964CE}"/>
              </a:ext>
            </a:extLst>
          </p:cNvPr>
          <p:cNvSpPr txBox="1"/>
          <p:nvPr/>
        </p:nvSpPr>
        <p:spPr>
          <a:xfrm>
            <a:off x="6568253" y="2872924"/>
            <a:ext cx="1735011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MS1</a:t>
            </a:r>
          </a:p>
        </p:txBody>
      </p:sp>
      <p:sp>
        <p:nvSpPr>
          <p:cNvPr id="54" name="Tekstvak 23">
            <a:extLst>
              <a:ext uri="{FF2B5EF4-FFF2-40B4-BE49-F238E27FC236}">
                <a16:creationId xmlns:a16="http://schemas.microsoft.com/office/drawing/2014/main" id="{512842CB-7211-BAB2-60B5-45898C136756}"/>
              </a:ext>
            </a:extLst>
          </p:cNvPr>
          <p:cNvSpPr txBox="1"/>
          <p:nvPr/>
        </p:nvSpPr>
        <p:spPr>
          <a:xfrm>
            <a:off x="9994725" y="2872924"/>
            <a:ext cx="1735011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MS2</a:t>
            </a:r>
          </a:p>
        </p:txBody>
      </p:sp>
      <p:sp>
        <p:nvSpPr>
          <p:cNvPr id="55" name="Tekstvak 23">
            <a:extLst>
              <a:ext uri="{FF2B5EF4-FFF2-40B4-BE49-F238E27FC236}">
                <a16:creationId xmlns:a16="http://schemas.microsoft.com/office/drawing/2014/main" id="{CCBFE28C-6CC1-4E8E-14EA-4AFBF38B8CA8}"/>
              </a:ext>
            </a:extLst>
          </p:cNvPr>
          <p:cNvSpPr txBox="1"/>
          <p:nvPr/>
        </p:nvSpPr>
        <p:spPr>
          <a:xfrm>
            <a:off x="377109" y="2872924"/>
            <a:ext cx="784346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peptides</a:t>
            </a:r>
          </a:p>
        </p:txBody>
      </p:sp>
      <p:pic>
        <p:nvPicPr>
          <p:cNvPr id="50" name="Picture 49" descr="Chart, box and whisker chart&#10;&#10;Description automatically generated">
            <a:extLst>
              <a:ext uri="{FF2B5EF4-FFF2-40B4-BE49-F238E27FC236}">
                <a16:creationId xmlns:a16="http://schemas.microsoft.com/office/drawing/2014/main" id="{0272AA7A-DB53-CD1B-0639-CB75C8A98E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757" y="4477480"/>
            <a:ext cx="2002772" cy="1001386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5F59EFD4-0DA2-5451-C1AA-BBE06F2E436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6967" y="4336391"/>
            <a:ext cx="2165310" cy="1281159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E13B4E3A-B6BC-C830-8B62-087E974CED4D}"/>
              </a:ext>
            </a:extLst>
          </p:cNvPr>
          <p:cNvSpPr txBox="1"/>
          <p:nvPr/>
        </p:nvSpPr>
        <p:spPr>
          <a:xfrm>
            <a:off x="655320" y="3886288"/>
            <a:ext cx="5032806" cy="7383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457200"/>
            <a:r>
              <a:rPr lang="nl-NL" sz="2000" b="1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silico</a:t>
            </a:r>
          </a:p>
        </p:txBody>
      </p:sp>
      <p:sp>
        <p:nvSpPr>
          <p:cNvPr id="111" name="Tekstvak 16">
            <a:extLst>
              <a:ext uri="{FF2B5EF4-FFF2-40B4-BE49-F238E27FC236}">
                <a16:creationId xmlns:a16="http://schemas.microsoft.com/office/drawing/2014/main" id="{720CC533-617B-AAA4-D9A3-3F623EB89F38}"/>
              </a:ext>
            </a:extLst>
          </p:cNvPr>
          <p:cNvSpPr txBox="1"/>
          <p:nvPr/>
        </p:nvSpPr>
        <p:spPr>
          <a:xfrm>
            <a:off x="10389813" y="5508080"/>
            <a:ext cx="1595266" cy="453797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theoretical </a:t>
            </a:r>
          </a:p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spectra</a:t>
            </a:r>
          </a:p>
        </p:txBody>
      </p:sp>
      <p:cxnSp>
        <p:nvCxnSpPr>
          <p:cNvPr id="112" name="Rechte verbindingslijn met pijl 6">
            <a:extLst>
              <a:ext uri="{FF2B5EF4-FFF2-40B4-BE49-F238E27FC236}">
                <a16:creationId xmlns:a16="http://schemas.microsoft.com/office/drawing/2014/main" id="{E06764E5-A86B-9BC0-9A9D-D0AB010F4D33}"/>
              </a:ext>
            </a:extLst>
          </p:cNvPr>
          <p:cNvCxnSpPr>
            <a:cxnSpLocks/>
          </p:cNvCxnSpPr>
          <p:nvPr/>
        </p:nvCxnSpPr>
        <p:spPr>
          <a:xfrm>
            <a:off x="5397177" y="4988384"/>
            <a:ext cx="86138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A93263B7-EC72-FEA1-83BB-A95968AAB466}"/>
              </a:ext>
            </a:extLst>
          </p:cNvPr>
          <p:cNvSpPr txBox="1"/>
          <p:nvPr/>
        </p:nvSpPr>
        <p:spPr>
          <a:xfrm>
            <a:off x="7410528" y="5442906"/>
            <a:ext cx="525871" cy="13034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457200"/>
            <a:r>
              <a:rPr lang="nl-NL" sz="400">
                <a:solidFill>
                  <a:srgbClr val="1B29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m/z</a:t>
            </a:r>
          </a:p>
        </p:txBody>
      </p:sp>
      <p:sp>
        <p:nvSpPr>
          <p:cNvPr id="116" name="Tekstvak 4">
            <a:extLst>
              <a:ext uri="{FF2B5EF4-FFF2-40B4-BE49-F238E27FC236}">
                <a16:creationId xmlns:a16="http://schemas.microsoft.com/office/drawing/2014/main" id="{6A110FE8-2878-37B3-E225-7D61BD77930E}"/>
              </a:ext>
            </a:extLst>
          </p:cNvPr>
          <p:cNvSpPr txBox="1"/>
          <p:nvPr/>
        </p:nvSpPr>
        <p:spPr>
          <a:xfrm>
            <a:off x="6770688" y="5508965"/>
            <a:ext cx="1404283" cy="453797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precursor mass </a:t>
            </a:r>
          </a:p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(and isotopic distribution)</a:t>
            </a:r>
          </a:p>
        </p:txBody>
      </p:sp>
      <p:sp>
        <p:nvSpPr>
          <p:cNvPr id="118" name="Tekstvak 25">
            <a:extLst>
              <a:ext uri="{FF2B5EF4-FFF2-40B4-BE49-F238E27FC236}">
                <a16:creationId xmlns:a16="http://schemas.microsoft.com/office/drawing/2014/main" id="{ED3CA850-4CC3-4928-7F6F-43FF72515C60}"/>
              </a:ext>
            </a:extLst>
          </p:cNvPr>
          <p:cNvSpPr txBox="1"/>
          <p:nvPr/>
        </p:nvSpPr>
        <p:spPr>
          <a:xfrm>
            <a:off x="5210841" y="4534435"/>
            <a:ext cx="1172356" cy="907897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 </a:t>
            </a:r>
          </a:p>
          <a:p>
            <a:pPr algn="ctr"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mass</a:t>
            </a:r>
          </a:p>
        </p:txBody>
      </p:sp>
      <p:cxnSp>
        <p:nvCxnSpPr>
          <p:cNvPr id="125" name="Rechte verbindingslijn met pijl 6">
            <a:extLst>
              <a:ext uri="{FF2B5EF4-FFF2-40B4-BE49-F238E27FC236}">
                <a16:creationId xmlns:a16="http://schemas.microsoft.com/office/drawing/2014/main" id="{72AF2E8C-7F5B-E017-AB74-7154850057B8}"/>
              </a:ext>
            </a:extLst>
          </p:cNvPr>
          <p:cNvCxnSpPr>
            <a:cxnSpLocks/>
          </p:cNvCxnSpPr>
          <p:nvPr/>
        </p:nvCxnSpPr>
        <p:spPr>
          <a:xfrm>
            <a:off x="3195178" y="4987264"/>
            <a:ext cx="132520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Rechte verbindingslijn met pijl 6">
            <a:extLst>
              <a:ext uri="{FF2B5EF4-FFF2-40B4-BE49-F238E27FC236}">
                <a16:creationId xmlns:a16="http://schemas.microsoft.com/office/drawing/2014/main" id="{DE153187-0C20-DB95-4E56-701724BA9BF8}"/>
              </a:ext>
            </a:extLst>
          </p:cNvPr>
          <p:cNvCxnSpPr>
            <a:cxnSpLocks/>
          </p:cNvCxnSpPr>
          <p:nvPr/>
        </p:nvCxnSpPr>
        <p:spPr>
          <a:xfrm>
            <a:off x="1286066" y="4969923"/>
            <a:ext cx="93710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Rechte verbindingslijn met pijl 10">
            <a:extLst>
              <a:ext uri="{FF2B5EF4-FFF2-40B4-BE49-F238E27FC236}">
                <a16:creationId xmlns:a16="http://schemas.microsoft.com/office/drawing/2014/main" id="{7C29169B-505F-BC9F-3DF4-20877FE495EC}"/>
              </a:ext>
            </a:extLst>
          </p:cNvPr>
          <p:cNvCxnSpPr>
            <a:cxnSpLocks/>
          </p:cNvCxnSpPr>
          <p:nvPr/>
        </p:nvCxnSpPr>
        <p:spPr>
          <a:xfrm>
            <a:off x="8542277" y="5007451"/>
            <a:ext cx="1372480" cy="12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Rectangle 130">
            <a:extLst>
              <a:ext uri="{FF2B5EF4-FFF2-40B4-BE49-F238E27FC236}">
                <a16:creationId xmlns:a16="http://schemas.microsoft.com/office/drawing/2014/main" id="{1427DAC9-BB49-E86D-23B9-F7AC21C735C0}"/>
              </a:ext>
            </a:extLst>
          </p:cNvPr>
          <p:cNvSpPr/>
          <p:nvPr/>
        </p:nvSpPr>
        <p:spPr>
          <a:xfrm>
            <a:off x="8334579" y="4565448"/>
            <a:ext cx="1774589" cy="792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457200">
              <a:lnSpc>
                <a:spcPct val="150000"/>
              </a:lnSpc>
            </a:pPr>
            <a:r>
              <a:rPr lang="nl-BE" sz="1600" b="1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silico</a:t>
            </a:r>
          </a:p>
          <a:p>
            <a:pPr lvl="0" algn="ctr"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MS/MS</a:t>
            </a:r>
          </a:p>
        </p:txBody>
      </p:sp>
      <p:pic>
        <p:nvPicPr>
          <p:cNvPr id="159" name="Graphic 158">
            <a:extLst>
              <a:ext uri="{FF2B5EF4-FFF2-40B4-BE49-F238E27FC236}">
                <a16:creationId xmlns:a16="http://schemas.microsoft.com/office/drawing/2014/main" id="{93789961-6065-514C-DD22-D65FDD9CCE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19740" y="5472456"/>
            <a:ext cx="697999" cy="69799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EC2992FB-0B50-D4C2-5716-95D463974A31}"/>
              </a:ext>
            </a:extLst>
          </p:cNvPr>
          <p:cNvGrpSpPr/>
          <p:nvPr/>
        </p:nvGrpSpPr>
        <p:grpSpPr>
          <a:xfrm>
            <a:off x="2441681" y="4453663"/>
            <a:ext cx="533601" cy="907898"/>
            <a:chOff x="2343331" y="3994261"/>
            <a:chExt cx="719588" cy="1224347"/>
          </a:xfrm>
        </p:grpSpPr>
        <p:grpSp>
          <p:nvGrpSpPr>
            <p:cNvPr id="11" name="Graphic 2" descr="Database with solid fill">
              <a:extLst>
                <a:ext uri="{FF2B5EF4-FFF2-40B4-BE49-F238E27FC236}">
                  <a16:creationId xmlns:a16="http://schemas.microsoft.com/office/drawing/2014/main" id="{0D99AA89-727F-C3C8-AF56-CE5F5E799734}"/>
                </a:ext>
              </a:extLst>
            </p:cNvPr>
            <p:cNvGrpSpPr/>
            <p:nvPr/>
          </p:nvGrpSpPr>
          <p:grpSpPr>
            <a:xfrm>
              <a:off x="2343331" y="3994261"/>
              <a:ext cx="719588" cy="976585"/>
              <a:chOff x="2383192" y="4518082"/>
              <a:chExt cx="719588" cy="976585"/>
            </a:xfrm>
            <a:solidFill>
              <a:schemeClr val="bg1">
                <a:lumMod val="75000"/>
              </a:schemeClr>
            </a:solidFill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79492C54-1CA0-B97A-D160-1152094FEE3E}"/>
                  </a:ext>
                </a:extLst>
              </p:cNvPr>
              <p:cNvSpPr/>
              <p:nvPr/>
            </p:nvSpPr>
            <p:spPr>
              <a:xfrm>
                <a:off x="2383192" y="4518082"/>
                <a:ext cx="719588" cy="205596"/>
              </a:xfrm>
              <a:custGeom>
                <a:avLst/>
                <a:gdLst>
                  <a:gd name="connsiteX0" fmla="*/ 719588 w 719588"/>
                  <a:gd name="connsiteY0" fmla="*/ 102798 h 205596"/>
                  <a:gd name="connsiteX1" fmla="*/ 359794 w 719588"/>
                  <a:gd name="connsiteY1" fmla="*/ 205597 h 205596"/>
                  <a:gd name="connsiteX2" fmla="*/ 0 w 719588"/>
                  <a:gd name="connsiteY2" fmla="*/ 102798 h 205596"/>
                  <a:gd name="connsiteX3" fmla="*/ 359794 w 719588"/>
                  <a:gd name="connsiteY3" fmla="*/ 0 h 205596"/>
                  <a:gd name="connsiteX4" fmla="*/ 719588 w 719588"/>
                  <a:gd name="connsiteY4" fmla="*/ 102798 h 205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588" h="205596">
                    <a:moveTo>
                      <a:pt x="719588" y="102798"/>
                    </a:moveTo>
                    <a:cubicBezTo>
                      <a:pt x="719588" y="159572"/>
                      <a:pt x="558503" y="205597"/>
                      <a:pt x="359794" y="205597"/>
                    </a:cubicBezTo>
                    <a:cubicBezTo>
                      <a:pt x="161085" y="205597"/>
                      <a:pt x="0" y="159572"/>
                      <a:pt x="0" y="102798"/>
                    </a:cubicBezTo>
                    <a:cubicBezTo>
                      <a:pt x="0" y="46024"/>
                      <a:pt x="161085" y="0"/>
                      <a:pt x="359794" y="0"/>
                    </a:cubicBezTo>
                    <a:cubicBezTo>
                      <a:pt x="558503" y="0"/>
                      <a:pt x="719588" y="46024"/>
                      <a:pt x="719588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D80A4620-3DC1-40E6-4F42-F47CD6D1569F}"/>
                  </a:ext>
                </a:extLst>
              </p:cNvPr>
              <p:cNvSpPr/>
              <p:nvPr/>
            </p:nvSpPr>
            <p:spPr>
              <a:xfrm>
                <a:off x="2383192" y="4672279"/>
                <a:ext cx="719588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sz="90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m/z</a:t>
                </a:r>
                <a:endParaRPr lang="en-NL" sz="90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Freeform: Shape 13">
                    <a:extLst>
                      <a:ext uri="{FF2B5EF4-FFF2-40B4-BE49-F238E27FC236}">
                        <a16:creationId xmlns:a16="http://schemas.microsoft.com/office/drawing/2014/main" id="{97310BEC-77E0-AD5E-E054-77F672936DA9}"/>
                      </a:ext>
                    </a:extLst>
                  </p:cNvPr>
                  <p:cNvSpPr/>
                  <p:nvPr/>
                </p:nvSpPr>
                <p:spPr>
                  <a:xfrm>
                    <a:off x="2383192" y="4929276"/>
                    <a:ext cx="719588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solidFill>
                    <a:srgbClr val="763737"/>
                  </a:solidFill>
                  <a:ln w="1279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oMath>
                      </m:oMathPara>
                    </a14:m>
                    <a:endParaRPr lang="en-NL" sz="90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4" name="Freeform: Shape 13">
                    <a:extLst>
                      <a:ext uri="{FF2B5EF4-FFF2-40B4-BE49-F238E27FC236}">
                        <a16:creationId xmlns:a16="http://schemas.microsoft.com/office/drawing/2014/main" id="{97310BEC-77E0-AD5E-E054-77F672936DA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3192" y="4929276"/>
                    <a:ext cx="719588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blipFill>
                    <a:blip r:embed="rId13"/>
                    <a:stretch>
                      <a:fillRect/>
                    </a:stretch>
                  </a:blipFill>
                  <a:ln w="1279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7438F810-C5F7-EE5B-BEE5-7775769A614E}"/>
                  </a:ext>
                </a:extLst>
              </p:cNvPr>
              <p:cNvSpPr/>
              <p:nvPr/>
            </p:nvSpPr>
            <p:spPr>
              <a:xfrm>
                <a:off x="2383192" y="5186272"/>
                <a:ext cx="719588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0A4C09C-AC19-A9BB-30F0-20A6A43D2EAE}"/>
                </a:ext>
              </a:extLst>
            </p:cNvPr>
            <p:cNvSpPr/>
            <p:nvPr/>
          </p:nvSpPr>
          <p:spPr>
            <a:xfrm>
              <a:off x="2343331" y="4910213"/>
              <a:ext cx="719588" cy="308395"/>
            </a:xfrm>
            <a:custGeom>
              <a:avLst/>
              <a:gdLst>
                <a:gd name="connsiteX0" fmla="*/ 616790 w 719588"/>
                <a:gd name="connsiteY0" fmla="*/ 205597 h 308395"/>
                <a:gd name="connsiteX1" fmla="*/ 591090 w 719588"/>
                <a:gd name="connsiteY1" fmla="*/ 179897 h 308395"/>
                <a:gd name="connsiteX2" fmla="*/ 616790 w 719588"/>
                <a:gd name="connsiteY2" fmla="*/ 154198 h 308395"/>
                <a:gd name="connsiteX3" fmla="*/ 642490 w 719588"/>
                <a:gd name="connsiteY3" fmla="*/ 179897 h 308395"/>
                <a:gd name="connsiteX4" fmla="*/ 616790 w 719588"/>
                <a:gd name="connsiteY4" fmla="*/ 205597 h 308395"/>
                <a:gd name="connsiteX5" fmla="*/ 359794 w 719588"/>
                <a:gd name="connsiteY5" fmla="*/ 102798 h 308395"/>
                <a:gd name="connsiteX6" fmla="*/ 0 w 719588"/>
                <a:gd name="connsiteY6" fmla="*/ 0 h 308395"/>
                <a:gd name="connsiteX7" fmla="*/ 0 w 719588"/>
                <a:gd name="connsiteY7" fmla="*/ 205597 h 308395"/>
                <a:gd name="connsiteX8" fmla="*/ 359794 w 719588"/>
                <a:gd name="connsiteY8" fmla="*/ 308395 h 308395"/>
                <a:gd name="connsiteX9" fmla="*/ 719588 w 719588"/>
                <a:gd name="connsiteY9" fmla="*/ 205597 h 308395"/>
                <a:gd name="connsiteX10" fmla="*/ 719588 w 719588"/>
                <a:gd name="connsiteY10" fmla="*/ 0 h 308395"/>
                <a:gd name="connsiteX11" fmla="*/ 359794 w 719588"/>
                <a:gd name="connsiteY11" fmla="*/ 102798 h 308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9588" h="308395">
                  <a:moveTo>
                    <a:pt x="616790" y="205597"/>
                  </a:moveTo>
                  <a:cubicBezTo>
                    <a:pt x="601370" y="205597"/>
                    <a:pt x="591090" y="195317"/>
                    <a:pt x="591090" y="179897"/>
                  </a:cubicBezTo>
                  <a:cubicBezTo>
                    <a:pt x="591090" y="164477"/>
                    <a:pt x="601370" y="154198"/>
                    <a:pt x="616790" y="154198"/>
                  </a:cubicBezTo>
                  <a:cubicBezTo>
                    <a:pt x="632210" y="154198"/>
                    <a:pt x="642490" y="164477"/>
                    <a:pt x="642490" y="179897"/>
                  </a:cubicBezTo>
                  <a:cubicBezTo>
                    <a:pt x="642490" y="195317"/>
                    <a:pt x="632210" y="205597"/>
                    <a:pt x="616790" y="205597"/>
                  </a:cubicBezTo>
                  <a:close/>
                  <a:moveTo>
                    <a:pt x="359794" y="102798"/>
                  </a:moveTo>
                  <a:cubicBezTo>
                    <a:pt x="161907" y="102798"/>
                    <a:pt x="0" y="56539"/>
                    <a:pt x="0" y="0"/>
                  </a:cubicBezTo>
                  <a:lnTo>
                    <a:pt x="0" y="205597"/>
                  </a:lnTo>
                  <a:cubicBezTo>
                    <a:pt x="0" y="262136"/>
                    <a:pt x="161907" y="308395"/>
                    <a:pt x="359794" y="308395"/>
                  </a:cubicBezTo>
                  <a:cubicBezTo>
                    <a:pt x="557681" y="308395"/>
                    <a:pt x="719588" y="262136"/>
                    <a:pt x="719588" y="205597"/>
                  </a:cubicBezTo>
                  <a:lnTo>
                    <a:pt x="719588" y="0"/>
                  </a:lnTo>
                  <a:cubicBezTo>
                    <a:pt x="719588" y="56539"/>
                    <a:pt x="557681" y="102798"/>
                    <a:pt x="359794" y="102798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27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1F734A9-76A1-8BD9-0D17-C4ACCFDA4420}"/>
              </a:ext>
            </a:extLst>
          </p:cNvPr>
          <p:cNvGrpSpPr/>
          <p:nvPr/>
        </p:nvGrpSpPr>
        <p:grpSpPr>
          <a:xfrm>
            <a:off x="584355" y="4453663"/>
            <a:ext cx="533601" cy="907898"/>
            <a:chOff x="1701298" y="3994261"/>
            <a:chExt cx="719588" cy="1224347"/>
          </a:xfrm>
        </p:grpSpPr>
        <p:grpSp>
          <p:nvGrpSpPr>
            <p:cNvPr id="21" name="Graphic 2" descr="Database with solid fill">
              <a:extLst>
                <a:ext uri="{FF2B5EF4-FFF2-40B4-BE49-F238E27FC236}">
                  <a16:creationId xmlns:a16="http://schemas.microsoft.com/office/drawing/2014/main" id="{2BF0A468-719D-FDB9-2396-41DD32188CF8}"/>
                </a:ext>
              </a:extLst>
            </p:cNvPr>
            <p:cNvGrpSpPr/>
            <p:nvPr/>
          </p:nvGrpSpPr>
          <p:grpSpPr>
            <a:xfrm>
              <a:off x="1701298" y="3994261"/>
              <a:ext cx="719588" cy="976585"/>
              <a:chOff x="1741159" y="4518082"/>
              <a:chExt cx="719588" cy="976585"/>
            </a:xfrm>
            <a:solidFill>
              <a:schemeClr val="bg1">
                <a:lumMod val="75000"/>
              </a:schemeClr>
            </a:solidFill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E0647E57-AFD6-60DA-1E7C-B61DF487B703}"/>
                  </a:ext>
                </a:extLst>
              </p:cNvPr>
              <p:cNvSpPr/>
              <p:nvPr/>
            </p:nvSpPr>
            <p:spPr>
              <a:xfrm>
                <a:off x="1741159" y="4518082"/>
                <a:ext cx="719588" cy="205596"/>
              </a:xfrm>
              <a:custGeom>
                <a:avLst/>
                <a:gdLst>
                  <a:gd name="connsiteX0" fmla="*/ 719588 w 719588"/>
                  <a:gd name="connsiteY0" fmla="*/ 102798 h 205596"/>
                  <a:gd name="connsiteX1" fmla="*/ 359794 w 719588"/>
                  <a:gd name="connsiteY1" fmla="*/ 205597 h 205596"/>
                  <a:gd name="connsiteX2" fmla="*/ 0 w 719588"/>
                  <a:gd name="connsiteY2" fmla="*/ 102798 h 205596"/>
                  <a:gd name="connsiteX3" fmla="*/ 359794 w 719588"/>
                  <a:gd name="connsiteY3" fmla="*/ 0 h 205596"/>
                  <a:gd name="connsiteX4" fmla="*/ 719588 w 719588"/>
                  <a:gd name="connsiteY4" fmla="*/ 102798 h 205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588" h="205596">
                    <a:moveTo>
                      <a:pt x="719588" y="102798"/>
                    </a:moveTo>
                    <a:cubicBezTo>
                      <a:pt x="719588" y="159572"/>
                      <a:pt x="558503" y="205597"/>
                      <a:pt x="359794" y="205597"/>
                    </a:cubicBezTo>
                    <a:cubicBezTo>
                      <a:pt x="161085" y="205597"/>
                      <a:pt x="0" y="159572"/>
                      <a:pt x="0" y="102798"/>
                    </a:cubicBezTo>
                    <a:cubicBezTo>
                      <a:pt x="0" y="46024"/>
                      <a:pt x="161085" y="0"/>
                      <a:pt x="359794" y="0"/>
                    </a:cubicBezTo>
                    <a:cubicBezTo>
                      <a:pt x="558503" y="0"/>
                      <a:pt x="719588" y="46024"/>
                      <a:pt x="719588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5838695E-5A44-D552-5365-012C9F291561}"/>
                  </a:ext>
                </a:extLst>
              </p:cNvPr>
              <p:cNvSpPr/>
              <p:nvPr/>
            </p:nvSpPr>
            <p:spPr>
              <a:xfrm>
                <a:off x="1741159" y="4672279"/>
                <a:ext cx="719588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sz="90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m/z</a:t>
                </a:r>
                <a:endParaRPr lang="en-NL" sz="90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517C13E-57BF-4E0C-ADDB-B2F385801F54}"/>
                  </a:ext>
                </a:extLst>
              </p:cNvPr>
              <p:cNvSpPr/>
              <p:nvPr/>
            </p:nvSpPr>
            <p:spPr>
              <a:xfrm>
                <a:off x="1741159" y="4929276"/>
                <a:ext cx="719588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75D2A21C-CC70-6541-9A65-2C813E997342}"/>
                  </a:ext>
                </a:extLst>
              </p:cNvPr>
              <p:cNvSpPr/>
              <p:nvPr/>
            </p:nvSpPr>
            <p:spPr>
              <a:xfrm>
                <a:off x="1741159" y="5186272"/>
                <a:ext cx="719588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6433EE3-36CC-1ABA-E4AA-5DA09EFA1C07}"/>
                </a:ext>
              </a:extLst>
            </p:cNvPr>
            <p:cNvSpPr/>
            <p:nvPr/>
          </p:nvSpPr>
          <p:spPr>
            <a:xfrm>
              <a:off x="1701298" y="4910213"/>
              <a:ext cx="719588" cy="308395"/>
            </a:xfrm>
            <a:custGeom>
              <a:avLst/>
              <a:gdLst>
                <a:gd name="connsiteX0" fmla="*/ 616790 w 719588"/>
                <a:gd name="connsiteY0" fmla="*/ 205597 h 308395"/>
                <a:gd name="connsiteX1" fmla="*/ 591090 w 719588"/>
                <a:gd name="connsiteY1" fmla="*/ 179897 h 308395"/>
                <a:gd name="connsiteX2" fmla="*/ 616790 w 719588"/>
                <a:gd name="connsiteY2" fmla="*/ 154198 h 308395"/>
                <a:gd name="connsiteX3" fmla="*/ 642490 w 719588"/>
                <a:gd name="connsiteY3" fmla="*/ 179897 h 308395"/>
                <a:gd name="connsiteX4" fmla="*/ 616790 w 719588"/>
                <a:gd name="connsiteY4" fmla="*/ 205597 h 308395"/>
                <a:gd name="connsiteX5" fmla="*/ 359794 w 719588"/>
                <a:gd name="connsiteY5" fmla="*/ 102798 h 308395"/>
                <a:gd name="connsiteX6" fmla="*/ 0 w 719588"/>
                <a:gd name="connsiteY6" fmla="*/ 0 h 308395"/>
                <a:gd name="connsiteX7" fmla="*/ 0 w 719588"/>
                <a:gd name="connsiteY7" fmla="*/ 205597 h 308395"/>
                <a:gd name="connsiteX8" fmla="*/ 359794 w 719588"/>
                <a:gd name="connsiteY8" fmla="*/ 308395 h 308395"/>
                <a:gd name="connsiteX9" fmla="*/ 719588 w 719588"/>
                <a:gd name="connsiteY9" fmla="*/ 205597 h 308395"/>
                <a:gd name="connsiteX10" fmla="*/ 719588 w 719588"/>
                <a:gd name="connsiteY10" fmla="*/ 0 h 308395"/>
                <a:gd name="connsiteX11" fmla="*/ 359794 w 719588"/>
                <a:gd name="connsiteY11" fmla="*/ 102798 h 308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9588" h="308395">
                  <a:moveTo>
                    <a:pt x="616790" y="205597"/>
                  </a:moveTo>
                  <a:cubicBezTo>
                    <a:pt x="601370" y="205597"/>
                    <a:pt x="591090" y="195317"/>
                    <a:pt x="591090" y="179897"/>
                  </a:cubicBezTo>
                  <a:cubicBezTo>
                    <a:pt x="591090" y="164477"/>
                    <a:pt x="601370" y="154198"/>
                    <a:pt x="616790" y="154198"/>
                  </a:cubicBezTo>
                  <a:cubicBezTo>
                    <a:pt x="632210" y="154198"/>
                    <a:pt x="642490" y="164477"/>
                    <a:pt x="642490" y="179897"/>
                  </a:cubicBezTo>
                  <a:cubicBezTo>
                    <a:pt x="642490" y="195317"/>
                    <a:pt x="632210" y="205597"/>
                    <a:pt x="616790" y="205597"/>
                  </a:cubicBezTo>
                  <a:close/>
                  <a:moveTo>
                    <a:pt x="359794" y="102798"/>
                  </a:moveTo>
                  <a:cubicBezTo>
                    <a:pt x="161907" y="102798"/>
                    <a:pt x="0" y="56539"/>
                    <a:pt x="0" y="0"/>
                  </a:cubicBezTo>
                  <a:lnTo>
                    <a:pt x="0" y="205597"/>
                  </a:lnTo>
                  <a:cubicBezTo>
                    <a:pt x="0" y="262136"/>
                    <a:pt x="161907" y="308395"/>
                    <a:pt x="359794" y="308395"/>
                  </a:cubicBezTo>
                  <a:cubicBezTo>
                    <a:pt x="557681" y="308395"/>
                    <a:pt x="719588" y="262136"/>
                    <a:pt x="719588" y="205597"/>
                  </a:cubicBezTo>
                  <a:lnTo>
                    <a:pt x="719588" y="0"/>
                  </a:lnTo>
                  <a:cubicBezTo>
                    <a:pt x="719588" y="56539"/>
                    <a:pt x="557681" y="102798"/>
                    <a:pt x="359794" y="102798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27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49786AB-9F07-1960-E2D5-F4E27288AE47}"/>
              </a:ext>
            </a:extLst>
          </p:cNvPr>
          <p:cNvGrpSpPr/>
          <p:nvPr/>
        </p:nvGrpSpPr>
        <p:grpSpPr>
          <a:xfrm>
            <a:off x="4675432" y="4455460"/>
            <a:ext cx="533607" cy="907898"/>
            <a:chOff x="1853932" y="3994261"/>
            <a:chExt cx="719600" cy="1224347"/>
          </a:xfrm>
        </p:grpSpPr>
        <p:grpSp>
          <p:nvGrpSpPr>
            <p:cNvPr id="35" name="Graphic 2" descr="Database with solid fill">
              <a:extLst>
                <a:ext uri="{FF2B5EF4-FFF2-40B4-BE49-F238E27FC236}">
                  <a16:creationId xmlns:a16="http://schemas.microsoft.com/office/drawing/2014/main" id="{E90070E5-70B4-7A94-BFF5-BE16A362E8BE}"/>
                </a:ext>
              </a:extLst>
            </p:cNvPr>
            <p:cNvGrpSpPr/>
            <p:nvPr/>
          </p:nvGrpSpPr>
          <p:grpSpPr>
            <a:xfrm>
              <a:off x="1853932" y="3994261"/>
              <a:ext cx="719600" cy="976585"/>
              <a:chOff x="1893793" y="4518082"/>
              <a:chExt cx="719600" cy="976585"/>
            </a:xfrm>
            <a:solidFill>
              <a:schemeClr val="bg1">
                <a:lumMod val="75000"/>
              </a:schemeClr>
            </a:solidFill>
          </p:grpSpPr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596A0295-7A75-4D51-E0B1-B72B9B9BB129}"/>
                  </a:ext>
                </a:extLst>
              </p:cNvPr>
              <p:cNvSpPr/>
              <p:nvPr/>
            </p:nvSpPr>
            <p:spPr>
              <a:xfrm>
                <a:off x="1893793" y="4518082"/>
                <a:ext cx="719594" cy="205596"/>
              </a:xfrm>
              <a:custGeom>
                <a:avLst/>
                <a:gdLst>
                  <a:gd name="connsiteX0" fmla="*/ 719588 w 719588"/>
                  <a:gd name="connsiteY0" fmla="*/ 102798 h 205596"/>
                  <a:gd name="connsiteX1" fmla="*/ 359794 w 719588"/>
                  <a:gd name="connsiteY1" fmla="*/ 205597 h 205596"/>
                  <a:gd name="connsiteX2" fmla="*/ 0 w 719588"/>
                  <a:gd name="connsiteY2" fmla="*/ 102798 h 205596"/>
                  <a:gd name="connsiteX3" fmla="*/ 359794 w 719588"/>
                  <a:gd name="connsiteY3" fmla="*/ 0 h 205596"/>
                  <a:gd name="connsiteX4" fmla="*/ 719588 w 719588"/>
                  <a:gd name="connsiteY4" fmla="*/ 102798 h 205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588" h="205596">
                    <a:moveTo>
                      <a:pt x="719588" y="102798"/>
                    </a:moveTo>
                    <a:cubicBezTo>
                      <a:pt x="719588" y="159572"/>
                      <a:pt x="558503" y="205597"/>
                      <a:pt x="359794" y="205597"/>
                    </a:cubicBezTo>
                    <a:cubicBezTo>
                      <a:pt x="161085" y="205597"/>
                      <a:pt x="0" y="159572"/>
                      <a:pt x="0" y="102798"/>
                    </a:cubicBezTo>
                    <a:cubicBezTo>
                      <a:pt x="0" y="46024"/>
                      <a:pt x="161085" y="0"/>
                      <a:pt x="359794" y="0"/>
                    </a:cubicBezTo>
                    <a:cubicBezTo>
                      <a:pt x="558503" y="0"/>
                      <a:pt x="719588" y="46024"/>
                      <a:pt x="719588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DF13A2B-67B4-300F-6041-B2A2D18199CE}"/>
                  </a:ext>
                </a:extLst>
              </p:cNvPr>
              <p:cNvSpPr/>
              <p:nvPr/>
            </p:nvSpPr>
            <p:spPr>
              <a:xfrm>
                <a:off x="1893798" y="4672279"/>
                <a:ext cx="719595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sz="100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m/z</a:t>
                </a:r>
                <a:endParaRPr lang="en-NL" sz="100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Freeform: Shape 38">
                    <a:extLst>
                      <a:ext uri="{FF2B5EF4-FFF2-40B4-BE49-F238E27FC236}">
                        <a16:creationId xmlns:a16="http://schemas.microsoft.com/office/drawing/2014/main" id="{171726D1-3FDF-D025-AE93-80451A6D4904}"/>
                      </a:ext>
                    </a:extLst>
                  </p:cNvPr>
                  <p:cNvSpPr/>
                  <p:nvPr/>
                </p:nvSpPr>
                <p:spPr>
                  <a:xfrm>
                    <a:off x="1893798" y="4929276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solidFill>
                    <a:srgbClr val="763737"/>
                  </a:solidFill>
                  <a:ln w="1279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oMath>
                      </m:oMathPara>
                    </a14:m>
                    <a:endParaRPr lang="en-NL" sz="100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9" name="Freeform: Shape 38">
                    <a:extLst>
                      <a:ext uri="{FF2B5EF4-FFF2-40B4-BE49-F238E27FC236}">
                        <a16:creationId xmlns:a16="http://schemas.microsoft.com/office/drawing/2014/main" id="{171726D1-3FDF-D025-AE93-80451A6D490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3798" y="4929276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blipFill>
                    <a:blip r:embed="rId14"/>
                    <a:stretch>
                      <a:fillRect/>
                    </a:stretch>
                  </a:blipFill>
                  <a:ln w="1279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Freeform: Shape 39">
                    <a:extLst>
                      <a:ext uri="{FF2B5EF4-FFF2-40B4-BE49-F238E27FC236}">
                        <a16:creationId xmlns:a16="http://schemas.microsoft.com/office/drawing/2014/main" id="{50FAD460-34D8-38ED-BF4E-9ED30E3E9AEC}"/>
                      </a:ext>
                    </a:extLst>
                  </p:cNvPr>
                  <p:cNvSpPr/>
                  <p:nvPr/>
                </p:nvSpPr>
                <p:spPr>
                  <a:xfrm>
                    <a:off x="1893798" y="5186272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solidFill>
                    <a:srgbClr val="8BAAC9"/>
                  </a:solidFill>
                  <a:ln w="1279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oMath>
                      </m:oMathPara>
                    </a14:m>
                    <a:endParaRPr lang="en-NL" sz="100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40" name="Freeform: Shape 39">
                    <a:extLst>
                      <a:ext uri="{FF2B5EF4-FFF2-40B4-BE49-F238E27FC236}">
                        <a16:creationId xmlns:a16="http://schemas.microsoft.com/office/drawing/2014/main" id="{50FAD460-34D8-38ED-BF4E-9ED30E3E9AE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3798" y="5186272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blipFill>
                    <a:blip r:embed="rId15"/>
                    <a:stretch>
                      <a:fillRect/>
                    </a:stretch>
                  </a:blipFill>
                  <a:ln w="1279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A30549D-A0C1-E1E3-9B83-DD1923405B62}"/>
                </a:ext>
              </a:extLst>
            </p:cNvPr>
            <p:cNvSpPr/>
            <p:nvPr/>
          </p:nvSpPr>
          <p:spPr>
            <a:xfrm>
              <a:off x="1853937" y="4910213"/>
              <a:ext cx="719595" cy="308395"/>
            </a:xfrm>
            <a:custGeom>
              <a:avLst/>
              <a:gdLst>
                <a:gd name="connsiteX0" fmla="*/ 616790 w 719588"/>
                <a:gd name="connsiteY0" fmla="*/ 205597 h 308395"/>
                <a:gd name="connsiteX1" fmla="*/ 591090 w 719588"/>
                <a:gd name="connsiteY1" fmla="*/ 179897 h 308395"/>
                <a:gd name="connsiteX2" fmla="*/ 616790 w 719588"/>
                <a:gd name="connsiteY2" fmla="*/ 154198 h 308395"/>
                <a:gd name="connsiteX3" fmla="*/ 642490 w 719588"/>
                <a:gd name="connsiteY3" fmla="*/ 179897 h 308395"/>
                <a:gd name="connsiteX4" fmla="*/ 616790 w 719588"/>
                <a:gd name="connsiteY4" fmla="*/ 205597 h 308395"/>
                <a:gd name="connsiteX5" fmla="*/ 359794 w 719588"/>
                <a:gd name="connsiteY5" fmla="*/ 102798 h 308395"/>
                <a:gd name="connsiteX6" fmla="*/ 0 w 719588"/>
                <a:gd name="connsiteY6" fmla="*/ 0 h 308395"/>
                <a:gd name="connsiteX7" fmla="*/ 0 w 719588"/>
                <a:gd name="connsiteY7" fmla="*/ 205597 h 308395"/>
                <a:gd name="connsiteX8" fmla="*/ 359794 w 719588"/>
                <a:gd name="connsiteY8" fmla="*/ 308395 h 308395"/>
                <a:gd name="connsiteX9" fmla="*/ 719588 w 719588"/>
                <a:gd name="connsiteY9" fmla="*/ 205597 h 308395"/>
                <a:gd name="connsiteX10" fmla="*/ 719588 w 719588"/>
                <a:gd name="connsiteY10" fmla="*/ 0 h 308395"/>
                <a:gd name="connsiteX11" fmla="*/ 359794 w 719588"/>
                <a:gd name="connsiteY11" fmla="*/ 102798 h 308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9588" h="308395">
                  <a:moveTo>
                    <a:pt x="616790" y="205597"/>
                  </a:moveTo>
                  <a:cubicBezTo>
                    <a:pt x="601370" y="205597"/>
                    <a:pt x="591090" y="195317"/>
                    <a:pt x="591090" y="179897"/>
                  </a:cubicBezTo>
                  <a:cubicBezTo>
                    <a:pt x="591090" y="164477"/>
                    <a:pt x="601370" y="154198"/>
                    <a:pt x="616790" y="154198"/>
                  </a:cubicBezTo>
                  <a:cubicBezTo>
                    <a:pt x="632210" y="154198"/>
                    <a:pt x="642490" y="164477"/>
                    <a:pt x="642490" y="179897"/>
                  </a:cubicBezTo>
                  <a:cubicBezTo>
                    <a:pt x="642490" y="195317"/>
                    <a:pt x="632210" y="205597"/>
                    <a:pt x="616790" y="205597"/>
                  </a:cubicBezTo>
                  <a:close/>
                  <a:moveTo>
                    <a:pt x="359794" y="102798"/>
                  </a:moveTo>
                  <a:cubicBezTo>
                    <a:pt x="161907" y="102798"/>
                    <a:pt x="0" y="56539"/>
                    <a:pt x="0" y="0"/>
                  </a:cubicBezTo>
                  <a:lnTo>
                    <a:pt x="0" y="205597"/>
                  </a:lnTo>
                  <a:cubicBezTo>
                    <a:pt x="0" y="262136"/>
                    <a:pt x="161907" y="308395"/>
                    <a:pt x="359794" y="308395"/>
                  </a:cubicBezTo>
                  <a:cubicBezTo>
                    <a:pt x="557681" y="308395"/>
                    <a:pt x="719588" y="262136"/>
                    <a:pt x="719588" y="205597"/>
                  </a:cubicBezTo>
                  <a:lnTo>
                    <a:pt x="719588" y="0"/>
                  </a:lnTo>
                  <a:cubicBezTo>
                    <a:pt x="719588" y="56539"/>
                    <a:pt x="557681" y="102798"/>
                    <a:pt x="359794" y="102798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27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7" name="Tekstvak 23">
            <a:extLst>
              <a:ext uri="{FF2B5EF4-FFF2-40B4-BE49-F238E27FC236}">
                <a16:creationId xmlns:a16="http://schemas.microsoft.com/office/drawing/2014/main" id="{0753E041-9915-9DBA-DBB4-D8F8303B1C92}"/>
              </a:ext>
            </a:extLst>
          </p:cNvPr>
          <p:cNvSpPr txBox="1"/>
          <p:nvPr/>
        </p:nvSpPr>
        <p:spPr>
          <a:xfrm>
            <a:off x="10266" y="5513171"/>
            <a:ext cx="1735011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fasta </a:t>
            </a:r>
          </a:p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</a:t>
            </a:r>
          </a:p>
        </p:txBody>
      </p:sp>
      <p:pic>
        <p:nvPicPr>
          <p:cNvPr id="141" name="Picture 140" descr="Logo, icon&#10;&#10;Description automatically generated">
            <a:extLst>
              <a:ext uri="{FF2B5EF4-FFF2-40B4-BE49-F238E27FC236}">
                <a16:creationId xmlns:a16="http://schemas.microsoft.com/office/drawing/2014/main" id="{BF9DCAFC-A703-EF35-BF30-15E47325FF4E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761" y="5472456"/>
            <a:ext cx="697999" cy="697999"/>
          </a:xfrm>
          <a:prstGeom prst="rect">
            <a:avLst/>
          </a:prstGeom>
        </p:spPr>
      </p:pic>
      <p:pic>
        <p:nvPicPr>
          <p:cNvPr id="144" name="Picture 143" descr="Icon, circle&#10;&#10;Description automatically generated">
            <a:extLst>
              <a:ext uri="{FF2B5EF4-FFF2-40B4-BE49-F238E27FC236}">
                <a16:creationId xmlns:a16="http://schemas.microsoft.com/office/drawing/2014/main" id="{C537D74D-1CAB-D5C5-16BF-2D5DA7E62740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689" y="5555288"/>
            <a:ext cx="709854" cy="709854"/>
          </a:xfrm>
          <a:prstGeom prst="rect">
            <a:avLst/>
          </a:prstGeom>
        </p:spPr>
      </p:pic>
      <p:pic>
        <p:nvPicPr>
          <p:cNvPr id="158" name="Picture 157" descr="Diagram&#10;&#10;Description automatically generated">
            <a:extLst>
              <a:ext uri="{FF2B5EF4-FFF2-40B4-BE49-F238E27FC236}">
                <a16:creationId xmlns:a16="http://schemas.microsoft.com/office/drawing/2014/main" id="{CC15553C-6A2E-FA93-C51F-93F177BCA9CC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507" y="3464773"/>
            <a:ext cx="601611" cy="6016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kstvak 25">
                <a:extLst>
                  <a:ext uri="{FF2B5EF4-FFF2-40B4-BE49-F238E27FC236}">
                    <a16:creationId xmlns:a16="http://schemas.microsoft.com/office/drawing/2014/main" id="{9609FD8E-FB0E-6ABC-558F-2B59FED178D0}"/>
                  </a:ext>
                </a:extLst>
              </p:cNvPr>
              <p:cNvSpPr txBox="1"/>
              <p:nvPr/>
            </p:nvSpPr>
            <p:spPr>
              <a:xfrm>
                <a:off x="1117957" y="4532024"/>
                <a:ext cx="1318096" cy="418923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noAutofit/>
              </a:bodyPr>
              <a:lstStyle/>
              <a:p>
                <a:pPr algn="ctr" defTabSz="457200">
                  <a:lnSpc>
                    <a:spcPct val="150000"/>
                  </a:lnSpc>
                </a:pPr>
                <a:r>
                  <a:rPr lang="nl-BE" sz="1600" b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Predict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endParaRPr lang="nl-BE" sz="16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9" name="Tekstvak 25">
                <a:extLst>
                  <a:ext uri="{FF2B5EF4-FFF2-40B4-BE49-F238E27FC236}">
                    <a16:creationId xmlns:a16="http://schemas.microsoft.com/office/drawing/2014/main" id="{9609FD8E-FB0E-6ABC-558F-2B59FED17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957" y="4532024"/>
                <a:ext cx="1318096" cy="418923"/>
              </a:xfrm>
              <a:prstGeom prst="rect">
                <a:avLst/>
              </a:prstGeom>
              <a:blipFill>
                <a:blip r:embed="rId19"/>
                <a:stretch>
                  <a:fillRect b="-18841"/>
                </a:stretch>
              </a:blipFill>
              <a:effectLst/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8DAE9FC1-7DE1-A729-31D8-C1A859B477EA}"/>
              </a:ext>
            </a:extLst>
          </p:cNvPr>
          <p:cNvGrpSpPr/>
          <p:nvPr/>
        </p:nvGrpSpPr>
        <p:grpSpPr>
          <a:xfrm>
            <a:off x="11121456" y="4534654"/>
            <a:ext cx="533607" cy="907898"/>
            <a:chOff x="1853932" y="3994261"/>
            <a:chExt cx="719600" cy="1224347"/>
          </a:xfrm>
        </p:grpSpPr>
        <p:grpSp>
          <p:nvGrpSpPr>
            <p:cNvPr id="65" name="Graphic 2" descr="Database with solid fill">
              <a:extLst>
                <a:ext uri="{FF2B5EF4-FFF2-40B4-BE49-F238E27FC236}">
                  <a16:creationId xmlns:a16="http://schemas.microsoft.com/office/drawing/2014/main" id="{6ACA9F61-D742-D095-48E0-B1CDF79799D0}"/>
                </a:ext>
              </a:extLst>
            </p:cNvPr>
            <p:cNvGrpSpPr/>
            <p:nvPr/>
          </p:nvGrpSpPr>
          <p:grpSpPr>
            <a:xfrm>
              <a:off x="1853932" y="3994261"/>
              <a:ext cx="719600" cy="976585"/>
              <a:chOff x="1893793" y="4518082"/>
              <a:chExt cx="719600" cy="976585"/>
            </a:xfrm>
            <a:solidFill>
              <a:schemeClr val="bg1">
                <a:lumMod val="75000"/>
              </a:schemeClr>
            </a:solidFill>
          </p:grpSpPr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10EDB883-0093-FAC7-607E-772DEBD103F1}"/>
                  </a:ext>
                </a:extLst>
              </p:cNvPr>
              <p:cNvSpPr/>
              <p:nvPr/>
            </p:nvSpPr>
            <p:spPr>
              <a:xfrm>
                <a:off x="1893793" y="4518082"/>
                <a:ext cx="719594" cy="205596"/>
              </a:xfrm>
              <a:custGeom>
                <a:avLst/>
                <a:gdLst>
                  <a:gd name="connsiteX0" fmla="*/ 719588 w 719588"/>
                  <a:gd name="connsiteY0" fmla="*/ 102798 h 205596"/>
                  <a:gd name="connsiteX1" fmla="*/ 359794 w 719588"/>
                  <a:gd name="connsiteY1" fmla="*/ 205597 h 205596"/>
                  <a:gd name="connsiteX2" fmla="*/ 0 w 719588"/>
                  <a:gd name="connsiteY2" fmla="*/ 102798 h 205596"/>
                  <a:gd name="connsiteX3" fmla="*/ 359794 w 719588"/>
                  <a:gd name="connsiteY3" fmla="*/ 0 h 205596"/>
                  <a:gd name="connsiteX4" fmla="*/ 719588 w 719588"/>
                  <a:gd name="connsiteY4" fmla="*/ 102798 h 205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588" h="205596">
                    <a:moveTo>
                      <a:pt x="719588" y="102798"/>
                    </a:moveTo>
                    <a:cubicBezTo>
                      <a:pt x="719588" y="159572"/>
                      <a:pt x="558503" y="205597"/>
                      <a:pt x="359794" y="205597"/>
                    </a:cubicBezTo>
                    <a:cubicBezTo>
                      <a:pt x="161085" y="205597"/>
                      <a:pt x="0" y="159572"/>
                      <a:pt x="0" y="102798"/>
                    </a:cubicBezTo>
                    <a:cubicBezTo>
                      <a:pt x="0" y="46024"/>
                      <a:pt x="161085" y="0"/>
                      <a:pt x="359794" y="0"/>
                    </a:cubicBezTo>
                    <a:cubicBezTo>
                      <a:pt x="558503" y="0"/>
                      <a:pt x="719588" y="46024"/>
                      <a:pt x="719588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25E25ED0-676A-EF3B-A67E-DA7092B3C977}"/>
                  </a:ext>
                </a:extLst>
              </p:cNvPr>
              <p:cNvSpPr/>
              <p:nvPr/>
            </p:nvSpPr>
            <p:spPr>
              <a:xfrm>
                <a:off x="1893798" y="4672279"/>
                <a:ext cx="719595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sz="100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m/z</a:t>
                </a:r>
                <a:endParaRPr lang="en-NL" sz="100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Freeform: Shape 68">
                    <a:extLst>
                      <a:ext uri="{FF2B5EF4-FFF2-40B4-BE49-F238E27FC236}">
                        <a16:creationId xmlns:a16="http://schemas.microsoft.com/office/drawing/2014/main" id="{9EAF0E52-8164-2C26-5CB9-FC423B5759BE}"/>
                      </a:ext>
                    </a:extLst>
                  </p:cNvPr>
                  <p:cNvSpPr/>
                  <p:nvPr/>
                </p:nvSpPr>
                <p:spPr>
                  <a:xfrm>
                    <a:off x="1893798" y="4929276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solidFill>
                    <a:srgbClr val="763737"/>
                  </a:solidFill>
                  <a:ln w="1279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oMath>
                      </m:oMathPara>
                    </a14:m>
                    <a:endParaRPr lang="en-NL" sz="100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9" name="Freeform: Shape 68">
                    <a:extLst>
                      <a:ext uri="{FF2B5EF4-FFF2-40B4-BE49-F238E27FC236}">
                        <a16:creationId xmlns:a16="http://schemas.microsoft.com/office/drawing/2014/main" id="{9EAF0E52-8164-2C26-5CB9-FC423B5759B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3798" y="4929276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blipFill>
                    <a:blip r:embed="rId14"/>
                    <a:stretch>
                      <a:fillRect/>
                    </a:stretch>
                  </a:blipFill>
                  <a:ln w="1279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Freeform: Shape 69">
                    <a:extLst>
                      <a:ext uri="{FF2B5EF4-FFF2-40B4-BE49-F238E27FC236}">
                        <a16:creationId xmlns:a16="http://schemas.microsoft.com/office/drawing/2014/main" id="{DC75AC4A-6F74-0939-46FD-36E26E73CD82}"/>
                      </a:ext>
                    </a:extLst>
                  </p:cNvPr>
                  <p:cNvSpPr/>
                  <p:nvPr/>
                </p:nvSpPr>
                <p:spPr>
                  <a:xfrm>
                    <a:off x="1893798" y="5186272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solidFill>
                    <a:srgbClr val="8BAAC9"/>
                  </a:solidFill>
                  <a:ln w="1279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oMath>
                      </m:oMathPara>
                    </a14:m>
                    <a:endParaRPr lang="en-NL" sz="100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70" name="Freeform: Shape 69">
                    <a:extLst>
                      <a:ext uri="{FF2B5EF4-FFF2-40B4-BE49-F238E27FC236}">
                        <a16:creationId xmlns:a16="http://schemas.microsoft.com/office/drawing/2014/main" id="{DC75AC4A-6F74-0939-46FD-36E26E73CD8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3798" y="5186272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blipFill>
                    <a:blip r:embed="rId15"/>
                    <a:stretch>
                      <a:fillRect/>
                    </a:stretch>
                  </a:blipFill>
                  <a:ln w="1279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2155FCC-C05D-A52F-E846-8C64228D5351}"/>
                </a:ext>
              </a:extLst>
            </p:cNvPr>
            <p:cNvSpPr/>
            <p:nvPr/>
          </p:nvSpPr>
          <p:spPr>
            <a:xfrm>
              <a:off x="1853937" y="4910213"/>
              <a:ext cx="719595" cy="308395"/>
            </a:xfrm>
            <a:custGeom>
              <a:avLst/>
              <a:gdLst>
                <a:gd name="connsiteX0" fmla="*/ 616790 w 719588"/>
                <a:gd name="connsiteY0" fmla="*/ 205597 h 308395"/>
                <a:gd name="connsiteX1" fmla="*/ 591090 w 719588"/>
                <a:gd name="connsiteY1" fmla="*/ 179897 h 308395"/>
                <a:gd name="connsiteX2" fmla="*/ 616790 w 719588"/>
                <a:gd name="connsiteY2" fmla="*/ 154198 h 308395"/>
                <a:gd name="connsiteX3" fmla="*/ 642490 w 719588"/>
                <a:gd name="connsiteY3" fmla="*/ 179897 h 308395"/>
                <a:gd name="connsiteX4" fmla="*/ 616790 w 719588"/>
                <a:gd name="connsiteY4" fmla="*/ 205597 h 308395"/>
                <a:gd name="connsiteX5" fmla="*/ 359794 w 719588"/>
                <a:gd name="connsiteY5" fmla="*/ 102798 h 308395"/>
                <a:gd name="connsiteX6" fmla="*/ 0 w 719588"/>
                <a:gd name="connsiteY6" fmla="*/ 0 h 308395"/>
                <a:gd name="connsiteX7" fmla="*/ 0 w 719588"/>
                <a:gd name="connsiteY7" fmla="*/ 205597 h 308395"/>
                <a:gd name="connsiteX8" fmla="*/ 359794 w 719588"/>
                <a:gd name="connsiteY8" fmla="*/ 308395 h 308395"/>
                <a:gd name="connsiteX9" fmla="*/ 719588 w 719588"/>
                <a:gd name="connsiteY9" fmla="*/ 205597 h 308395"/>
                <a:gd name="connsiteX10" fmla="*/ 719588 w 719588"/>
                <a:gd name="connsiteY10" fmla="*/ 0 h 308395"/>
                <a:gd name="connsiteX11" fmla="*/ 359794 w 719588"/>
                <a:gd name="connsiteY11" fmla="*/ 102798 h 308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9588" h="308395">
                  <a:moveTo>
                    <a:pt x="616790" y="205597"/>
                  </a:moveTo>
                  <a:cubicBezTo>
                    <a:pt x="601370" y="205597"/>
                    <a:pt x="591090" y="195317"/>
                    <a:pt x="591090" y="179897"/>
                  </a:cubicBezTo>
                  <a:cubicBezTo>
                    <a:pt x="591090" y="164477"/>
                    <a:pt x="601370" y="154198"/>
                    <a:pt x="616790" y="154198"/>
                  </a:cubicBezTo>
                  <a:cubicBezTo>
                    <a:pt x="632210" y="154198"/>
                    <a:pt x="642490" y="164477"/>
                    <a:pt x="642490" y="179897"/>
                  </a:cubicBezTo>
                  <a:cubicBezTo>
                    <a:pt x="642490" y="195317"/>
                    <a:pt x="632210" y="205597"/>
                    <a:pt x="616790" y="205597"/>
                  </a:cubicBezTo>
                  <a:close/>
                  <a:moveTo>
                    <a:pt x="359794" y="102798"/>
                  </a:moveTo>
                  <a:cubicBezTo>
                    <a:pt x="161907" y="102798"/>
                    <a:pt x="0" y="56539"/>
                    <a:pt x="0" y="0"/>
                  </a:cubicBezTo>
                  <a:lnTo>
                    <a:pt x="0" y="205597"/>
                  </a:lnTo>
                  <a:cubicBezTo>
                    <a:pt x="0" y="262136"/>
                    <a:pt x="161907" y="308395"/>
                    <a:pt x="359794" y="308395"/>
                  </a:cubicBezTo>
                  <a:cubicBezTo>
                    <a:pt x="557681" y="308395"/>
                    <a:pt x="719588" y="262136"/>
                    <a:pt x="719588" y="205597"/>
                  </a:cubicBezTo>
                  <a:lnTo>
                    <a:pt x="719588" y="0"/>
                  </a:lnTo>
                  <a:cubicBezTo>
                    <a:pt x="719588" y="56539"/>
                    <a:pt x="557681" y="102798"/>
                    <a:pt x="359794" y="102798"/>
                  </a:cubicBezTo>
                  <a:close/>
                </a:path>
              </a:pathLst>
            </a:custGeom>
            <a:solidFill>
              <a:srgbClr val="15A387"/>
            </a:solidFill>
            <a:ln w="1279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Int.</a:t>
              </a:r>
              <a:endParaRPr lang="en-NL" sz="1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72" name="Tekstvak 25">
            <a:extLst>
              <a:ext uri="{FF2B5EF4-FFF2-40B4-BE49-F238E27FC236}">
                <a16:creationId xmlns:a16="http://schemas.microsoft.com/office/drawing/2014/main" id="{06C87D3F-F0C0-BD34-83D9-1458E95FF949}"/>
              </a:ext>
            </a:extLst>
          </p:cNvPr>
          <p:cNvSpPr txBox="1"/>
          <p:nvPr/>
        </p:nvSpPr>
        <p:spPr>
          <a:xfrm>
            <a:off x="2975282" y="4526033"/>
            <a:ext cx="1700145" cy="418923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 mobility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A8FC87D-0647-D2B9-8B46-F5F259BE41BF}"/>
              </a:ext>
            </a:extLst>
          </p:cNvPr>
          <p:cNvSpPr/>
          <p:nvPr/>
        </p:nvSpPr>
        <p:spPr>
          <a:xfrm>
            <a:off x="353815" y="1429101"/>
            <a:ext cx="11492147" cy="1861732"/>
          </a:xfrm>
          <a:prstGeom prst="roundRect">
            <a:avLst>
              <a:gd name="adj" fmla="val 4688"/>
            </a:avLst>
          </a:pr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890B4D5D-5B97-928E-0A5B-EFF584A32F26}"/>
              </a:ext>
            </a:extLst>
          </p:cNvPr>
          <p:cNvSpPr/>
          <p:nvPr/>
        </p:nvSpPr>
        <p:spPr>
          <a:xfrm>
            <a:off x="353814" y="4264266"/>
            <a:ext cx="11492147" cy="2078870"/>
          </a:xfrm>
          <a:prstGeom prst="roundRect">
            <a:avLst>
              <a:gd name="adj" fmla="val 4688"/>
            </a:avLst>
          </a:pr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90855BE-9D2E-83B2-5D4B-D0FBE9D6A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91" y="365125"/>
            <a:ext cx="11594171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Predicted behavior for better </a:t>
            </a:r>
            <a:r>
              <a:rPr lang="en-US" sz="32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silico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representation of the signal</a:t>
            </a:r>
            <a:endParaRPr lang="en-BE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0FB9D3-9C06-9348-4FED-C2ED807C308B}"/>
              </a:ext>
            </a:extLst>
          </p:cNvPr>
          <p:cNvSpPr txBox="1"/>
          <p:nvPr/>
        </p:nvSpPr>
        <p:spPr>
          <a:xfrm>
            <a:off x="8525979" y="3278247"/>
            <a:ext cx="1382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Identification</a:t>
            </a:r>
            <a:endParaRPr kumimoji="0" lang="en-NL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420714-587A-4049-D3C7-866D4D18069B}"/>
              </a:ext>
            </a:extLst>
          </p:cNvPr>
          <p:cNvSpPr txBox="1"/>
          <p:nvPr/>
        </p:nvSpPr>
        <p:spPr>
          <a:xfrm>
            <a:off x="9809504" y="3274497"/>
            <a:ext cx="1382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Quantification</a:t>
            </a:r>
            <a:endParaRPr kumimoji="0" lang="en-NL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83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2BC1EBD-56C9-4975-8209-D484E5E92DD8}"/>
              </a:ext>
            </a:extLst>
          </p:cNvPr>
          <p:cNvSpPr txBox="1">
            <a:spLocks/>
          </p:cNvSpPr>
          <p:nvPr/>
        </p:nvSpPr>
        <p:spPr>
          <a:xfrm>
            <a:off x="698500" y="259609"/>
            <a:ext cx="10287552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DeepLC can accurately</a:t>
            </a:r>
            <a:r>
              <a:rPr lang="en-GB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predict retention times of (modified) peptides; more than just a retention time shift </a:t>
            </a:r>
            <a:endParaRPr kumimoji="0" lang="x-none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1FCD87-9253-49F3-B721-3C9A053AA5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7</a:t>
            </a:fld>
            <a:endParaRPr lang="nl-B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AD3FAB-29E7-4DFC-8A2B-6D371E1306DE}"/>
              </a:ext>
            </a:extLst>
          </p:cNvPr>
          <p:cNvSpPr/>
          <p:nvPr/>
        </p:nvSpPr>
        <p:spPr>
          <a:xfrm>
            <a:off x="698500" y="6508345"/>
            <a:ext cx="317747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600" dirty="0">
                <a:solidFill>
                  <a:srgbClr val="C9C7C7"/>
                </a:solidFill>
                <a:latin typeface="UGent Panno Text" panose="02000506040000040003" pitchFamily="2" charset="0"/>
              </a:rPr>
              <a:t>Bouwmeester </a:t>
            </a:r>
            <a:r>
              <a:rPr lang="en-GB" sz="1600" i="1" dirty="0">
                <a:solidFill>
                  <a:srgbClr val="C9C7C7"/>
                </a:solidFill>
                <a:latin typeface="UGent Panno Text" panose="02000506040000040003" pitchFamily="2" charset="0"/>
              </a:rPr>
              <a:t>et al. </a:t>
            </a:r>
            <a:r>
              <a:rPr lang="en-GB" sz="1600" dirty="0">
                <a:solidFill>
                  <a:srgbClr val="C9C7C7"/>
                </a:solidFill>
                <a:latin typeface="UGent Panno Text" panose="02000506040000040003" pitchFamily="2" charset="0"/>
              </a:rPr>
              <a:t>Nature Methods (2021)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0AB4EDE-D304-DF41-8020-FEB2BC48684A}"/>
              </a:ext>
            </a:extLst>
          </p:cNvPr>
          <p:cNvGrpSpPr/>
          <p:nvPr/>
        </p:nvGrpSpPr>
        <p:grpSpPr>
          <a:xfrm>
            <a:off x="801080" y="1710433"/>
            <a:ext cx="4745556" cy="4520656"/>
            <a:chOff x="838200" y="2184732"/>
            <a:chExt cx="3638266" cy="346584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F85B852-0E59-4AE6-92BA-C216A86382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66337"/>
            <a:stretch/>
          </p:blipFill>
          <p:spPr>
            <a:xfrm>
              <a:off x="838200" y="2184732"/>
              <a:ext cx="3638266" cy="3465842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DC7E976-A73A-4DA3-A9A6-B4B2A8F7622D}"/>
                </a:ext>
              </a:extLst>
            </p:cNvPr>
            <p:cNvGrpSpPr/>
            <p:nvPr/>
          </p:nvGrpSpPr>
          <p:grpSpPr>
            <a:xfrm>
              <a:off x="1340472" y="2585463"/>
              <a:ext cx="2356658" cy="694113"/>
              <a:chOff x="1385079" y="2510501"/>
              <a:chExt cx="2356658" cy="69411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9628C3CF-E6E8-41C2-B299-571D5CFF5167}"/>
                      </a:ext>
                    </a:extLst>
                  </p:cNvPr>
                  <p:cNvSpPr txBox="1"/>
                  <p:nvPr/>
                </p:nvSpPr>
                <p:spPr>
                  <a:xfrm>
                    <a:off x="1385079" y="2510501"/>
                    <a:ext cx="2356658" cy="69411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r>
                      <a:rPr lang="en-GB" sz="1050"/>
                      <a:t>Dataset:	SWATH library</a:t>
                    </a:r>
                  </a:p>
                  <a:p>
                    <a:r>
                      <a:rPr lang="en-GB" sz="1050"/>
                      <a:t>MAE: 	2.54 </a:t>
                    </a:r>
                    <a:r>
                      <a:rPr lang="en-GB" sz="1050" err="1"/>
                      <a:t>iRT</a:t>
                    </a:r>
                    <a:endParaRPr lang="en-GB" sz="1050"/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GB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GB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95%</m:t>
                            </m:r>
                          </m:sub>
                        </m:sSub>
                      </m:oMath>
                    </a14:m>
                    <a:r>
                      <a:rPr lang="en-GB" sz="1050"/>
                      <a:t>:	14.9 </a:t>
                    </a:r>
                    <a:r>
                      <a:rPr lang="en-GB" sz="1050" err="1"/>
                      <a:t>iRT</a:t>
                    </a:r>
                    <a:endParaRPr lang="en-GB" sz="1050"/>
                  </a:p>
                  <a:p>
                    <a:r>
                      <a:rPr lang="en-GB" sz="1050"/>
                      <a:t>R: 	0.997</a:t>
                    </a:r>
                    <a:endParaRPr lang="en-NL" sz="1050"/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9628C3CF-E6E8-41C2-B299-571D5CFF516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85079" y="2510501"/>
                    <a:ext cx="2356658" cy="69411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FF45A1F0-FFD0-436E-A288-1610844EDC33}"/>
                  </a:ext>
                </a:extLst>
              </p:cNvPr>
              <p:cNvCxnSpPr/>
              <p:nvPr/>
            </p:nvCxnSpPr>
            <p:spPr>
              <a:xfrm>
                <a:off x="1772733" y="2930088"/>
                <a:ext cx="342900" cy="0"/>
              </a:xfrm>
              <a:prstGeom prst="line">
                <a:avLst/>
              </a:prstGeom>
              <a:ln w="1270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C26F7AA-3595-4B6A-9A1D-C67D19A36D3A}"/>
                </a:ext>
              </a:extLst>
            </p:cNvPr>
            <p:cNvSpPr/>
            <p:nvPr/>
          </p:nvSpPr>
          <p:spPr>
            <a:xfrm>
              <a:off x="1805940" y="2337257"/>
              <a:ext cx="2131439" cy="1411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C2180C3-D47B-F15B-D984-5EA01AA332C8}"/>
              </a:ext>
            </a:extLst>
          </p:cNvPr>
          <p:cNvGrpSpPr/>
          <p:nvPr/>
        </p:nvGrpSpPr>
        <p:grpSpPr>
          <a:xfrm>
            <a:off x="5710630" y="1804567"/>
            <a:ext cx="5438954" cy="4514633"/>
            <a:chOff x="5710630" y="1804567"/>
            <a:chExt cx="5438954" cy="451463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A2ADC7B-1604-6987-F230-8E9B4DE33BB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710630" y="1804567"/>
              <a:ext cx="5438954" cy="4514633"/>
              <a:chOff x="698500" y="1300824"/>
              <a:chExt cx="3745314" cy="3108818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5BDC0CAF-5A6F-E267-A070-3CCC8672F4C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r="64397"/>
              <a:stretch/>
            </p:blipFill>
            <p:spPr>
              <a:xfrm>
                <a:off x="698500" y="1300824"/>
                <a:ext cx="3745314" cy="2998998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3B493AF5-515B-0FFF-1563-6EF76C492D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57643" t="86893" r="589"/>
              <a:stretch/>
            </p:blipFill>
            <p:spPr>
              <a:xfrm>
                <a:off x="1353870" y="4015349"/>
                <a:ext cx="2907792" cy="394293"/>
              </a:xfrm>
              <a:prstGeom prst="rect">
                <a:avLst/>
              </a:prstGeom>
            </p:spPr>
          </p:pic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D5B98E1-11F6-632C-1A22-3AF6A1A42F5C}"/>
                </a:ext>
              </a:extLst>
            </p:cNvPr>
            <p:cNvSpPr/>
            <p:nvPr/>
          </p:nvSpPr>
          <p:spPr>
            <a:xfrm>
              <a:off x="7103165" y="2213247"/>
              <a:ext cx="1053548" cy="3287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246803C-0846-7E67-8DC0-AF2988A59F89}"/>
                </a:ext>
              </a:extLst>
            </p:cNvPr>
            <p:cNvSpPr/>
            <p:nvPr/>
          </p:nvSpPr>
          <p:spPr>
            <a:xfrm>
              <a:off x="7376559" y="2189349"/>
              <a:ext cx="1053548" cy="1629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B6A743D-2B25-E6FD-E0F1-E273C525EEE4}"/>
                </a:ext>
              </a:extLst>
            </p:cNvPr>
            <p:cNvSpPr txBox="1"/>
            <p:nvPr/>
          </p:nvSpPr>
          <p:spPr>
            <a:xfrm>
              <a:off x="6983895" y="2137688"/>
              <a:ext cx="138485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/>
                <a:t>Acetyl traditional</a:t>
              </a:r>
              <a:endParaRPr lang="en-NL" sz="110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6975B69-569D-CB78-138F-C9F5FF66C1CD}"/>
                </a:ext>
              </a:extLst>
            </p:cNvPr>
            <p:cNvSpPr txBox="1"/>
            <p:nvPr/>
          </p:nvSpPr>
          <p:spPr>
            <a:xfrm>
              <a:off x="6983894" y="2334334"/>
              <a:ext cx="138485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/>
                <a:t>Acetyl DeepLC</a:t>
              </a:r>
              <a:endParaRPr lang="en-NL" sz="1100"/>
            </a:p>
          </p:txBody>
        </p:sp>
      </p:grpSp>
      <p:pic>
        <p:nvPicPr>
          <p:cNvPr id="13" name="Picture 12" descr="Logo, icon&#10;&#10;Description automatically generated">
            <a:extLst>
              <a:ext uri="{FF2B5EF4-FFF2-40B4-BE49-F238E27FC236}">
                <a16:creationId xmlns:a16="http://schemas.microsoft.com/office/drawing/2014/main" id="{16D6AAF8-A5C4-6EA7-8DF6-0B28D04E2FE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7610" y="1198037"/>
            <a:ext cx="1057991" cy="105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36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D1629-FCD2-3A2B-9603-1810964A6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B649B2AE-0109-3113-3664-461E1920DE88}"/>
              </a:ext>
            </a:extLst>
          </p:cNvPr>
          <p:cNvSpPr txBox="1">
            <a:spLocks/>
          </p:cNvSpPr>
          <p:nvPr/>
        </p:nvSpPr>
        <p:spPr>
          <a:xfrm>
            <a:off x="578734" y="259609"/>
            <a:ext cx="11189195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Transfer learning for TMPP labels shows the potential for modifications very different from previous training data </a:t>
            </a:r>
            <a:endParaRPr kumimoji="0" lang="x-none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7ADA75-51A4-8F22-6B24-84DEA8A509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8</a:t>
            </a:fld>
            <a:endParaRPr lang="nl-BE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AEF7010-E5C7-E248-8CC2-B3C28AC29C17}"/>
              </a:ext>
            </a:extLst>
          </p:cNvPr>
          <p:cNvGrpSpPr/>
          <p:nvPr/>
        </p:nvGrpSpPr>
        <p:grpSpPr>
          <a:xfrm>
            <a:off x="6375181" y="1434022"/>
            <a:ext cx="5159429" cy="983446"/>
            <a:chOff x="6254997" y="829216"/>
            <a:chExt cx="5159429" cy="983446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6861FD68-0093-2254-9D2A-1526543B36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4997" y="1144828"/>
              <a:ext cx="1762531" cy="6678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erson smiling for the camera&#10;&#10;Description automatically generated with medium confidence">
              <a:extLst>
                <a:ext uri="{FF2B5EF4-FFF2-40B4-BE49-F238E27FC236}">
                  <a16:creationId xmlns:a16="http://schemas.microsoft.com/office/drawing/2014/main" id="{4C8C4FED-B0D8-78B2-454A-77D0930351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93" r="13441"/>
            <a:stretch/>
          </p:blipFill>
          <p:spPr>
            <a:xfrm>
              <a:off x="9864473" y="829216"/>
              <a:ext cx="769514" cy="98344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D0E15EC-1084-24FD-B9EC-5606A72CC98B}"/>
                </a:ext>
              </a:extLst>
            </p:cNvPr>
            <p:cNvSpPr txBox="1"/>
            <p:nvPr/>
          </p:nvSpPr>
          <p:spPr>
            <a:xfrm>
              <a:off x="7862614" y="1183285"/>
              <a:ext cx="21567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Christine Carapito</a:t>
              </a:r>
            </a:p>
            <a:p>
              <a:pPr algn="ctr"/>
              <a:r>
                <a:rPr lang="en-US" sz="14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Magali Rompais</a:t>
              </a:r>
            </a:p>
          </p:txBody>
        </p:sp>
        <p:pic>
          <p:nvPicPr>
            <p:cNvPr id="23" name="Picture 2" descr="Card – The Hubert Curien pluridisciplinary Institute – IPHC">
              <a:extLst>
                <a:ext uri="{FF2B5EF4-FFF2-40B4-BE49-F238E27FC236}">
                  <a16:creationId xmlns:a16="http://schemas.microsoft.com/office/drawing/2014/main" id="{50C05207-9A25-8063-38B5-AD1ECC07EF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76841" y="829216"/>
              <a:ext cx="737585" cy="983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F8040B5A-9DF2-726B-28BD-53E9D33480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3836" y="2877979"/>
            <a:ext cx="4349102" cy="326536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E559A288-3919-EA84-EE2E-98479A8D1E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1449" y="2877979"/>
            <a:ext cx="4349102" cy="326536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847034EC-5C5C-4FCD-1FD5-1F69A95D10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19061" y="2877979"/>
            <a:ext cx="4349102" cy="3265368"/>
          </a:xfrm>
          <a:prstGeom prst="rect">
            <a:avLst/>
          </a:prstGeom>
        </p:spPr>
      </p:pic>
      <p:pic>
        <p:nvPicPr>
          <p:cNvPr id="13" name="Picture 2" descr="(N-Succinimidyloxycarbonylmethyl)tris(2,4,6-trimethoxyphenyl)phosphonium bromide for protein sequence analysis (by MALDI-MS), &amp;#8805;98.5%">
            <a:extLst>
              <a:ext uri="{FF2B5EF4-FFF2-40B4-BE49-F238E27FC236}">
                <a16:creationId xmlns:a16="http://schemas.microsoft.com/office/drawing/2014/main" id="{371373CE-D6F3-E3B0-1A10-F165D143A2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808"/>
          <a:stretch/>
        </p:blipFill>
        <p:spPr bwMode="auto">
          <a:xfrm>
            <a:off x="3960302" y="1546744"/>
            <a:ext cx="1135868" cy="949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DB68C4E-277C-52A7-E160-658BBB3CD002}"/>
              </a:ext>
            </a:extLst>
          </p:cNvPr>
          <p:cNvSpPr txBox="1"/>
          <p:nvPr/>
        </p:nvSpPr>
        <p:spPr>
          <a:xfrm>
            <a:off x="657390" y="1896547"/>
            <a:ext cx="3302912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1B294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(tris(</a:t>
            </a:r>
            <a:r>
              <a:rPr kumimoji="0" lang="en-US" sz="1400" i="0" u="none" strike="noStrike" kern="1200" cap="none" spc="0" normalizeH="0" baseline="0" noProof="0" err="1">
                <a:ln>
                  <a:noFill/>
                </a:ln>
                <a:solidFill>
                  <a:srgbClr val="1B294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trimethoxyphenyl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1B294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)phosphine)-</a:t>
            </a:r>
            <a:r>
              <a:rPr lang="en-US" sz="1400">
                <a:solidFill>
                  <a:srgbClr val="1B29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labels</a:t>
            </a:r>
            <a:endParaRPr kumimoji="0" lang="x-none" sz="1400" i="0" u="none" strike="noStrike" kern="1200" cap="none" spc="0" normalizeH="0" baseline="0" noProof="0">
              <a:ln>
                <a:noFill/>
              </a:ln>
              <a:solidFill>
                <a:srgbClr val="1B2944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608780-D4EB-6E95-4931-51A71F7D58A1}"/>
              </a:ext>
            </a:extLst>
          </p:cNvPr>
          <p:cNvSpPr txBox="1"/>
          <p:nvPr/>
        </p:nvSpPr>
        <p:spPr>
          <a:xfrm>
            <a:off x="1149349" y="2780847"/>
            <a:ext cx="2793690" cy="461665"/>
          </a:xfrm>
          <a:prstGeom prst="rect">
            <a:avLst/>
          </a:prstGeom>
          <a:solidFill>
            <a:srgbClr val="3584BC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 new model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DC8CB3-CC5A-33D9-5984-39B52AD7F868}"/>
              </a:ext>
            </a:extLst>
          </p:cNvPr>
          <p:cNvSpPr txBox="1"/>
          <p:nvPr/>
        </p:nvSpPr>
        <p:spPr>
          <a:xfrm>
            <a:off x="4701793" y="2780847"/>
            <a:ext cx="2793690" cy="461665"/>
          </a:xfrm>
          <a:prstGeom prst="rect">
            <a:avLst/>
          </a:prstGeom>
          <a:solidFill>
            <a:srgbClr val="FF8A23"/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Calibration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CF44BC-3A17-5F49-F159-2DFBF50AB284}"/>
              </a:ext>
            </a:extLst>
          </p:cNvPr>
          <p:cNvSpPr txBox="1"/>
          <p:nvPr/>
        </p:nvSpPr>
        <p:spPr>
          <a:xfrm>
            <a:off x="8354156" y="2780847"/>
            <a:ext cx="2748480" cy="461665"/>
          </a:xfrm>
          <a:prstGeom prst="rect">
            <a:avLst/>
          </a:prstGeom>
          <a:solidFill>
            <a:srgbClr val="389D38"/>
          </a:solidFill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Transfer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10665C-7CB7-A02A-8C99-FAD5B1983A6D}"/>
              </a:ext>
            </a:extLst>
          </p:cNvPr>
          <p:cNvSpPr txBox="1"/>
          <p:nvPr/>
        </p:nvSpPr>
        <p:spPr>
          <a:xfrm>
            <a:off x="9348989" y="4964142"/>
            <a:ext cx="218134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MAE:          0.26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95</a:t>
            </a:r>
            <a:r>
              <a:rPr lang="en-US" sz="16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perc.: 1.39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R:                0.995 </a:t>
            </a:r>
            <a:endParaRPr lang="en-NL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F1FE0C-5081-E5AB-EA67-40F8C49DCD16}"/>
              </a:ext>
            </a:extLst>
          </p:cNvPr>
          <p:cNvSpPr txBox="1"/>
          <p:nvPr/>
        </p:nvSpPr>
        <p:spPr>
          <a:xfrm>
            <a:off x="5744582" y="4951950"/>
            <a:ext cx="218134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MAE:          0.87</a:t>
            </a:r>
          </a:p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95</a:t>
            </a:r>
            <a:r>
              <a:rPr lang="en-US" sz="1600" baseline="30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perc.: 5.13</a:t>
            </a:r>
          </a:p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R:                0.941 </a:t>
            </a:r>
            <a:endParaRPr lang="en-NL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57D36F-05DF-C262-E42E-5B844B37E049}"/>
              </a:ext>
            </a:extLst>
          </p:cNvPr>
          <p:cNvSpPr txBox="1"/>
          <p:nvPr/>
        </p:nvSpPr>
        <p:spPr>
          <a:xfrm>
            <a:off x="2221094" y="4964142"/>
            <a:ext cx="218134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MAE:          1.51</a:t>
            </a:r>
          </a:p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95</a:t>
            </a:r>
            <a:r>
              <a:rPr lang="en-US" sz="1600" baseline="30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perc.: 7.67</a:t>
            </a:r>
          </a:p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R:                0.839 </a:t>
            </a:r>
            <a:endParaRPr lang="en-NL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8887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31472-B64D-CFF2-8C18-7EB473C4C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330AA7F-684B-EE37-5834-D32EC5CF33FA}"/>
              </a:ext>
            </a:extLst>
          </p:cNvPr>
          <p:cNvSpPr/>
          <p:nvPr/>
        </p:nvSpPr>
        <p:spPr>
          <a:xfrm>
            <a:off x="2343129" y="5496751"/>
            <a:ext cx="645406" cy="649215"/>
          </a:xfrm>
          <a:prstGeom prst="ellipse">
            <a:avLst/>
          </a:prstGeom>
          <a:noFill/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BA6E4A8A-62BF-FAAD-D71E-1317032BD3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9230" y="6356350"/>
            <a:ext cx="11045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B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Dens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E3F558-74D7-4DE7-865B-0F3399673619}" type="slidenum">
              <a:rPr lang="nl-BE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9</a:t>
            </a:fld>
            <a:endParaRPr lang="nl-BE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9B72F7E4-1A0D-F899-A3F6-446BA7ECFA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736" y="1889876"/>
            <a:ext cx="1895906" cy="778461"/>
          </a:xfrm>
          <a:prstGeom prst="rect">
            <a:avLst/>
          </a:prstGeom>
        </p:spPr>
      </p:pic>
      <p:pic>
        <p:nvPicPr>
          <p:cNvPr id="98" name="Afbeelding 20">
            <a:extLst>
              <a:ext uri="{FF2B5EF4-FFF2-40B4-BE49-F238E27FC236}">
                <a16:creationId xmlns:a16="http://schemas.microsoft.com/office/drawing/2014/main" id="{21E02D71-DB48-9EA1-D28E-51E0C47B3458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/>
          <a:srcRect r="16657"/>
          <a:stretch/>
        </p:blipFill>
        <p:spPr>
          <a:xfrm>
            <a:off x="6327076" y="1858927"/>
            <a:ext cx="2110127" cy="988196"/>
          </a:xfrm>
          <a:prstGeom prst="rect">
            <a:avLst/>
          </a:prstGeom>
          <a:effectLst/>
          <a:scene3d>
            <a:camera prst="orthographicFront"/>
            <a:lightRig rig="threePt" dir="t"/>
          </a:scene3d>
          <a:sp3d>
            <a:contourClr>
              <a:schemeClr val="accent1"/>
            </a:contourClr>
          </a:sp3d>
        </p:spPr>
      </p:pic>
      <p:sp>
        <p:nvSpPr>
          <p:cNvPr id="100" name="Tekstvak 30">
            <a:extLst>
              <a:ext uri="{FF2B5EF4-FFF2-40B4-BE49-F238E27FC236}">
                <a16:creationId xmlns:a16="http://schemas.microsoft.com/office/drawing/2014/main" id="{C2003A92-67E3-D18B-63A7-3FE1A19C70A6}"/>
              </a:ext>
            </a:extLst>
          </p:cNvPr>
          <p:cNvSpPr txBox="1"/>
          <p:nvPr/>
        </p:nvSpPr>
        <p:spPr>
          <a:xfrm>
            <a:off x="5500294" y="1998761"/>
            <a:ext cx="480387" cy="45870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 scan</a:t>
            </a:r>
            <a:endParaRPr lang="nl-BE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1" name="Rechte verbindingslijn met pijl 24">
            <a:extLst>
              <a:ext uri="{FF2B5EF4-FFF2-40B4-BE49-F238E27FC236}">
                <a16:creationId xmlns:a16="http://schemas.microsoft.com/office/drawing/2014/main" id="{BBF4D1CA-BCB6-27FF-84D9-3782F3E7E122}"/>
              </a:ext>
            </a:extLst>
          </p:cNvPr>
          <p:cNvCxnSpPr>
            <a:cxnSpLocks/>
          </p:cNvCxnSpPr>
          <p:nvPr/>
        </p:nvCxnSpPr>
        <p:spPr>
          <a:xfrm>
            <a:off x="1226512" y="2351488"/>
            <a:ext cx="42253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Tekstvak 25">
            <a:extLst>
              <a:ext uri="{FF2B5EF4-FFF2-40B4-BE49-F238E27FC236}">
                <a16:creationId xmlns:a16="http://schemas.microsoft.com/office/drawing/2014/main" id="{1A974F8C-CD72-C06A-7C9C-BADFEF1C9953}"/>
              </a:ext>
            </a:extLst>
          </p:cNvPr>
          <p:cNvSpPr txBox="1"/>
          <p:nvPr/>
        </p:nvSpPr>
        <p:spPr>
          <a:xfrm>
            <a:off x="1226512" y="1976787"/>
            <a:ext cx="471292" cy="907897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LC</a:t>
            </a:r>
          </a:p>
        </p:txBody>
      </p:sp>
      <p:cxnSp>
        <p:nvCxnSpPr>
          <p:cNvPr id="103" name="Rechte verbindingslijn met pijl 24">
            <a:extLst>
              <a:ext uri="{FF2B5EF4-FFF2-40B4-BE49-F238E27FC236}">
                <a16:creationId xmlns:a16="http://schemas.microsoft.com/office/drawing/2014/main" id="{D6DEAF37-2FF4-00BB-3E52-18764ABAB796}"/>
              </a:ext>
            </a:extLst>
          </p:cNvPr>
          <p:cNvCxnSpPr/>
          <p:nvPr/>
        </p:nvCxnSpPr>
        <p:spPr>
          <a:xfrm>
            <a:off x="5570808" y="2373896"/>
            <a:ext cx="75057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Tekstvak 30">
            <a:extLst>
              <a:ext uri="{FF2B5EF4-FFF2-40B4-BE49-F238E27FC236}">
                <a16:creationId xmlns:a16="http://schemas.microsoft.com/office/drawing/2014/main" id="{4E727D0C-35BC-11F3-0DDA-CACD5CE3CCB5}"/>
              </a:ext>
            </a:extLst>
          </p:cNvPr>
          <p:cNvSpPr txBox="1"/>
          <p:nvPr/>
        </p:nvSpPr>
        <p:spPr>
          <a:xfrm>
            <a:off x="8631821" y="2010385"/>
            <a:ext cx="480387" cy="45870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fragmentation</a:t>
            </a:r>
          </a:p>
        </p:txBody>
      </p:sp>
      <p:cxnSp>
        <p:nvCxnSpPr>
          <p:cNvPr id="105" name="Rechte verbindingslijn met pijl 24">
            <a:extLst>
              <a:ext uri="{FF2B5EF4-FFF2-40B4-BE49-F238E27FC236}">
                <a16:creationId xmlns:a16="http://schemas.microsoft.com/office/drawing/2014/main" id="{DF353DC7-EB66-2F36-F665-9C9E9EFC6409}"/>
              </a:ext>
            </a:extLst>
          </p:cNvPr>
          <p:cNvCxnSpPr>
            <a:cxnSpLocks/>
          </p:cNvCxnSpPr>
          <p:nvPr/>
        </p:nvCxnSpPr>
        <p:spPr>
          <a:xfrm>
            <a:off x="8608251" y="2392845"/>
            <a:ext cx="12382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Tekstvak 23">
            <a:extLst>
              <a:ext uri="{FF2B5EF4-FFF2-40B4-BE49-F238E27FC236}">
                <a16:creationId xmlns:a16="http://schemas.microsoft.com/office/drawing/2014/main" id="{1A9508F1-E4AA-47C7-4B67-E01D2A4736E8}"/>
              </a:ext>
            </a:extLst>
          </p:cNvPr>
          <p:cNvSpPr txBox="1"/>
          <p:nvPr/>
        </p:nvSpPr>
        <p:spPr>
          <a:xfrm>
            <a:off x="1900072" y="2872924"/>
            <a:ext cx="784346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chromatogram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2E71EF4-1A9F-7284-BF3B-A4CBDD603536}"/>
              </a:ext>
            </a:extLst>
          </p:cNvPr>
          <p:cNvSpPr txBox="1"/>
          <p:nvPr/>
        </p:nvSpPr>
        <p:spPr>
          <a:xfrm>
            <a:off x="640080" y="1064520"/>
            <a:ext cx="5032806" cy="7383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457200"/>
            <a:r>
              <a:rPr lang="nl-NL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experimental</a:t>
            </a:r>
          </a:p>
        </p:txBody>
      </p:sp>
      <p:sp>
        <p:nvSpPr>
          <p:cNvPr id="119" name="Tekstvak 30">
            <a:extLst>
              <a:ext uri="{FF2B5EF4-FFF2-40B4-BE49-F238E27FC236}">
                <a16:creationId xmlns:a16="http://schemas.microsoft.com/office/drawing/2014/main" id="{5E1A1FD7-0368-B751-755B-4E64D1605DB4}"/>
              </a:ext>
            </a:extLst>
          </p:cNvPr>
          <p:cNvSpPr txBox="1"/>
          <p:nvPr/>
        </p:nvSpPr>
        <p:spPr>
          <a:xfrm>
            <a:off x="6510407" y="3357787"/>
            <a:ext cx="287615" cy="498548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Scoring function</a:t>
            </a:r>
            <a:endParaRPr lang="nl-BE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0" name="Rechte verbindingslijn met pijl 24">
            <a:extLst>
              <a:ext uri="{FF2B5EF4-FFF2-40B4-BE49-F238E27FC236}">
                <a16:creationId xmlns:a16="http://schemas.microsoft.com/office/drawing/2014/main" id="{829309CB-8ED3-D207-04B5-3E08D3FA576B}"/>
              </a:ext>
            </a:extLst>
          </p:cNvPr>
          <p:cNvCxnSpPr>
            <a:cxnSpLocks/>
          </p:cNvCxnSpPr>
          <p:nvPr/>
        </p:nvCxnSpPr>
        <p:spPr>
          <a:xfrm>
            <a:off x="6391631" y="3768333"/>
            <a:ext cx="185438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Tekstvak 30">
            <a:extLst>
              <a:ext uri="{FF2B5EF4-FFF2-40B4-BE49-F238E27FC236}">
                <a16:creationId xmlns:a16="http://schemas.microsoft.com/office/drawing/2014/main" id="{01403FB6-FB24-95CD-7BE4-31907EEE5888}"/>
              </a:ext>
            </a:extLst>
          </p:cNvPr>
          <p:cNvSpPr txBox="1"/>
          <p:nvPr/>
        </p:nvSpPr>
        <p:spPr>
          <a:xfrm>
            <a:off x="3323433" y="1946318"/>
            <a:ext cx="759279" cy="45870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TIMS</a:t>
            </a:r>
          </a:p>
        </p:txBody>
      </p:sp>
      <p:cxnSp>
        <p:nvCxnSpPr>
          <p:cNvPr id="122" name="Rechte verbindingslijn met pijl 24">
            <a:extLst>
              <a:ext uri="{FF2B5EF4-FFF2-40B4-BE49-F238E27FC236}">
                <a16:creationId xmlns:a16="http://schemas.microsoft.com/office/drawing/2014/main" id="{9F43EFED-4FA3-ADE5-349F-C4D1F0E17C18}"/>
              </a:ext>
            </a:extLst>
          </p:cNvPr>
          <p:cNvCxnSpPr/>
          <p:nvPr/>
        </p:nvCxnSpPr>
        <p:spPr>
          <a:xfrm>
            <a:off x="3342397" y="2362973"/>
            <a:ext cx="75057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Tekstvak 23">
            <a:extLst>
              <a:ext uri="{FF2B5EF4-FFF2-40B4-BE49-F238E27FC236}">
                <a16:creationId xmlns:a16="http://schemas.microsoft.com/office/drawing/2014/main" id="{62AEFFFA-6A25-C59D-6AA4-82D5DA3F190E}"/>
              </a:ext>
            </a:extLst>
          </p:cNvPr>
          <p:cNvSpPr txBox="1"/>
          <p:nvPr/>
        </p:nvSpPr>
        <p:spPr>
          <a:xfrm>
            <a:off x="3953114" y="2872924"/>
            <a:ext cx="1735011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mobilogram</a:t>
            </a:r>
          </a:p>
        </p:txBody>
      </p:sp>
      <p:cxnSp>
        <p:nvCxnSpPr>
          <p:cNvPr id="124" name="Rechte verbindingslijn met pijl 24">
            <a:extLst>
              <a:ext uri="{FF2B5EF4-FFF2-40B4-BE49-F238E27FC236}">
                <a16:creationId xmlns:a16="http://schemas.microsoft.com/office/drawing/2014/main" id="{76A7F445-3A4E-A051-5874-74B0AFE704C5}"/>
              </a:ext>
            </a:extLst>
          </p:cNvPr>
          <p:cNvCxnSpPr>
            <a:cxnSpLocks/>
          </p:cNvCxnSpPr>
          <p:nvPr/>
        </p:nvCxnSpPr>
        <p:spPr>
          <a:xfrm flipV="1">
            <a:off x="6391631" y="3310365"/>
            <a:ext cx="0" cy="905072"/>
          </a:xfrm>
          <a:prstGeom prst="straightConnector1">
            <a:avLst/>
          </a:prstGeom>
          <a:ln w="19050"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CEDF1D66-B280-36B6-8ED1-5CDAA6F5781D}"/>
              </a:ext>
            </a:extLst>
          </p:cNvPr>
          <p:cNvSpPr/>
          <p:nvPr/>
        </p:nvSpPr>
        <p:spPr>
          <a:xfrm>
            <a:off x="428482" y="1957904"/>
            <a:ext cx="69602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HPYLEDR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D7FB88E-7D42-7DFF-CB3D-9C7BAE8F200F}"/>
              </a:ext>
            </a:extLst>
          </p:cNvPr>
          <p:cNvSpPr/>
          <p:nvPr/>
        </p:nvSpPr>
        <p:spPr>
          <a:xfrm>
            <a:off x="453820" y="2209414"/>
            <a:ext cx="77457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GDLVLFDR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4D91BD76-4EDD-0A3A-E097-2155BBB7AA75}"/>
              </a:ext>
            </a:extLst>
          </p:cNvPr>
          <p:cNvSpPr/>
          <p:nvPr/>
        </p:nvSpPr>
        <p:spPr>
          <a:xfrm>
            <a:off x="353815" y="2454025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AAAAGSLDK</a:t>
            </a: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338A2FCD-8BB4-EF2A-2E29-EB59A7A84E2B}"/>
              </a:ext>
            </a:extLst>
          </p:cNvPr>
          <p:cNvGrpSpPr/>
          <p:nvPr/>
        </p:nvGrpSpPr>
        <p:grpSpPr>
          <a:xfrm>
            <a:off x="9878498" y="1689786"/>
            <a:ext cx="1792392" cy="1346046"/>
            <a:chOff x="10061378" y="1833369"/>
            <a:chExt cx="1792392" cy="1346046"/>
          </a:xfrm>
        </p:grpSpPr>
        <p:pic>
          <p:nvPicPr>
            <p:cNvPr id="160" name="Graphic 159">
              <a:extLst>
                <a:ext uri="{FF2B5EF4-FFF2-40B4-BE49-F238E27FC236}">
                  <a16:creationId xmlns:a16="http://schemas.microsoft.com/office/drawing/2014/main" id="{5564D639-AFF1-47AF-2D4D-B495D6FCC3C7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21469" t="8634"/>
            <a:stretch/>
          </p:blipFill>
          <p:spPr>
            <a:xfrm>
              <a:off x="10212550" y="1833369"/>
              <a:ext cx="1641220" cy="1325564"/>
            </a:xfrm>
            <a:prstGeom prst="rect">
              <a:avLst/>
            </a:prstGeom>
          </p:spPr>
        </p:pic>
        <p:pic>
          <p:nvPicPr>
            <p:cNvPr id="161" name="Graphic 160">
              <a:extLst>
                <a:ext uri="{FF2B5EF4-FFF2-40B4-BE49-F238E27FC236}">
                  <a16:creationId xmlns:a16="http://schemas.microsoft.com/office/drawing/2014/main" id="{455E165A-3060-0A2A-2769-3370512E7A74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-967" t="8634" r="92590"/>
            <a:stretch/>
          </p:blipFill>
          <p:spPr>
            <a:xfrm>
              <a:off x="10061378" y="1853851"/>
              <a:ext cx="175072" cy="1325564"/>
            </a:xfrm>
            <a:prstGeom prst="rect">
              <a:avLst/>
            </a:prstGeom>
          </p:spPr>
        </p:pic>
      </p:grpSp>
      <p:grpSp>
        <p:nvGrpSpPr>
          <p:cNvPr id="1105" name="Group 1104">
            <a:extLst>
              <a:ext uri="{FF2B5EF4-FFF2-40B4-BE49-F238E27FC236}">
                <a16:creationId xmlns:a16="http://schemas.microsoft.com/office/drawing/2014/main" id="{E297458C-D7AD-6811-6028-3251251F5FF7}"/>
              </a:ext>
            </a:extLst>
          </p:cNvPr>
          <p:cNvGrpSpPr/>
          <p:nvPr/>
        </p:nvGrpSpPr>
        <p:grpSpPr>
          <a:xfrm>
            <a:off x="4147402" y="1541847"/>
            <a:ext cx="1398331" cy="676612"/>
            <a:chOff x="9589567" y="873804"/>
            <a:chExt cx="1827771" cy="884406"/>
          </a:xfrm>
        </p:grpSpPr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1BFA6D46-9E76-B7BD-D946-4BC63E59AF6E}"/>
                </a:ext>
              </a:extLst>
            </p:cNvPr>
            <p:cNvCxnSpPr/>
            <p:nvPr/>
          </p:nvCxnSpPr>
          <p:spPr>
            <a:xfrm>
              <a:off x="9589567" y="1752775"/>
              <a:ext cx="315478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7479B909-6025-CEAE-6457-4FAD058E44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045" y="1469736"/>
              <a:ext cx="60401" cy="288474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6A56E510-A9DC-B3C6-2FD5-FAC033ED07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63337" y="961279"/>
              <a:ext cx="812449" cy="508457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B0595AF0-4B57-6BEB-A912-63BDECF75C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75786" y="958340"/>
              <a:ext cx="449427" cy="2939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3AEAB5BB-A451-BACC-D316-78138F0E59D3}"/>
                </a:ext>
              </a:extLst>
            </p:cNvPr>
            <p:cNvCxnSpPr>
              <a:cxnSpLocks/>
            </p:cNvCxnSpPr>
            <p:nvPr/>
          </p:nvCxnSpPr>
          <p:spPr>
            <a:xfrm>
              <a:off x="11223159" y="956845"/>
              <a:ext cx="194179" cy="526102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08BAE4BE-4F46-910E-B6B9-6425A8520A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9229" y="1070694"/>
              <a:ext cx="816557" cy="441809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35783201-779E-802B-4797-F20172A69C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9229" y="1165483"/>
              <a:ext cx="768638" cy="362203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30DB865B-5F5C-3CE2-91FC-02A3A53E97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69554" y="1291565"/>
              <a:ext cx="672255" cy="234149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25759427-C31D-6EB9-AB90-8208F7C5EF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79894" y="1064983"/>
              <a:ext cx="449427" cy="2939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5" name="Straight Connector 1024">
              <a:extLst>
                <a:ext uri="{FF2B5EF4-FFF2-40B4-BE49-F238E27FC236}">
                  <a16:creationId xmlns:a16="http://schemas.microsoft.com/office/drawing/2014/main" id="{D29415BF-AB1A-53CD-A98F-F92FF560EAE9}"/>
                </a:ext>
              </a:extLst>
            </p:cNvPr>
            <p:cNvCxnSpPr>
              <a:cxnSpLocks/>
            </p:cNvCxnSpPr>
            <p:nvPr/>
          </p:nvCxnSpPr>
          <p:spPr>
            <a:xfrm>
              <a:off x="11229321" y="1069306"/>
              <a:ext cx="188017" cy="426786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Straight Connector 1029">
              <a:extLst>
                <a:ext uri="{FF2B5EF4-FFF2-40B4-BE49-F238E27FC236}">
                  <a16:creationId xmlns:a16="http://schemas.microsoft.com/office/drawing/2014/main" id="{981E846E-E819-018B-E9C4-DA8AD5E37C0B}"/>
                </a:ext>
              </a:extLst>
            </p:cNvPr>
            <p:cNvCxnSpPr>
              <a:cxnSpLocks/>
            </p:cNvCxnSpPr>
            <p:nvPr/>
          </p:nvCxnSpPr>
          <p:spPr>
            <a:xfrm>
              <a:off x="10722693" y="1162022"/>
              <a:ext cx="462895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1" name="Straight Connector 1030">
              <a:extLst>
                <a:ext uri="{FF2B5EF4-FFF2-40B4-BE49-F238E27FC236}">
                  <a16:creationId xmlns:a16="http://schemas.microsoft.com/office/drawing/2014/main" id="{4538CA10-AE36-A081-CD52-93D66ACDED48}"/>
                </a:ext>
              </a:extLst>
            </p:cNvPr>
            <p:cNvCxnSpPr>
              <a:cxnSpLocks/>
            </p:cNvCxnSpPr>
            <p:nvPr/>
          </p:nvCxnSpPr>
          <p:spPr>
            <a:xfrm>
              <a:off x="11185588" y="1169303"/>
              <a:ext cx="231750" cy="31868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51FFE4AF-95A6-59E4-DFFF-734C029C68F0}"/>
                </a:ext>
              </a:extLst>
            </p:cNvPr>
            <p:cNvCxnSpPr>
              <a:cxnSpLocks/>
            </p:cNvCxnSpPr>
            <p:nvPr/>
          </p:nvCxnSpPr>
          <p:spPr>
            <a:xfrm>
              <a:off x="10645917" y="1291565"/>
              <a:ext cx="577242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AA714C94-A367-0E65-E5D1-C993A0027D9C}"/>
                </a:ext>
              </a:extLst>
            </p:cNvPr>
            <p:cNvCxnSpPr>
              <a:cxnSpLocks/>
            </p:cNvCxnSpPr>
            <p:nvPr/>
          </p:nvCxnSpPr>
          <p:spPr>
            <a:xfrm>
              <a:off x="11223159" y="1291565"/>
              <a:ext cx="194179" cy="197802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60" name="Oval 1059">
              <a:extLst>
                <a:ext uri="{FF2B5EF4-FFF2-40B4-BE49-F238E27FC236}">
                  <a16:creationId xmlns:a16="http://schemas.microsoft.com/office/drawing/2014/main" id="{05CCECB0-9A3D-BE59-5798-04A90303BD47}"/>
                </a:ext>
              </a:extLst>
            </p:cNvPr>
            <p:cNvSpPr/>
            <p:nvPr/>
          </p:nvSpPr>
          <p:spPr>
            <a:xfrm>
              <a:off x="10577937" y="942918"/>
              <a:ext cx="99321" cy="96884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>
              <a:solidFill>
                <a:schemeClr val="accent1">
                  <a:shade val="15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1" name="Oval 1060">
              <a:extLst>
                <a:ext uri="{FF2B5EF4-FFF2-40B4-BE49-F238E27FC236}">
                  <a16:creationId xmlns:a16="http://schemas.microsoft.com/office/drawing/2014/main" id="{1852D70E-2CEB-B44F-14A5-ADAFF2EB2002}"/>
                </a:ext>
              </a:extLst>
            </p:cNvPr>
            <p:cNvSpPr/>
            <p:nvPr/>
          </p:nvSpPr>
          <p:spPr>
            <a:xfrm>
              <a:off x="10618936" y="874997"/>
              <a:ext cx="99321" cy="96884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>
              <a:solidFill>
                <a:schemeClr val="accent1">
                  <a:shade val="15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2" name="Oval 1061">
              <a:extLst>
                <a:ext uri="{FF2B5EF4-FFF2-40B4-BE49-F238E27FC236}">
                  <a16:creationId xmlns:a16="http://schemas.microsoft.com/office/drawing/2014/main" id="{FADE2F18-4054-A8FE-9987-D8F28076829C}"/>
                </a:ext>
              </a:extLst>
            </p:cNvPr>
            <p:cNvSpPr/>
            <p:nvPr/>
          </p:nvSpPr>
          <p:spPr>
            <a:xfrm>
              <a:off x="10668596" y="887935"/>
              <a:ext cx="99321" cy="96884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>
              <a:solidFill>
                <a:schemeClr val="accent1">
                  <a:shade val="15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3" name="Oval 1062">
              <a:extLst>
                <a:ext uri="{FF2B5EF4-FFF2-40B4-BE49-F238E27FC236}">
                  <a16:creationId xmlns:a16="http://schemas.microsoft.com/office/drawing/2014/main" id="{D17E2EF8-DF79-EDB2-EA11-6AA317C6B611}"/>
                </a:ext>
              </a:extLst>
            </p:cNvPr>
            <p:cNvSpPr/>
            <p:nvPr/>
          </p:nvSpPr>
          <p:spPr>
            <a:xfrm>
              <a:off x="10651678" y="969002"/>
              <a:ext cx="99321" cy="96884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>
              <a:solidFill>
                <a:schemeClr val="accent1">
                  <a:shade val="15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4" name="Oval 1063">
              <a:extLst>
                <a:ext uri="{FF2B5EF4-FFF2-40B4-BE49-F238E27FC236}">
                  <a16:creationId xmlns:a16="http://schemas.microsoft.com/office/drawing/2014/main" id="{82EA89C2-84DA-A841-3AF5-0499E798C8BE}"/>
                </a:ext>
              </a:extLst>
            </p:cNvPr>
            <p:cNvSpPr/>
            <p:nvPr/>
          </p:nvSpPr>
          <p:spPr>
            <a:xfrm>
              <a:off x="10243751" y="1041131"/>
              <a:ext cx="99321" cy="96884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solidFill>
                <a:schemeClr val="accent2">
                  <a:lumMod val="7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5" name="Oval 1064">
              <a:extLst>
                <a:ext uri="{FF2B5EF4-FFF2-40B4-BE49-F238E27FC236}">
                  <a16:creationId xmlns:a16="http://schemas.microsoft.com/office/drawing/2014/main" id="{0C8FE06C-D9EC-7F91-6702-82B173F339D2}"/>
                </a:ext>
              </a:extLst>
            </p:cNvPr>
            <p:cNvSpPr/>
            <p:nvPr/>
          </p:nvSpPr>
          <p:spPr>
            <a:xfrm>
              <a:off x="10312197" y="1096178"/>
              <a:ext cx="99321" cy="96884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solidFill>
                <a:schemeClr val="accent2">
                  <a:lumMod val="7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6" name="Oval 1065">
              <a:extLst>
                <a:ext uri="{FF2B5EF4-FFF2-40B4-BE49-F238E27FC236}">
                  <a16:creationId xmlns:a16="http://schemas.microsoft.com/office/drawing/2014/main" id="{C3A5D0DC-ACB3-3D25-BEA6-31C9BBCEE7DC}"/>
                </a:ext>
              </a:extLst>
            </p:cNvPr>
            <p:cNvSpPr/>
            <p:nvPr/>
          </p:nvSpPr>
          <p:spPr>
            <a:xfrm>
              <a:off x="10115883" y="1149006"/>
              <a:ext cx="99321" cy="9688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7" name="Oval 1066">
              <a:extLst>
                <a:ext uri="{FF2B5EF4-FFF2-40B4-BE49-F238E27FC236}">
                  <a16:creationId xmlns:a16="http://schemas.microsoft.com/office/drawing/2014/main" id="{E379C54D-A6D0-52C8-B97F-C9BA6D4B0391}"/>
                </a:ext>
              </a:extLst>
            </p:cNvPr>
            <p:cNvSpPr/>
            <p:nvPr/>
          </p:nvSpPr>
          <p:spPr>
            <a:xfrm>
              <a:off x="10164610" y="1197448"/>
              <a:ext cx="99321" cy="9688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8" name="Oval 1067">
              <a:extLst>
                <a:ext uri="{FF2B5EF4-FFF2-40B4-BE49-F238E27FC236}">
                  <a16:creationId xmlns:a16="http://schemas.microsoft.com/office/drawing/2014/main" id="{2754ABE2-3ABB-1DB5-83BD-C80EC3DA550F}"/>
                </a:ext>
              </a:extLst>
            </p:cNvPr>
            <p:cNvSpPr/>
            <p:nvPr/>
          </p:nvSpPr>
          <p:spPr>
            <a:xfrm>
              <a:off x="9989589" y="1259947"/>
              <a:ext cx="99321" cy="96884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0" name="Oval 1089">
              <a:extLst>
                <a:ext uri="{FF2B5EF4-FFF2-40B4-BE49-F238E27FC236}">
                  <a16:creationId xmlns:a16="http://schemas.microsoft.com/office/drawing/2014/main" id="{ECBF38CA-1FAB-D222-FC63-F437B5D5A85B}"/>
                </a:ext>
              </a:extLst>
            </p:cNvPr>
            <p:cNvSpPr/>
            <p:nvPr/>
          </p:nvSpPr>
          <p:spPr>
            <a:xfrm>
              <a:off x="10733035" y="941725"/>
              <a:ext cx="99321" cy="96884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1" name="Oval 1090">
              <a:extLst>
                <a:ext uri="{FF2B5EF4-FFF2-40B4-BE49-F238E27FC236}">
                  <a16:creationId xmlns:a16="http://schemas.microsoft.com/office/drawing/2014/main" id="{51450005-AC11-5F98-970B-08562C12622B}"/>
                </a:ext>
              </a:extLst>
            </p:cNvPr>
            <p:cNvSpPr/>
            <p:nvPr/>
          </p:nvSpPr>
          <p:spPr>
            <a:xfrm>
              <a:off x="10774034" y="873804"/>
              <a:ext cx="99321" cy="96884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2" name="Oval 1091">
              <a:extLst>
                <a:ext uri="{FF2B5EF4-FFF2-40B4-BE49-F238E27FC236}">
                  <a16:creationId xmlns:a16="http://schemas.microsoft.com/office/drawing/2014/main" id="{862F4CD2-AE96-E23B-5B29-1377900E369E}"/>
                </a:ext>
              </a:extLst>
            </p:cNvPr>
            <p:cNvSpPr/>
            <p:nvPr/>
          </p:nvSpPr>
          <p:spPr>
            <a:xfrm>
              <a:off x="10823694" y="886742"/>
              <a:ext cx="99321" cy="96884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3" name="Oval 1092">
              <a:extLst>
                <a:ext uri="{FF2B5EF4-FFF2-40B4-BE49-F238E27FC236}">
                  <a16:creationId xmlns:a16="http://schemas.microsoft.com/office/drawing/2014/main" id="{2D2BA2BA-322F-45E3-C393-2051B2C6DC15}"/>
                </a:ext>
              </a:extLst>
            </p:cNvPr>
            <p:cNvSpPr/>
            <p:nvPr/>
          </p:nvSpPr>
          <p:spPr>
            <a:xfrm>
              <a:off x="10806776" y="967809"/>
              <a:ext cx="99321" cy="96884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5" name="Oval 1094">
              <a:extLst>
                <a:ext uri="{FF2B5EF4-FFF2-40B4-BE49-F238E27FC236}">
                  <a16:creationId xmlns:a16="http://schemas.microsoft.com/office/drawing/2014/main" id="{761307AB-4BDF-6CBE-52AA-109E1E43F339}"/>
                </a:ext>
              </a:extLst>
            </p:cNvPr>
            <p:cNvSpPr/>
            <p:nvPr/>
          </p:nvSpPr>
          <p:spPr>
            <a:xfrm>
              <a:off x="10895897" y="962385"/>
              <a:ext cx="99321" cy="968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6" name="Oval 1095">
              <a:extLst>
                <a:ext uri="{FF2B5EF4-FFF2-40B4-BE49-F238E27FC236}">
                  <a16:creationId xmlns:a16="http://schemas.microsoft.com/office/drawing/2014/main" id="{E039734C-3A52-C13A-1701-755B9CD2A2F5}"/>
                </a:ext>
              </a:extLst>
            </p:cNvPr>
            <p:cNvSpPr/>
            <p:nvPr/>
          </p:nvSpPr>
          <p:spPr>
            <a:xfrm>
              <a:off x="10936896" y="894464"/>
              <a:ext cx="99321" cy="968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7" name="Oval 1096">
              <a:extLst>
                <a:ext uri="{FF2B5EF4-FFF2-40B4-BE49-F238E27FC236}">
                  <a16:creationId xmlns:a16="http://schemas.microsoft.com/office/drawing/2014/main" id="{A3095463-1629-94C5-59FD-4C6FCAE4E992}"/>
                </a:ext>
              </a:extLst>
            </p:cNvPr>
            <p:cNvSpPr/>
            <p:nvPr/>
          </p:nvSpPr>
          <p:spPr>
            <a:xfrm>
              <a:off x="10986556" y="907402"/>
              <a:ext cx="99321" cy="968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8" name="Oval 1097">
              <a:extLst>
                <a:ext uri="{FF2B5EF4-FFF2-40B4-BE49-F238E27FC236}">
                  <a16:creationId xmlns:a16="http://schemas.microsoft.com/office/drawing/2014/main" id="{30FFA902-0ADF-7778-F10B-075D9106CB02}"/>
                </a:ext>
              </a:extLst>
            </p:cNvPr>
            <p:cNvSpPr/>
            <p:nvPr/>
          </p:nvSpPr>
          <p:spPr>
            <a:xfrm>
              <a:off x="10969638" y="988469"/>
              <a:ext cx="99321" cy="968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00" name="Oval 1099">
              <a:extLst>
                <a:ext uri="{FF2B5EF4-FFF2-40B4-BE49-F238E27FC236}">
                  <a16:creationId xmlns:a16="http://schemas.microsoft.com/office/drawing/2014/main" id="{504E92D1-3974-0A56-1CD7-4D7CA0A81DA2}"/>
                </a:ext>
              </a:extLst>
            </p:cNvPr>
            <p:cNvSpPr/>
            <p:nvPr/>
          </p:nvSpPr>
          <p:spPr>
            <a:xfrm>
              <a:off x="10377444" y="1027920"/>
              <a:ext cx="99321" cy="9688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01" name="Oval 1100">
              <a:extLst>
                <a:ext uri="{FF2B5EF4-FFF2-40B4-BE49-F238E27FC236}">
                  <a16:creationId xmlns:a16="http://schemas.microsoft.com/office/drawing/2014/main" id="{5E2542C8-99D3-83E7-84F0-3A076C19C7E2}"/>
                </a:ext>
              </a:extLst>
            </p:cNvPr>
            <p:cNvSpPr/>
            <p:nvPr/>
          </p:nvSpPr>
          <p:spPr>
            <a:xfrm>
              <a:off x="10445890" y="1082967"/>
              <a:ext cx="99321" cy="9688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120" name="Group 1119">
            <a:extLst>
              <a:ext uri="{FF2B5EF4-FFF2-40B4-BE49-F238E27FC236}">
                <a16:creationId xmlns:a16="http://schemas.microsoft.com/office/drawing/2014/main" id="{1D4E2FE1-C92A-4511-0ACB-6BDDB1517503}"/>
              </a:ext>
            </a:extLst>
          </p:cNvPr>
          <p:cNvGrpSpPr/>
          <p:nvPr/>
        </p:nvGrpSpPr>
        <p:grpSpPr>
          <a:xfrm>
            <a:off x="4155441" y="2278323"/>
            <a:ext cx="1459113" cy="579292"/>
            <a:chOff x="9642902" y="233626"/>
            <a:chExt cx="1612472" cy="640178"/>
          </a:xfrm>
        </p:grpSpPr>
        <p:cxnSp>
          <p:nvCxnSpPr>
            <p:cNvPr id="1104" name="Straight Arrow Connector 1103">
              <a:extLst>
                <a:ext uri="{FF2B5EF4-FFF2-40B4-BE49-F238E27FC236}">
                  <a16:creationId xmlns:a16="http://schemas.microsoft.com/office/drawing/2014/main" id="{C95E94A9-74AF-76A3-75E2-D8A1C7F4247B}"/>
                </a:ext>
              </a:extLst>
            </p:cNvPr>
            <p:cNvCxnSpPr>
              <a:cxnSpLocks/>
            </p:cNvCxnSpPr>
            <p:nvPr/>
          </p:nvCxnSpPr>
          <p:spPr>
            <a:xfrm>
              <a:off x="9642902" y="579120"/>
              <a:ext cx="16124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109" name="Group 1108">
              <a:extLst>
                <a:ext uri="{FF2B5EF4-FFF2-40B4-BE49-F238E27FC236}">
                  <a16:creationId xmlns:a16="http://schemas.microsoft.com/office/drawing/2014/main" id="{9AB19658-3BE7-E58C-C2BB-D34EEC6D3AE5}"/>
                </a:ext>
              </a:extLst>
            </p:cNvPr>
            <p:cNvGrpSpPr/>
            <p:nvPr/>
          </p:nvGrpSpPr>
          <p:grpSpPr>
            <a:xfrm>
              <a:off x="9711958" y="241911"/>
              <a:ext cx="223287" cy="631893"/>
              <a:chOff x="9838091" y="148530"/>
              <a:chExt cx="223287" cy="631893"/>
            </a:xfrm>
          </p:grpSpPr>
          <p:sp>
            <p:nvSpPr>
              <p:cNvPr id="1107" name="Arc 1106">
                <a:extLst>
                  <a:ext uri="{FF2B5EF4-FFF2-40B4-BE49-F238E27FC236}">
                    <a16:creationId xmlns:a16="http://schemas.microsoft.com/office/drawing/2014/main" id="{58114366-270F-F489-0ACD-6403C8AEADB7}"/>
                  </a:ext>
                </a:extLst>
              </p:cNvPr>
              <p:cNvSpPr/>
              <p:nvPr/>
            </p:nvSpPr>
            <p:spPr>
              <a:xfrm>
                <a:off x="9838091" y="148530"/>
                <a:ext cx="223287" cy="631893"/>
              </a:xfrm>
              <a:prstGeom prst="arc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08" name="Arc 1107">
                <a:extLst>
                  <a:ext uri="{FF2B5EF4-FFF2-40B4-BE49-F238E27FC236}">
                    <a16:creationId xmlns:a16="http://schemas.microsoft.com/office/drawing/2014/main" id="{14A24408-A8DD-2F11-BBCD-E7B072202E87}"/>
                  </a:ext>
                </a:extLst>
              </p:cNvPr>
              <p:cNvSpPr/>
              <p:nvPr/>
            </p:nvSpPr>
            <p:spPr>
              <a:xfrm flipH="1">
                <a:off x="9838091" y="148530"/>
                <a:ext cx="223287" cy="631893"/>
              </a:xfrm>
              <a:prstGeom prst="arc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10" name="Group 1109">
              <a:extLst>
                <a:ext uri="{FF2B5EF4-FFF2-40B4-BE49-F238E27FC236}">
                  <a16:creationId xmlns:a16="http://schemas.microsoft.com/office/drawing/2014/main" id="{38F08449-CF8E-A52B-5AAB-23ECD858DB35}"/>
                </a:ext>
              </a:extLst>
            </p:cNvPr>
            <p:cNvGrpSpPr/>
            <p:nvPr/>
          </p:nvGrpSpPr>
          <p:grpSpPr>
            <a:xfrm>
              <a:off x="10082394" y="233626"/>
              <a:ext cx="223287" cy="631893"/>
              <a:chOff x="9838091" y="148530"/>
              <a:chExt cx="223287" cy="631893"/>
            </a:xfrm>
          </p:grpSpPr>
          <p:sp>
            <p:nvSpPr>
              <p:cNvPr id="1111" name="Arc 1110">
                <a:extLst>
                  <a:ext uri="{FF2B5EF4-FFF2-40B4-BE49-F238E27FC236}">
                    <a16:creationId xmlns:a16="http://schemas.microsoft.com/office/drawing/2014/main" id="{A5CB8646-62B4-B5A2-6F66-572031ED054C}"/>
                  </a:ext>
                </a:extLst>
              </p:cNvPr>
              <p:cNvSpPr/>
              <p:nvPr/>
            </p:nvSpPr>
            <p:spPr>
              <a:xfrm>
                <a:off x="9838091" y="148530"/>
                <a:ext cx="223287" cy="631893"/>
              </a:xfrm>
              <a:prstGeom prst="arc">
                <a:avLst/>
              </a:prstGeom>
              <a:ln w="12700">
                <a:solidFill>
                  <a:srgbClr val="ED7D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12" name="Arc 1111">
                <a:extLst>
                  <a:ext uri="{FF2B5EF4-FFF2-40B4-BE49-F238E27FC236}">
                    <a16:creationId xmlns:a16="http://schemas.microsoft.com/office/drawing/2014/main" id="{DCFDD9DB-2BCD-BE4D-9BC2-84D617C6E8FE}"/>
                  </a:ext>
                </a:extLst>
              </p:cNvPr>
              <p:cNvSpPr/>
              <p:nvPr/>
            </p:nvSpPr>
            <p:spPr>
              <a:xfrm flipH="1">
                <a:off x="9838091" y="148530"/>
                <a:ext cx="223287" cy="631893"/>
              </a:xfrm>
              <a:prstGeom prst="arc">
                <a:avLst/>
              </a:prstGeom>
              <a:ln w="12700">
                <a:solidFill>
                  <a:srgbClr val="ED7D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13" name="Group 1112">
              <a:extLst>
                <a:ext uri="{FF2B5EF4-FFF2-40B4-BE49-F238E27FC236}">
                  <a16:creationId xmlns:a16="http://schemas.microsoft.com/office/drawing/2014/main" id="{39301681-4A74-8434-6BFA-6F4E0186409D}"/>
                </a:ext>
              </a:extLst>
            </p:cNvPr>
            <p:cNvGrpSpPr/>
            <p:nvPr/>
          </p:nvGrpSpPr>
          <p:grpSpPr>
            <a:xfrm>
              <a:off x="10443754" y="241911"/>
              <a:ext cx="223287" cy="631893"/>
              <a:chOff x="9838091" y="148530"/>
              <a:chExt cx="223287" cy="631893"/>
            </a:xfrm>
          </p:grpSpPr>
          <p:sp>
            <p:nvSpPr>
              <p:cNvPr id="1114" name="Arc 1113">
                <a:extLst>
                  <a:ext uri="{FF2B5EF4-FFF2-40B4-BE49-F238E27FC236}">
                    <a16:creationId xmlns:a16="http://schemas.microsoft.com/office/drawing/2014/main" id="{1120E68B-AA49-99D2-C0C4-1127D8D6562B}"/>
                  </a:ext>
                </a:extLst>
              </p:cNvPr>
              <p:cNvSpPr/>
              <p:nvPr/>
            </p:nvSpPr>
            <p:spPr>
              <a:xfrm>
                <a:off x="9838091" y="148530"/>
                <a:ext cx="223287" cy="631893"/>
              </a:xfrm>
              <a:prstGeom prst="arc">
                <a:avLst/>
              </a:prstGeom>
              <a:ln w="12700">
                <a:solidFill>
                  <a:srgbClr val="A9D18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15" name="Arc 1114">
                <a:extLst>
                  <a:ext uri="{FF2B5EF4-FFF2-40B4-BE49-F238E27FC236}">
                    <a16:creationId xmlns:a16="http://schemas.microsoft.com/office/drawing/2014/main" id="{9CEFE8F7-A2A4-DEFB-844F-5246F469C9A7}"/>
                  </a:ext>
                </a:extLst>
              </p:cNvPr>
              <p:cNvSpPr/>
              <p:nvPr/>
            </p:nvSpPr>
            <p:spPr>
              <a:xfrm flipH="1">
                <a:off x="9838091" y="148530"/>
                <a:ext cx="223287" cy="631893"/>
              </a:xfrm>
              <a:prstGeom prst="arc">
                <a:avLst/>
              </a:prstGeom>
              <a:ln w="12700">
                <a:solidFill>
                  <a:srgbClr val="A9D18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16" name="Group 1115">
              <a:extLst>
                <a:ext uri="{FF2B5EF4-FFF2-40B4-BE49-F238E27FC236}">
                  <a16:creationId xmlns:a16="http://schemas.microsoft.com/office/drawing/2014/main" id="{4B4C08B1-3CDE-FDCC-DEA9-B51A7B36BFF6}"/>
                </a:ext>
              </a:extLst>
            </p:cNvPr>
            <p:cNvGrpSpPr/>
            <p:nvPr/>
          </p:nvGrpSpPr>
          <p:grpSpPr>
            <a:xfrm>
              <a:off x="10917261" y="239064"/>
              <a:ext cx="223287" cy="631893"/>
              <a:chOff x="9838091" y="148530"/>
              <a:chExt cx="223287" cy="631893"/>
            </a:xfrm>
            <a:solidFill>
              <a:srgbClr val="FFFFFF"/>
            </a:solidFill>
          </p:grpSpPr>
          <p:sp>
            <p:nvSpPr>
              <p:cNvPr id="1117" name="Arc 1116">
                <a:extLst>
                  <a:ext uri="{FF2B5EF4-FFF2-40B4-BE49-F238E27FC236}">
                    <a16:creationId xmlns:a16="http://schemas.microsoft.com/office/drawing/2014/main" id="{9AADCCA4-7605-7645-9470-AFA552A072A7}"/>
                  </a:ext>
                </a:extLst>
              </p:cNvPr>
              <p:cNvSpPr/>
              <p:nvPr/>
            </p:nvSpPr>
            <p:spPr>
              <a:xfrm>
                <a:off x="9838091" y="148530"/>
                <a:ext cx="223287" cy="631893"/>
              </a:xfrm>
              <a:prstGeom prst="arc">
                <a:avLst/>
              </a:prstGeom>
              <a:grpFill/>
              <a:ln w="12700">
                <a:solidFill>
                  <a:srgbClr val="FFE6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18" name="Arc 1117">
                <a:extLst>
                  <a:ext uri="{FF2B5EF4-FFF2-40B4-BE49-F238E27FC236}">
                    <a16:creationId xmlns:a16="http://schemas.microsoft.com/office/drawing/2014/main" id="{88F7213A-2FD0-9393-37AC-DC876C4C5B18}"/>
                  </a:ext>
                </a:extLst>
              </p:cNvPr>
              <p:cNvSpPr/>
              <p:nvPr/>
            </p:nvSpPr>
            <p:spPr>
              <a:xfrm flipH="1">
                <a:off x="9838091" y="148530"/>
                <a:ext cx="223287" cy="631893"/>
              </a:xfrm>
              <a:prstGeom prst="arc">
                <a:avLst/>
              </a:prstGeom>
              <a:grpFill/>
              <a:ln w="12700">
                <a:solidFill>
                  <a:srgbClr val="FFE6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A8F2332C-4FDA-E16C-8027-2EA1B0DEC48A}"/>
                    </a:ext>
                  </a:extLst>
                </p:cNvPr>
                <p:cNvSpPr txBox="1"/>
                <p:nvPr/>
              </p:nvSpPr>
              <p:spPr>
                <a:xfrm>
                  <a:off x="10046205" y="554451"/>
                  <a:ext cx="770265" cy="2550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oMath>
                    </m:oMathPara>
                  </a14:m>
                  <a:endParaRPr lang="en-NL" sz="9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A8F2332C-4FDA-E16C-8027-2EA1B0DEC4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6205" y="554451"/>
                  <a:ext cx="770265" cy="25509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128" name="Picture 1127">
            <a:extLst>
              <a:ext uri="{FF2B5EF4-FFF2-40B4-BE49-F238E27FC236}">
                <a16:creationId xmlns:a16="http://schemas.microsoft.com/office/drawing/2014/main" id="{6158689E-8F08-0E47-4B9E-38630DF556F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7484" r="59849"/>
          <a:stretch/>
        </p:blipFill>
        <p:spPr>
          <a:xfrm>
            <a:off x="8812423" y="3501424"/>
            <a:ext cx="613476" cy="714013"/>
          </a:xfrm>
          <a:prstGeom prst="rect">
            <a:avLst/>
          </a:prstGeom>
        </p:spPr>
      </p:pic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E2FD13E1-E5FC-2CDB-73FA-A704965C2C58}"/>
              </a:ext>
            </a:extLst>
          </p:cNvPr>
          <p:cNvGrpSpPr/>
          <p:nvPr/>
        </p:nvGrpSpPr>
        <p:grpSpPr>
          <a:xfrm>
            <a:off x="10177748" y="3610851"/>
            <a:ext cx="679893" cy="623670"/>
            <a:chOff x="9541305" y="3628691"/>
            <a:chExt cx="679893" cy="623670"/>
          </a:xfrm>
        </p:grpSpPr>
        <p:grpSp>
          <p:nvGrpSpPr>
            <p:cNvPr id="1130" name="Group 1129">
              <a:extLst>
                <a:ext uri="{FF2B5EF4-FFF2-40B4-BE49-F238E27FC236}">
                  <a16:creationId xmlns:a16="http://schemas.microsoft.com/office/drawing/2014/main" id="{5DB455F0-F974-3AB8-D1A6-9B1E46262164}"/>
                </a:ext>
              </a:extLst>
            </p:cNvPr>
            <p:cNvGrpSpPr/>
            <p:nvPr/>
          </p:nvGrpSpPr>
          <p:grpSpPr>
            <a:xfrm>
              <a:off x="9541305" y="4021529"/>
              <a:ext cx="679893" cy="230832"/>
              <a:chOff x="9642902" y="554451"/>
              <a:chExt cx="1612472" cy="255093"/>
            </a:xfrm>
          </p:grpSpPr>
          <p:cxnSp>
            <p:nvCxnSpPr>
              <p:cNvPr id="1132" name="Straight Arrow Connector 1131">
                <a:extLst>
                  <a:ext uri="{FF2B5EF4-FFF2-40B4-BE49-F238E27FC236}">
                    <a16:creationId xmlns:a16="http://schemas.microsoft.com/office/drawing/2014/main" id="{74A751B9-071F-0E73-1F11-87E7169AB1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42902" y="579120"/>
                <a:ext cx="161247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33" name="TextBox 1132">
                    <a:extLst>
                      <a:ext uri="{FF2B5EF4-FFF2-40B4-BE49-F238E27FC236}">
                        <a16:creationId xmlns:a16="http://schemas.microsoft.com/office/drawing/2014/main" id="{B7EE5F6E-F057-4A54-3582-51357EA879C1}"/>
                      </a:ext>
                    </a:extLst>
                  </p:cNvPr>
                  <p:cNvSpPr txBox="1"/>
                  <p:nvPr/>
                </p:nvSpPr>
                <p:spPr>
                  <a:xfrm>
                    <a:off x="9864350" y="554451"/>
                    <a:ext cx="770266" cy="2550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oMath>
                      </m:oMathPara>
                    </a14:m>
                    <a:endParaRPr lang="en-NL" sz="90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133" name="TextBox 1132">
                    <a:extLst>
                      <a:ext uri="{FF2B5EF4-FFF2-40B4-BE49-F238E27FC236}">
                        <a16:creationId xmlns:a16="http://schemas.microsoft.com/office/drawing/2014/main" id="{B7EE5F6E-F057-4A54-3582-51357EA879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64350" y="554451"/>
                    <a:ext cx="770266" cy="25509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8B1BECB1-5BA0-001A-D232-B8AB976FF77B}"/>
                </a:ext>
              </a:extLst>
            </p:cNvPr>
            <p:cNvSpPr/>
            <p:nvPr/>
          </p:nvSpPr>
          <p:spPr>
            <a:xfrm>
              <a:off x="9564808" y="3628691"/>
              <a:ext cx="594290" cy="346950"/>
            </a:xfrm>
            <a:custGeom>
              <a:avLst/>
              <a:gdLst>
                <a:gd name="connsiteX0" fmla="*/ 0 w 1094098"/>
                <a:gd name="connsiteY0" fmla="*/ 346733 h 346950"/>
                <a:gd name="connsiteX1" fmla="*/ 286512 w 1094098"/>
                <a:gd name="connsiteY1" fmla="*/ 285773 h 346950"/>
                <a:gd name="connsiteX2" fmla="*/ 451104 w 1094098"/>
                <a:gd name="connsiteY2" fmla="*/ 11453 h 346950"/>
                <a:gd name="connsiteX3" fmla="*/ 573024 w 1094098"/>
                <a:gd name="connsiteY3" fmla="*/ 78509 h 346950"/>
                <a:gd name="connsiteX4" fmla="*/ 804672 w 1094098"/>
                <a:gd name="connsiteY4" fmla="*/ 322349 h 346950"/>
                <a:gd name="connsiteX5" fmla="*/ 1066800 w 1094098"/>
                <a:gd name="connsiteY5" fmla="*/ 340637 h 346950"/>
                <a:gd name="connsiteX6" fmla="*/ 1072896 w 1094098"/>
                <a:gd name="connsiteY6" fmla="*/ 340637 h 346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94098" h="346950">
                  <a:moveTo>
                    <a:pt x="0" y="346733"/>
                  </a:moveTo>
                  <a:cubicBezTo>
                    <a:pt x="105664" y="344193"/>
                    <a:pt x="211328" y="341653"/>
                    <a:pt x="286512" y="285773"/>
                  </a:cubicBezTo>
                  <a:cubicBezTo>
                    <a:pt x="361696" y="229893"/>
                    <a:pt x="403352" y="45997"/>
                    <a:pt x="451104" y="11453"/>
                  </a:cubicBezTo>
                  <a:cubicBezTo>
                    <a:pt x="498856" y="-23091"/>
                    <a:pt x="514096" y="26693"/>
                    <a:pt x="573024" y="78509"/>
                  </a:cubicBezTo>
                  <a:cubicBezTo>
                    <a:pt x="631952" y="130325"/>
                    <a:pt x="722376" y="278661"/>
                    <a:pt x="804672" y="322349"/>
                  </a:cubicBezTo>
                  <a:cubicBezTo>
                    <a:pt x="886968" y="366037"/>
                    <a:pt x="1022096" y="337589"/>
                    <a:pt x="1066800" y="340637"/>
                  </a:cubicBezTo>
                  <a:cubicBezTo>
                    <a:pt x="1111504" y="343685"/>
                    <a:pt x="1092200" y="342161"/>
                    <a:pt x="1072896" y="340637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36" name="TextBox 1135">
            <a:extLst>
              <a:ext uri="{FF2B5EF4-FFF2-40B4-BE49-F238E27FC236}">
                <a16:creationId xmlns:a16="http://schemas.microsoft.com/office/drawing/2014/main" id="{CAF903D5-80B1-AB05-EAFA-476C2FCF2C2B}"/>
              </a:ext>
            </a:extLst>
          </p:cNvPr>
          <p:cNvSpPr txBox="1"/>
          <p:nvPr/>
        </p:nvSpPr>
        <p:spPr>
          <a:xfrm>
            <a:off x="9609131" y="3602622"/>
            <a:ext cx="613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endParaRPr lang="en-NL" sz="3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kstvak 23">
            <a:extLst>
              <a:ext uri="{FF2B5EF4-FFF2-40B4-BE49-F238E27FC236}">
                <a16:creationId xmlns:a16="http://schemas.microsoft.com/office/drawing/2014/main" id="{2F3DFEF0-4A83-1C77-1E80-F7327F63D6AC}"/>
              </a:ext>
            </a:extLst>
          </p:cNvPr>
          <p:cNvSpPr txBox="1"/>
          <p:nvPr/>
        </p:nvSpPr>
        <p:spPr>
          <a:xfrm>
            <a:off x="6568253" y="2872924"/>
            <a:ext cx="1735011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MS1</a:t>
            </a:r>
          </a:p>
        </p:txBody>
      </p:sp>
      <p:sp>
        <p:nvSpPr>
          <p:cNvPr id="54" name="Tekstvak 23">
            <a:extLst>
              <a:ext uri="{FF2B5EF4-FFF2-40B4-BE49-F238E27FC236}">
                <a16:creationId xmlns:a16="http://schemas.microsoft.com/office/drawing/2014/main" id="{3F1B127E-0347-27EE-B244-78D08B8A8952}"/>
              </a:ext>
            </a:extLst>
          </p:cNvPr>
          <p:cNvSpPr txBox="1"/>
          <p:nvPr/>
        </p:nvSpPr>
        <p:spPr>
          <a:xfrm>
            <a:off x="9994725" y="2872924"/>
            <a:ext cx="1735011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MS2</a:t>
            </a:r>
          </a:p>
        </p:txBody>
      </p:sp>
      <p:sp>
        <p:nvSpPr>
          <p:cNvPr id="55" name="Tekstvak 23">
            <a:extLst>
              <a:ext uri="{FF2B5EF4-FFF2-40B4-BE49-F238E27FC236}">
                <a16:creationId xmlns:a16="http://schemas.microsoft.com/office/drawing/2014/main" id="{39C56C67-3870-5342-EB4C-54B6EB12A9BC}"/>
              </a:ext>
            </a:extLst>
          </p:cNvPr>
          <p:cNvSpPr txBox="1"/>
          <p:nvPr/>
        </p:nvSpPr>
        <p:spPr>
          <a:xfrm>
            <a:off x="377109" y="2872924"/>
            <a:ext cx="784346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peptides</a:t>
            </a:r>
          </a:p>
        </p:txBody>
      </p:sp>
      <p:pic>
        <p:nvPicPr>
          <p:cNvPr id="50" name="Picture 49" descr="Chart, box and whisker chart&#10;&#10;Description automatically generated">
            <a:extLst>
              <a:ext uri="{FF2B5EF4-FFF2-40B4-BE49-F238E27FC236}">
                <a16:creationId xmlns:a16="http://schemas.microsoft.com/office/drawing/2014/main" id="{A740680F-901C-9825-C5C2-F52BE28087E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757" y="4477480"/>
            <a:ext cx="2002772" cy="1001386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47F19B89-80C1-479B-5960-9E1848C1A06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6967" y="4336391"/>
            <a:ext cx="2165310" cy="1281159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E91F28B9-5A1D-B04E-61F3-7761A1361DA8}"/>
              </a:ext>
            </a:extLst>
          </p:cNvPr>
          <p:cNvSpPr txBox="1"/>
          <p:nvPr/>
        </p:nvSpPr>
        <p:spPr>
          <a:xfrm>
            <a:off x="655320" y="3886288"/>
            <a:ext cx="5032806" cy="7383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457200"/>
            <a:r>
              <a:rPr lang="nl-NL" sz="2000" b="1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silico</a:t>
            </a:r>
          </a:p>
        </p:txBody>
      </p:sp>
      <p:sp>
        <p:nvSpPr>
          <p:cNvPr id="111" name="Tekstvak 16">
            <a:extLst>
              <a:ext uri="{FF2B5EF4-FFF2-40B4-BE49-F238E27FC236}">
                <a16:creationId xmlns:a16="http://schemas.microsoft.com/office/drawing/2014/main" id="{D06D4146-2E5F-FDD5-4521-075712B0EBC3}"/>
              </a:ext>
            </a:extLst>
          </p:cNvPr>
          <p:cNvSpPr txBox="1"/>
          <p:nvPr/>
        </p:nvSpPr>
        <p:spPr>
          <a:xfrm>
            <a:off x="10389813" y="5508080"/>
            <a:ext cx="1595266" cy="453797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theoretical </a:t>
            </a:r>
          </a:p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spectra</a:t>
            </a:r>
          </a:p>
        </p:txBody>
      </p:sp>
      <p:cxnSp>
        <p:nvCxnSpPr>
          <p:cNvPr id="112" name="Rechte verbindingslijn met pijl 6">
            <a:extLst>
              <a:ext uri="{FF2B5EF4-FFF2-40B4-BE49-F238E27FC236}">
                <a16:creationId xmlns:a16="http://schemas.microsoft.com/office/drawing/2014/main" id="{C9340C80-324B-77E3-601D-94221215245D}"/>
              </a:ext>
            </a:extLst>
          </p:cNvPr>
          <p:cNvCxnSpPr>
            <a:cxnSpLocks/>
          </p:cNvCxnSpPr>
          <p:nvPr/>
        </p:nvCxnSpPr>
        <p:spPr>
          <a:xfrm>
            <a:off x="5397177" y="4988384"/>
            <a:ext cx="86138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8D4BC254-DC03-465D-12C5-A2C6BE168A5D}"/>
              </a:ext>
            </a:extLst>
          </p:cNvPr>
          <p:cNvSpPr txBox="1"/>
          <p:nvPr/>
        </p:nvSpPr>
        <p:spPr>
          <a:xfrm>
            <a:off x="7410528" y="5442906"/>
            <a:ext cx="525871" cy="13034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457200"/>
            <a:r>
              <a:rPr lang="nl-NL" sz="400">
                <a:solidFill>
                  <a:srgbClr val="1B29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m/z</a:t>
            </a:r>
          </a:p>
        </p:txBody>
      </p:sp>
      <p:sp>
        <p:nvSpPr>
          <p:cNvPr id="116" name="Tekstvak 4">
            <a:extLst>
              <a:ext uri="{FF2B5EF4-FFF2-40B4-BE49-F238E27FC236}">
                <a16:creationId xmlns:a16="http://schemas.microsoft.com/office/drawing/2014/main" id="{9F9BEBDB-77AC-F720-921E-C1409C377C9E}"/>
              </a:ext>
            </a:extLst>
          </p:cNvPr>
          <p:cNvSpPr txBox="1"/>
          <p:nvPr/>
        </p:nvSpPr>
        <p:spPr>
          <a:xfrm>
            <a:off x="6770688" y="5508965"/>
            <a:ext cx="1404283" cy="453797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precursor mass </a:t>
            </a:r>
          </a:p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(and isotopic distribution)</a:t>
            </a:r>
          </a:p>
        </p:txBody>
      </p:sp>
      <p:sp>
        <p:nvSpPr>
          <p:cNvPr id="118" name="Tekstvak 25">
            <a:extLst>
              <a:ext uri="{FF2B5EF4-FFF2-40B4-BE49-F238E27FC236}">
                <a16:creationId xmlns:a16="http://schemas.microsoft.com/office/drawing/2014/main" id="{4B069974-F224-ED53-3F5E-5A0C6AB71989}"/>
              </a:ext>
            </a:extLst>
          </p:cNvPr>
          <p:cNvSpPr txBox="1"/>
          <p:nvPr/>
        </p:nvSpPr>
        <p:spPr>
          <a:xfrm>
            <a:off x="5210841" y="4534435"/>
            <a:ext cx="1172356" cy="907897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 </a:t>
            </a:r>
          </a:p>
          <a:p>
            <a:pPr algn="ctr"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mass</a:t>
            </a:r>
          </a:p>
        </p:txBody>
      </p:sp>
      <p:cxnSp>
        <p:nvCxnSpPr>
          <p:cNvPr id="125" name="Rechte verbindingslijn met pijl 6">
            <a:extLst>
              <a:ext uri="{FF2B5EF4-FFF2-40B4-BE49-F238E27FC236}">
                <a16:creationId xmlns:a16="http://schemas.microsoft.com/office/drawing/2014/main" id="{CE221C06-F227-0870-8C09-E6716EE06447}"/>
              </a:ext>
            </a:extLst>
          </p:cNvPr>
          <p:cNvCxnSpPr>
            <a:cxnSpLocks/>
          </p:cNvCxnSpPr>
          <p:nvPr/>
        </p:nvCxnSpPr>
        <p:spPr>
          <a:xfrm>
            <a:off x="3195178" y="4987264"/>
            <a:ext cx="132520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Rechte verbindingslijn met pijl 6">
            <a:extLst>
              <a:ext uri="{FF2B5EF4-FFF2-40B4-BE49-F238E27FC236}">
                <a16:creationId xmlns:a16="http://schemas.microsoft.com/office/drawing/2014/main" id="{20CAB8FB-7009-3445-DBB5-410DCBD71528}"/>
              </a:ext>
            </a:extLst>
          </p:cNvPr>
          <p:cNvCxnSpPr>
            <a:cxnSpLocks/>
          </p:cNvCxnSpPr>
          <p:nvPr/>
        </p:nvCxnSpPr>
        <p:spPr>
          <a:xfrm>
            <a:off x="1286066" y="4969923"/>
            <a:ext cx="93710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Rechte verbindingslijn met pijl 10">
            <a:extLst>
              <a:ext uri="{FF2B5EF4-FFF2-40B4-BE49-F238E27FC236}">
                <a16:creationId xmlns:a16="http://schemas.microsoft.com/office/drawing/2014/main" id="{B174028A-3C14-66B7-A26B-1BD1ACEE3256}"/>
              </a:ext>
            </a:extLst>
          </p:cNvPr>
          <p:cNvCxnSpPr>
            <a:cxnSpLocks/>
          </p:cNvCxnSpPr>
          <p:nvPr/>
        </p:nvCxnSpPr>
        <p:spPr>
          <a:xfrm>
            <a:off x="8542277" y="5007451"/>
            <a:ext cx="1372480" cy="12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Rectangle 130">
            <a:extLst>
              <a:ext uri="{FF2B5EF4-FFF2-40B4-BE49-F238E27FC236}">
                <a16:creationId xmlns:a16="http://schemas.microsoft.com/office/drawing/2014/main" id="{0ADB616E-B774-C825-A9E5-E398B3492548}"/>
              </a:ext>
            </a:extLst>
          </p:cNvPr>
          <p:cNvSpPr/>
          <p:nvPr/>
        </p:nvSpPr>
        <p:spPr>
          <a:xfrm>
            <a:off x="8334579" y="4565448"/>
            <a:ext cx="1774589" cy="792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457200">
              <a:lnSpc>
                <a:spcPct val="150000"/>
              </a:lnSpc>
            </a:pPr>
            <a:r>
              <a:rPr lang="nl-BE" sz="1600" b="1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silico</a:t>
            </a:r>
          </a:p>
          <a:p>
            <a:pPr lvl="0" algn="ctr"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MS/MS</a:t>
            </a:r>
          </a:p>
        </p:txBody>
      </p:sp>
      <p:pic>
        <p:nvPicPr>
          <p:cNvPr id="159" name="Graphic 158">
            <a:extLst>
              <a:ext uri="{FF2B5EF4-FFF2-40B4-BE49-F238E27FC236}">
                <a16:creationId xmlns:a16="http://schemas.microsoft.com/office/drawing/2014/main" id="{E8BB0A2B-4931-237A-A431-79B8B26A3C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19740" y="5472456"/>
            <a:ext cx="697999" cy="697999"/>
          </a:xfrm>
          <a:prstGeom prst="rect">
            <a:avLst/>
          </a:prstGeom>
          <a:effectLst>
            <a:glow rad="101600">
              <a:srgbClr val="FF0000">
                <a:alpha val="60000"/>
              </a:srgbClr>
            </a:glow>
          </a:effec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8B8F0DCE-0F07-4F48-8A5D-FF49A00125BF}"/>
              </a:ext>
            </a:extLst>
          </p:cNvPr>
          <p:cNvGrpSpPr/>
          <p:nvPr/>
        </p:nvGrpSpPr>
        <p:grpSpPr>
          <a:xfrm>
            <a:off x="2441681" y="4453663"/>
            <a:ext cx="533601" cy="907898"/>
            <a:chOff x="2343331" y="3994261"/>
            <a:chExt cx="719588" cy="1224347"/>
          </a:xfrm>
        </p:grpSpPr>
        <p:grpSp>
          <p:nvGrpSpPr>
            <p:cNvPr id="11" name="Graphic 2" descr="Database with solid fill">
              <a:extLst>
                <a:ext uri="{FF2B5EF4-FFF2-40B4-BE49-F238E27FC236}">
                  <a16:creationId xmlns:a16="http://schemas.microsoft.com/office/drawing/2014/main" id="{C8864D15-AD9F-C453-BE25-7C9DD3FA8723}"/>
                </a:ext>
              </a:extLst>
            </p:cNvPr>
            <p:cNvGrpSpPr/>
            <p:nvPr/>
          </p:nvGrpSpPr>
          <p:grpSpPr>
            <a:xfrm>
              <a:off x="2343331" y="3994261"/>
              <a:ext cx="719588" cy="976585"/>
              <a:chOff x="2383192" y="4518082"/>
              <a:chExt cx="719588" cy="976585"/>
            </a:xfrm>
            <a:solidFill>
              <a:schemeClr val="bg1">
                <a:lumMod val="75000"/>
              </a:schemeClr>
            </a:solidFill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AFA46C65-9CE6-0BDC-3278-4340FC2B2A41}"/>
                  </a:ext>
                </a:extLst>
              </p:cNvPr>
              <p:cNvSpPr/>
              <p:nvPr/>
            </p:nvSpPr>
            <p:spPr>
              <a:xfrm>
                <a:off x="2383192" y="4518082"/>
                <a:ext cx="719588" cy="205596"/>
              </a:xfrm>
              <a:custGeom>
                <a:avLst/>
                <a:gdLst>
                  <a:gd name="connsiteX0" fmla="*/ 719588 w 719588"/>
                  <a:gd name="connsiteY0" fmla="*/ 102798 h 205596"/>
                  <a:gd name="connsiteX1" fmla="*/ 359794 w 719588"/>
                  <a:gd name="connsiteY1" fmla="*/ 205597 h 205596"/>
                  <a:gd name="connsiteX2" fmla="*/ 0 w 719588"/>
                  <a:gd name="connsiteY2" fmla="*/ 102798 h 205596"/>
                  <a:gd name="connsiteX3" fmla="*/ 359794 w 719588"/>
                  <a:gd name="connsiteY3" fmla="*/ 0 h 205596"/>
                  <a:gd name="connsiteX4" fmla="*/ 719588 w 719588"/>
                  <a:gd name="connsiteY4" fmla="*/ 102798 h 205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588" h="205596">
                    <a:moveTo>
                      <a:pt x="719588" y="102798"/>
                    </a:moveTo>
                    <a:cubicBezTo>
                      <a:pt x="719588" y="159572"/>
                      <a:pt x="558503" y="205597"/>
                      <a:pt x="359794" y="205597"/>
                    </a:cubicBezTo>
                    <a:cubicBezTo>
                      <a:pt x="161085" y="205597"/>
                      <a:pt x="0" y="159572"/>
                      <a:pt x="0" y="102798"/>
                    </a:cubicBezTo>
                    <a:cubicBezTo>
                      <a:pt x="0" y="46024"/>
                      <a:pt x="161085" y="0"/>
                      <a:pt x="359794" y="0"/>
                    </a:cubicBezTo>
                    <a:cubicBezTo>
                      <a:pt x="558503" y="0"/>
                      <a:pt x="719588" y="46024"/>
                      <a:pt x="719588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5FE53BB4-F434-37AF-A309-9382FB04EBF1}"/>
                  </a:ext>
                </a:extLst>
              </p:cNvPr>
              <p:cNvSpPr/>
              <p:nvPr/>
            </p:nvSpPr>
            <p:spPr>
              <a:xfrm>
                <a:off x="2383192" y="4672279"/>
                <a:ext cx="719588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sz="90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m/z</a:t>
                </a:r>
                <a:endParaRPr lang="en-NL" sz="90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Freeform: Shape 13">
                    <a:extLst>
                      <a:ext uri="{FF2B5EF4-FFF2-40B4-BE49-F238E27FC236}">
                        <a16:creationId xmlns:a16="http://schemas.microsoft.com/office/drawing/2014/main" id="{EA666AAF-C9A2-4821-75A5-F28778BE7E12}"/>
                      </a:ext>
                    </a:extLst>
                  </p:cNvPr>
                  <p:cNvSpPr/>
                  <p:nvPr/>
                </p:nvSpPr>
                <p:spPr>
                  <a:xfrm>
                    <a:off x="2383192" y="4929276"/>
                    <a:ext cx="719588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solidFill>
                    <a:srgbClr val="763737"/>
                  </a:solidFill>
                  <a:ln w="1279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oMath>
                      </m:oMathPara>
                    </a14:m>
                    <a:endParaRPr lang="en-NL" sz="90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4" name="Freeform: Shape 13">
                    <a:extLst>
                      <a:ext uri="{FF2B5EF4-FFF2-40B4-BE49-F238E27FC236}">
                        <a16:creationId xmlns:a16="http://schemas.microsoft.com/office/drawing/2014/main" id="{EA666AAF-C9A2-4821-75A5-F28778BE7E1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3192" y="4929276"/>
                    <a:ext cx="719588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blipFill>
                    <a:blip r:embed="rId13"/>
                    <a:stretch>
                      <a:fillRect/>
                    </a:stretch>
                  </a:blipFill>
                  <a:ln w="1279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FAC3CBF8-8C66-D485-73D8-E6142925CA88}"/>
                  </a:ext>
                </a:extLst>
              </p:cNvPr>
              <p:cNvSpPr/>
              <p:nvPr/>
            </p:nvSpPr>
            <p:spPr>
              <a:xfrm>
                <a:off x="2383192" y="5186272"/>
                <a:ext cx="719588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4749BBF-4D96-DADD-026C-D40C5D500429}"/>
                </a:ext>
              </a:extLst>
            </p:cNvPr>
            <p:cNvSpPr/>
            <p:nvPr/>
          </p:nvSpPr>
          <p:spPr>
            <a:xfrm>
              <a:off x="2343331" y="4910213"/>
              <a:ext cx="719588" cy="308395"/>
            </a:xfrm>
            <a:custGeom>
              <a:avLst/>
              <a:gdLst>
                <a:gd name="connsiteX0" fmla="*/ 616790 w 719588"/>
                <a:gd name="connsiteY0" fmla="*/ 205597 h 308395"/>
                <a:gd name="connsiteX1" fmla="*/ 591090 w 719588"/>
                <a:gd name="connsiteY1" fmla="*/ 179897 h 308395"/>
                <a:gd name="connsiteX2" fmla="*/ 616790 w 719588"/>
                <a:gd name="connsiteY2" fmla="*/ 154198 h 308395"/>
                <a:gd name="connsiteX3" fmla="*/ 642490 w 719588"/>
                <a:gd name="connsiteY3" fmla="*/ 179897 h 308395"/>
                <a:gd name="connsiteX4" fmla="*/ 616790 w 719588"/>
                <a:gd name="connsiteY4" fmla="*/ 205597 h 308395"/>
                <a:gd name="connsiteX5" fmla="*/ 359794 w 719588"/>
                <a:gd name="connsiteY5" fmla="*/ 102798 h 308395"/>
                <a:gd name="connsiteX6" fmla="*/ 0 w 719588"/>
                <a:gd name="connsiteY6" fmla="*/ 0 h 308395"/>
                <a:gd name="connsiteX7" fmla="*/ 0 w 719588"/>
                <a:gd name="connsiteY7" fmla="*/ 205597 h 308395"/>
                <a:gd name="connsiteX8" fmla="*/ 359794 w 719588"/>
                <a:gd name="connsiteY8" fmla="*/ 308395 h 308395"/>
                <a:gd name="connsiteX9" fmla="*/ 719588 w 719588"/>
                <a:gd name="connsiteY9" fmla="*/ 205597 h 308395"/>
                <a:gd name="connsiteX10" fmla="*/ 719588 w 719588"/>
                <a:gd name="connsiteY10" fmla="*/ 0 h 308395"/>
                <a:gd name="connsiteX11" fmla="*/ 359794 w 719588"/>
                <a:gd name="connsiteY11" fmla="*/ 102798 h 308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9588" h="308395">
                  <a:moveTo>
                    <a:pt x="616790" y="205597"/>
                  </a:moveTo>
                  <a:cubicBezTo>
                    <a:pt x="601370" y="205597"/>
                    <a:pt x="591090" y="195317"/>
                    <a:pt x="591090" y="179897"/>
                  </a:cubicBezTo>
                  <a:cubicBezTo>
                    <a:pt x="591090" y="164477"/>
                    <a:pt x="601370" y="154198"/>
                    <a:pt x="616790" y="154198"/>
                  </a:cubicBezTo>
                  <a:cubicBezTo>
                    <a:pt x="632210" y="154198"/>
                    <a:pt x="642490" y="164477"/>
                    <a:pt x="642490" y="179897"/>
                  </a:cubicBezTo>
                  <a:cubicBezTo>
                    <a:pt x="642490" y="195317"/>
                    <a:pt x="632210" y="205597"/>
                    <a:pt x="616790" y="205597"/>
                  </a:cubicBezTo>
                  <a:close/>
                  <a:moveTo>
                    <a:pt x="359794" y="102798"/>
                  </a:moveTo>
                  <a:cubicBezTo>
                    <a:pt x="161907" y="102798"/>
                    <a:pt x="0" y="56539"/>
                    <a:pt x="0" y="0"/>
                  </a:cubicBezTo>
                  <a:lnTo>
                    <a:pt x="0" y="205597"/>
                  </a:lnTo>
                  <a:cubicBezTo>
                    <a:pt x="0" y="262136"/>
                    <a:pt x="161907" y="308395"/>
                    <a:pt x="359794" y="308395"/>
                  </a:cubicBezTo>
                  <a:cubicBezTo>
                    <a:pt x="557681" y="308395"/>
                    <a:pt x="719588" y="262136"/>
                    <a:pt x="719588" y="205597"/>
                  </a:cubicBezTo>
                  <a:lnTo>
                    <a:pt x="719588" y="0"/>
                  </a:lnTo>
                  <a:cubicBezTo>
                    <a:pt x="719588" y="56539"/>
                    <a:pt x="557681" y="102798"/>
                    <a:pt x="359794" y="102798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27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34E0CCA-6FA1-B727-869C-D79F6D00DBC3}"/>
              </a:ext>
            </a:extLst>
          </p:cNvPr>
          <p:cNvGrpSpPr/>
          <p:nvPr/>
        </p:nvGrpSpPr>
        <p:grpSpPr>
          <a:xfrm>
            <a:off x="584355" y="4453663"/>
            <a:ext cx="533601" cy="907898"/>
            <a:chOff x="1701298" y="3994261"/>
            <a:chExt cx="719588" cy="1224347"/>
          </a:xfrm>
        </p:grpSpPr>
        <p:grpSp>
          <p:nvGrpSpPr>
            <p:cNvPr id="21" name="Graphic 2" descr="Database with solid fill">
              <a:extLst>
                <a:ext uri="{FF2B5EF4-FFF2-40B4-BE49-F238E27FC236}">
                  <a16:creationId xmlns:a16="http://schemas.microsoft.com/office/drawing/2014/main" id="{2683FEAF-C62A-5E80-1EA6-FB2AE885F03B}"/>
                </a:ext>
              </a:extLst>
            </p:cNvPr>
            <p:cNvGrpSpPr/>
            <p:nvPr/>
          </p:nvGrpSpPr>
          <p:grpSpPr>
            <a:xfrm>
              <a:off x="1701298" y="3994261"/>
              <a:ext cx="719588" cy="976585"/>
              <a:chOff x="1741159" y="4518082"/>
              <a:chExt cx="719588" cy="976585"/>
            </a:xfrm>
            <a:solidFill>
              <a:schemeClr val="bg1">
                <a:lumMod val="75000"/>
              </a:schemeClr>
            </a:solidFill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0DB6C09-80BD-0449-568A-E816061627AB}"/>
                  </a:ext>
                </a:extLst>
              </p:cNvPr>
              <p:cNvSpPr/>
              <p:nvPr/>
            </p:nvSpPr>
            <p:spPr>
              <a:xfrm>
                <a:off x="1741159" y="4518082"/>
                <a:ext cx="719588" cy="205596"/>
              </a:xfrm>
              <a:custGeom>
                <a:avLst/>
                <a:gdLst>
                  <a:gd name="connsiteX0" fmla="*/ 719588 w 719588"/>
                  <a:gd name="connsiteY0" fmla="*/ 102798 h 205596"/>
                  <a:gd name="connsiteX1" fmla="*/ 359794 w 719588"/>
                  <a:gd name="connsiteY1" fmla="*/ 205597 h 205596"/>
                  <a:gd name="connsiteX2" fmla="*/ 0 w 719588"/>
                  <a:gd name="connsiteY2" fmla="*/ 102798 h 205596"/>
                  <a:gd name="connsiteX3" fmla="*/ 359794 w 719588"/>
                  <a:gd name="connsiteY3" fmla="*/ 0 h 205596"/>
                  <a:gd name="connsiteX4" fmla="*/ 719588 w 719588"/>
                  <a:gd name="connsiteY4" fmla="*/ 102798 h 205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588" h="205596">
                    <a:moveTo>
                      <a:pt x="719588" y="102798"/>
                    </a:moveTo>
                    <a:cubicBezTo>
                      <a:pt x="719588" y="159572"/>
                      <a:pt x="558503" y="205597"/>
                      <a:pt x="359794" y="205597"/>
                    </a:cubicBezTo>
                    <a:cubicBezTo>
                      <a:pt x="161085" y="205597"/>
                      <a:pt x="0" y="159572"/>
                      <a:pt x="0" y="102798"/>
                    </a:cubicBezTo>
                    <a:cubicBezTo>
                      <a:pt x="0" y="46024"/>
                      <a:pt x="161085" y="0"/>
                      <a:pt x="359794" y="0"/>
                    </a:cubicBezTo>
                    <a:cubicBezTo>
                      <a:pt x="558503" y="0"/>
                      <a:pt x="719588" y="46024"/>
                      <a:pt x="719588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4113139-146A-769F-9847-7CFE55AE06FB}"/>
                  </a:ext>
                </a:extLst>
              </p:cNvPr>
              <p:cNvSpPr/>
              <p:nvPr/>
            </p:nvSpPr>
            <p:spPr>
              <a:xfrm>
                <a:off x="1741159" y="4672279"/>
                <a:ext cx="719588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sz="90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m/z</a:t>
                </a:r>
                <a:endParaRPr lang="en-NL" sz="90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5A1626E-D8A1-5B19-1D6F-3ADE045B70D7}"/>
                  </a:ext>
                </a:extLst>
              </p:cNvPr>
              <p:cNvSpPr/>
              <p:nvPr/>
            </p:nvSpPr>
            <p:spPr>
              <a:xfrm>
                <a:off x="1741159" y="4929276"/>
                <a:ext cx="719588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FB56BAD4-1CA0-ABBE-AE4E-8DB6F58CB611}"/>
                  </a:ext>
                </a:extLst>
              </p:cNvPr>
              <p:cNvSpPr/>
              <p:nvPr/>
            </p:nvSpPr>
            <p:spPr>
              <a:xfrm>
                <a:off x="1741159" y="5186272"/>
                <a:ext cx="719588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0005DB-0355-30F0-FC2C-6293BB7BCFE2}"/>
                </a:ext>
              </a:extLst>
            </p:cNvPr>
            <p:cNvSpPr/>
            <p:nvPr/>
          </p:nvSpPr>
          <p:spPr>
            <a:xfrm>
              <a:off x="1701298" y="4910213"/>
              <a:ext cx="719588" cy="308395"/>
            </a:xfrm>
            <a:custGeom>
              <a:avLst/>
              <a:gdLst>
                <a:gd name="connsiteX0" fmla="*/ 616790 w 719588"/>
                <a:gd name="connsiteY0" fmla="*/ 205597 h 308395"/>
                <a:gd name="connsiteX1" fmla="*/ 591090 w 719588"/>
                <a:gd name="connsiteY1" fmla="*/ 179897 h 308395"/>
                <a:gd name="connsiteX2" fmla="*/ 616790 w 719588"/>
                <a:gd name="connsiteY2" fmla="*/ 154198 h 308395"/>
                <a:gd name="connsiteX3" fmla="*/ 642490 w 719588"/>
                <a:gd name="connsiteY3" fmla="*/ 179897 h 308395"/>
                <a:gd name="connsiteX4" fmla="*/ 616790 w 719588"/>
                <a:gd name="connsiteY4" fmla="*/ 205597 h 308395"/>
                <a:gd name="connsiteX5" fmla="*/ 359794 w 719588"/>
                <a:gd name="connsiteY5" fmla="*/ 102798 h 308395"/>
                <a:gd name="connsiteX6" fmla="*/ 0 w 719588"/>
                <a:gd name="connsiteY6" fmla="*/ 0 h 308395"/>
                <a:gd name="connsiteX7" fmla="*/ 0 w 719588"/>
                <a:gd name="connsiteY7" fmla="*/ 205597 h 308395"/>
                <a:gd name="connsiteX8" fmla="*/ 359794 w 719588"/>
                <a:gd name="connsiteY8" fmla="*/ 308395 h 308395"/>
                <a:gd name="connsiteX9" fmla="*/ 719588 w 719588"/>
                <a:gd name="connsiteY9" fmla="*/ 205597 h 308395"/>
                <a:gd name="connsiteX10" fmla="*/ 719588 w 719588"/>
                <a:gd name="connsiteY10" fmla="*/ 0 h 308395"/>
                <a:gd name="connsiteX11" fmla="*/ 359794 w 719588"/>
                <a:gd name="connsiteY11" fmla="*/ 102798 h 308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9588" h="308395">
                  <a:moveTo>
                    <a:pt x="616790" y="205597"/>
                  </a:moveTo>
                  <a:cubicBezTo>
                    <a:pt x="601370" y="205597"/>
                    <a:pt x="591090" y="195317"/>
                    <a:pt x="591090" y="179897"/>
                  </a:cubicBezTo>
                  <a:cubicBezTo>
                    <a:pt x="591090" y="164477"/>
                    <a:pt x="601370" y="154198"/>
                    <a:pt x="616790" y="154198"/>
                  </a:cubicBezTo>
                  <a:cubicBezTo>
                    <a:pt x="632210" y="154198"/>
                    <a:pt x="642490" y="164477"/>
                    <a:pt x="642490" y="179897"/>
                  </a:cubicBezTo>
                  <a:cubicBezTo>
                    <a:pt x="642490" y="195317"/>
                    <a:pt x="632210" y="205597"/>
                    <a:pt x="616790" y="205597"/>
                  </a:cubicBezTo>
                  <a:close/>
                  <a:moveTo>
                    <a:pt x="359794" y="102798"/>
                  </a:moveTo>
                  <a:cubicBezTo>
                    <a:pt x="161907" y="102798"/>
                    <a:pt x="0" y="56539"/>
                    <a:pt x="0" y="0"/>
                  </a:cubicBezTo>
                  <a:lnTo>
                    <a:pt x="0" y="205597"/>
                  </a:lnTo>
                  <a:cubicBezTo>
                    <a:pt x="0" y="262136"/>
                    <a:pt x="161907" y="308395"/>
                    <a:pt x="359794" y="308395"/>
                  </a:cubicBezTo>
                  <a:cubicBezTo>
                    <a:pt x="557681" y="308395"/>
                    <a:pt x="719588" y="262136"/>
                    <a:pt x="719588" y="205597"/>
                  </a:cubicBezTo>
                  <a:lnTo>
                    <a:pt x="719588" y="0"/>
                  </a:lnTo>
                  <a:cubicBezTo>
                    <a:pt x="719588" y="56539"/>
                    <a:pt x="557681" y="102798"/>
                    <a:pt x="359794" y="102798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27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0BDD4C8-5B2A-FC5D-71AB-6A02246071EE}"/>
              </a:ext>
            </a:extLst>
          </p:cNvPr>
          <p:cNvGrpSpPr/>
          <p:nvPr/>
        </p:nvGrpSpPr>
        <p:grpSpPr>
          <a:xfrm>
            <a:off x="4675432" y="4455460"/>
            <a:ext cx="533607" cy="907898"/>
            <a:chOff x="1853932" y="3994261"/>
            <a:chExt cx="719600" cy="1224347"/>
          </a:xfrm>
        </p:grpSpPr>
        <p:grpSp>
          <p:nvGrpSpPr>
            <p:cNvPr id="35" name="Graphic 2" descr="Database with solid fill">
              <a:extLst>
                <a:ext uri="{FF2B5EF4-FFF2-40B4-BE49-F238E27FC236}">
                  <a16:creationId xmlns:a16="http://schemas.microsoft.com/office/drawing/2014/main" id="{ECBE263A-ACD8-47AF-DA31-67F8A3AD4B8E}"/>
                </a:ext>
              </a:extLst>
            </p:cNvPr>
            <p:cNvGrpSpPr/>
            <p:nvPr/>
          </p:nvGrpSpPr>
          <p:grpSpPr>
            <a:xfrm>
              <a:off x="1853932" y="3994261"/>
              <a:ext cx="719600" cy="976585"/>
              <a:chOff x="1893793" y="4518082"/>
              <a:chExt cx="719600" cy="976585"/>
            </a:xfrm>
            <a:solidFill>
              <a:schemeClr val="bg1">
                <a:lumMod val="75000"/>
              </a:schemeClr>
            </a:solidFill>
          </p:grpSpPr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466738C-159E-23C9-AFAB-CB7358F8E6CC}"/>
                  </a:ext>
                </a:extLst>
              </p:cNvPr>
              <p:cNvSpPr/>
              <p:nvPr/>
            </p:nvSpPr>
            <p:spPr>
              <a:xfrm>
                <a:off x="1893793" y="4518082"/>
                <a:ext cx="719594" cy="205596"/>
              </a:xfrm>
              <a:custGeom>
                <a:avLst/>
                <a:gdLst>
                  <a:gd name="connsiteX0" fmla="*/ 719588 w 719588"/>
                  <a:gd name="connsiteY0" fmla="*/ 102798 h 205596"/>
                  <a:gd name="connsiteX1" fmla="*/ 359794 w 719588"/>
                  <a:gd name="connsiteY1" fmla="*/ 205597 h 205596"/>
                  <a:gd name="connsiteX2" fmla="*/ 0 w 719588"/>
                  <a:gd name="connsiteY2" fmla="*/ 102798 h 205596"/>
                  <a:gd name="connsiteX3" fmla="*/ 359794 w 719588"/>
                  <a:gd name="connsiteY3" fmla="*/ 0 h 205596"/>
                  <a:gd name="connsiteX4" fmla="*/ 719588 w 719588"/>
                  <a:gd name="connsiteY4" fmla="*/ 102798 h 205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588" h="205596">
                    <a:moveTo>
                      <a:pt x="719588" y="102798"/>
                    </a:moveTo>
                    <a:cubicBezTo>
                      <a:pt x="719588" y="159572"/>
                      <a:pt x="558503" y="205597"/>
                      <a:pt x="359794" y="205597"/>
                    </a:cubicBezTo>
                    <a:cubicBezTo>
                      <a:pt x="161085" y="205597"/>
                      <a:pt x="0" y="159572"/>
                      <a:pt x="0" y="102798"/>
                    </a:cubicBezTo>
                    <a:cubicBezTo>
                      <a:pt x="0" y="46024"/>
                      <a:pt x="161085" y="0"/>
                      <a:pt x="359794" y="0"/>
                    </a:cubicBezTo>
                    <a:cubicBezTo>
                      <a:pt x="558503" y="0"/>
                      <a:pt x="719588" y="46024"/>
                      <a:pt x="719588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3C9CDC22-DB3A-0762-2AF1-767B0C583B61}"/>
                  </a:ext>
                </a:extLst>
              </p:cNvPr>
              <p:cNvSpPr/>
              <p:nvPr/>
            </p:nvSpPr>
            <p:spPr>
              <a:xfrm>
                <a:off x="1893798" y="4672279"/>
                <a:ext cx="719595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sz="100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m/z</a:t>
                </a:r>
                <a:endParaRPr lang="en-NL" sz="100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Freeform: Shape 38">
                    <a:extLst>
                      <a:ext uri="{FF2B5EF4-FFF2-40B4-BE49-F238E27FC236}">
                        <a16:creationId xmlns:a16="http://schemas.microsoft.com/office/drawing/2014/main" id="{BE86129E-86B3-25E2-45AF-2A7553E3BD52}"/>
                      </a:ext>
                    </a:extLst>
                  </p:cNvPr>
                  <p:cNvSpPr/>
                  <p:nvPr/>
                </p:nvSpPr>
                <p:spPr>
                  <a:xfrm>
                    <a:off x="1893798" y="4929276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solidFill>
                    <a:srgbClr val="763737"/>
                  </a:solidFill>
                  <a:ln w="1279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oMath>
                      </m:oMathPara>
                    </a14:m>
                    <a:endParaRPr lang="en-NL" sz="100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9" name="Freeform: Shape 38">
                    <a:extLst>
                      <a:ext uri="{FF2B5EF4-FFF2-40B4-BE49-F238E27FC236}">
                        <a16:creationId xmlns:a16="http://schemas.microsoft.com/office/drawing/2014/main" id="{BE86129E-86B3-25E2-45AF-2A7553E3BD5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3798" y="4929276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blipFill>
                    <a:blip r:embed="rId14"/>
                    <a:stretch>
                      <a:fillRect/>
                    </a:stretch>
                  </a:blipFill>
                  <a:ln w="1279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Freeform: Shape 39">
                    <a:extLst>
                      <a:ext uri="{FF2B5EF4-FFF2-40B4-BE49-F238E27FC236}">
                        <a16:creationId xmlns:a16="http://schemas.microsoft.com/office/drawing/2014/main" id="{C0D275EE-CF86-99EE-5433-BF652FE1D4DB}"/>
                      </a:ext>
                    </a:extLst>
                  </p:cNvPr>
                  <p:cNvSpPr/>
                  <p:nvPr/>
                </p:nvSpPr>
                <p:spPr>
                  <a:xfrm>
                    <a:off x="1893798" y="5186272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solidFill>
                    <a:srgbClr val="8BAAC9"/>
                  </a:solidFill>
                  <a:ln w="1279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oMath>
                      </m:oMathPara>
                    </a14:m>
                    <a:endParaRPr lang="en-NL" sz="100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40" name="Freeform: Shape 39">
                    <a:extLst>
                      <a:ext uri="{FF2B5EF4-FFF2-40B4-BE49-F238E27FC236}">
                        <a16:creationId xmlns:a16="http://schemas.microsoft.com/office/drawing/2014/main" id="{C0D275EE-CF86-99EE-5433-BF652FE1D4D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3798" y="5186272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blipFill>
                    <a:blip r:embed="rId15"/>
                    <a:stretch>
                      <a:fillRect/>
                    </a:stretch>
                  </a:blipFill>
                  <a:ln w="1279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DC5B542-FDC5-2B86-5E97-D086E54D037C}"/>
                </a:ext>
              </a:extLst>
            </p:cNvPr>
            <p:cNvSpPr/>
            <p:nvPr/>
          </p:nvSpPr>
          <p:spPr>
            <a:xfrm>
              <a:off x="1853937" y="4910213"/>
              <a:ext cx="719595" cy="308395"/>
            </a:xfrm>
            <a:custGeom>
              <a:avLst/>
              <a:gdLst>
                <a:gd name="connsiteX0" fmla="*/ 616790 w 719588"/>
                <a:gd name="connsiteY0" fmla="*/ 205597 h 308395"/>
                <a:gd name="connsiteX1" fmla="*/ 591090 w 719588"/>
                <a:gd name="connsiteY1" fmla="*/ 179897 h 308395"/>
                <a:gd name="connsiteX2" fmla="*/ 616790 w 719588"/>
                <a:gd name="connsiteY2" fmla="*/ 154198 h 308395"/>
                <a:gd name="connsiteX3" fmla="*/ 642490 w 719588"/>
                <a:gd name="connsiteY3" fmla="*/ 179897 h 308395"/>
                <a:gd name="connsiteX4" fmla="*/ 616790 w 719588"/>
                <a:gd name="connsiteY4" fmla="*/ 205597 h 308395"/>
                <a:gd name="connsiteX5" fmla="*/ 359794 w 719588"/>
                <a:gd name="connsiteY5" fmla="*/ 102798 h 308395"/>
                <a:gd name="connsiteX6" fmla="*/ 0 w 719588"/>
                <a:gd name="connsiteY6" fmla="*/ 0 h 308395"/>
                <a:gd name="connsiteX7" fmla="*/ 0 w 719588"/>
                <a:gd name="connsiteY7" fmla="*/ 205597 h 308395"/>
                <a:gd name="connsiteX8" fmla="*/ 359794 w 719588"/>
                <a:gd name="connsiteY8" fmla="*/ 308395 h 308395"/>
                <a:gd name="connsiteX9" fmla="*/ 719588 w 719588"/>
                <a:gd name="connsiteY9" fmla="*/ 205597 h 308395"/>
                <a:gd name="connsiteX10" fmla="*/ 719588 w 719588"/>
                <a:gd name="connsiteY10" fmla="*/ 0 h 308395"/>
                <a:gd name="connsiteX11" fmla="*/ 359794 w 719588"/>
                <a:gd name="connsiteY11" fmla="*/ 102798 h 308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9588" h="308395">
                  <a:moveTo>
                    <a:pt x="616790" y="205597"/>
                  </a:moveTo>
                  <a:cubicBezTo>
                    <a:pt x="601370" y="205597"/>
                    <a:pt x="591090" y="195317"/>
                    <a:pt x="591090" y="179897"/>
                  </a:cubicBezTo>
                  <a:cubicBezTo>
                    <a:pt x="591090" y="164477"/>
                    <a:pt x="601370" y="154198"/>
                    <a:pt x="616790" y="154198"/>
                  </a:cubicBezTo>
                  <a:cubicBezTo>
                    <a:pt x="632210" y="154198"/>
                    <a:pt x="642490" y="164477"/>
                    <a:pt x="642490" y="179897"/>
                  </a:cubicBezTo>
                  <a:cubicBezTo>
                    <a:pt x="642490" y="195317"/>
                    <a:pt x="632210" y="205597"/>
                    <a:pt x="616790" y="205597"/>
                  </a:cubicBezTo>
                  <a:close/>
                  <a:moveTo>
                    <a:pt x="359794" y="102798"/>
                  </a:moveTo>
                  <a:cubicBezTo>
                    <a:pt x="161907" y="102798"/>
                    <a:pt x="0" y="56539"/>
                    <a:pt x="0" y="0"/>
                  </a:cubicBezTo>
                  <a:lnTo>
                    <a:pt x="0" y="205597"/>
                  </a:lnTo>
                  <a:cubicBezTo>
                    <a:pt x="0" y="262136"/>
                    <a:pt x="161907" y="308395"/>
                    <a:pt x="359794" y="308395"/>
                  </a:cubicBezTo>
                  <a:cubicBezTo>
                    <a:pt x="557681" y="308395"/>
                    <a:pt x="719588" y="262136"/>
                    <a:pt x="719588" y="205597"/>
                  </a:cubicBezTo>
                  <a:lnTo>
                    <a:pt x="719588" y="0"/>
                  </a:lnTo>
                  <a:cubicBezTo>
                    <a:pt x="719588" y="56539"/>
                    <a:pt x="557681" y="102798"/>
                    <a:pt x="359794" y="102798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27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7" name="Tekstvak 23">
            <a:extLst>
              <a:ext uri="{FF2B5EF4-FFF2-40B4-BE49-F238E27FC236}">
                <a16:creationId xmlns:a16="http://schemas.microsoft.com/office/drawing/2014/main" id="{6B790CDA-3A99-548C-8B46-896188689E39}"/>
              </a:ext>
            </a:extLst>
          </p:cNvPr>
          <p:cNvSpPr txBox="1"/>
          <p:nvPr/>
        </p:nvSpPr>
        <p:spPr>
          <a:xfrm>
            <a:off x="10266" y="5513171"/>
            <a:ext cx="1735011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fasta </a:t>
            </a:r>
          </a:p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</a:t>
            </a:r>
          </a:p>
        </p:txBody>
      </p:sp>
      <p:pic>
        <p:nvPicPr>
          <p:cNvPr id="141" name="Picture 140" descr="Logo, icon&#10;&#10;Description automatically generated">
            <a:extLst>
              <a:ext uri="{FF2B5EF4-FFF2-40B4-BE49-F238E27FC236}">
                <a16:creationId xmlns:a16="http://schemas.microsoft.com/office/drawing/2014/main" id="{64ABCB2E-318A-F4F9-6D5B-2AF5CB87626E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761" y="5472456"/>
            <a:ext cx="697999" cy="697999"/>
          </a:xfrm>
          <a:prstGeom prst="rect">
            <a:avLst/>
          </a:prstGeom>
          <a:effectLst/>
        </p:spPr>
      </p:pic>
      <p:pic>
        <p:nvPicPr>
          <p:cNvPr id="144" name="Picture 143" descr="Icon, circle&#10;&#10;Description automatically generated">
            <a:extLst>
              <a:ext uri="{FF2B5EF4-FFF2-40B4-BE49-F238E27FC236}">
                <a16:creationId xmlns:a16="http://schemas.microsoft.com/office/drawing/2014/main" id="{FE6F0C73-D956-D9F4-2FAF-DD9542F669DE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689" y="5555288"/>
            <a:ext cx="709854" cy="709854"/>
          </a:xfrm>
          <a:prstGeom prst="rect">
            <a:avLst/>
          </a:prstGeom>
        </p:spPr>
      </p:pic>
      <p:pic>
        <p:nvPicPr>
          <p:cNvPr id="158" name="Picture 157" descr="Diagram&#10;&#10;Description automatically generated">
            <a:extLst>
              <a:ext uri="{FF2B5EF4-FFF2-40B4-BE49-F238E27FC236}">
                <a16:creationId xmlns:a16="http://schemas.microsoft.com/office/drawing/2014/main" id="{4047A2ED-6732-A474-1B0D-8C2BA941FE79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507" y="3464773"/>
            <a:ext cx="601611" cy="6016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kstvak 25">
                <a:extLst>
                  <a:ext uri="{FF2B5EF4-FFF2-40B4-BE49-F238E27FC236}">
                    <a16:creationId xmlns:a16="http://schemas.microsoft.com/office/drawing/2014/main" id="{55CB3CF6-8417-5D9B-8D06-40BA484FF686}"/>
                  </a:ext>
                </a:extLst>
              </p:cNvPr>
              <p:cNvSpPr txBox="1"/>
              <p:nvPr/>
            </p:nvSpPr>
            <p:spPr>
              <a:xfrm>
                <a:off x="1117957" y="4532024"/>
                <a:ext cx="1318096" cy="418923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noAutofit/>
              </a:bodyPr>
              <a:lstStyle/>
              <a:p>
                <a:pPr algn="ctr" defTabSz="457200">
                  <a:lnSpc>
                    <a:spcPct val="150000"/>
                  </a:lnSpc>
                </a:pPr>
                <a:r>
                  <a:rPr lang="nl-BE" sz="1600" b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Predict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endParaRPr lang="nl-BE" sz="16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9" name="Tekstvak 25">
                <a:extLst>
                  <a:ext uri="{FF2B5EF4-FFF2-40B4-BE49-F238E27FC236}">
                    <a16:creationId xmlns:a16="http://schemas.microsoft.com/office/drawing/2014/main" id="{55CB3CF6-8417-5D9B-8D06-40BA484FF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957" y="4532024"/>
                <a:ext cx="1318096" cy="418923"/>
              </a:xfrm>
              <a:prstGeom prst="rect">
                <a:avLst/>
              </a:prstGeom>
              <a:blipFill>
                <a:blip r:embed="rId19"/>
                <a:stretch>
                  <a:fillRect b="-18841"/>
                </a:stretch>
              </a:blipFill>
              <a:effectLst/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ECFFB885-9865-5DAF-FB5C-B390FF1A9748}"/>
              </a:ext>
            </a:extLst>
          </p:cNvPr>
          <p:cNvGrpSpPr/>
          <p:nvPr/>
        </p:nvGrpSpPr>
        <p:grpSpPr>
          <a:xfrm>
            <a:off x="11121456" y="4534654"/>
            <a:ext cx="533607" cy="907898"/>
            <a:chOff x="1853932" y="3994261"/>
            <a:chExt cx="719600" cy="1224347"/>
          </a:xfrm>
        </p:grpSpPr>
        <p:grpSp>
          <p:nvGrpSpPr>
            <p:cNvPr id="65" name="Graphic 2" descr="Database with solid fill">
              <a:extLst>
                <a:ext uri="{FF2B5EF4-FFF2-40B4-BE49-F238E27FC236}">
                  <a16:creationId xmlns:a16="http://schemas.microsoft.com/office/drawing/2014/main" id="{A4661551-4364-8013-5E0D-1019B0018BA8}"/>
                </a:ext>
              </a:extLst>
            </p:cNvPr>
            <p:cNvGrpSpPr/>
            <p:nvPr/>
          </p:nvGrpSpPr>
          <p:grpSpPr>
            <a:xfrm>
              <a:off x="1853932" y="3994261"/>
              <a:ext cx="719600" cy="976585"/>
              <a:chOff x="1893793" y="4518082"/>
              <a:chExt cx="719600" cy="976585"/>
            </a:xfrm>
            <a:solidFill>
              <a:schemeClr val="bg1">
                <a:lumMod val="75000"/>
              </a:schemeClr>
            </a:solidFill>
          </p:grpSpPr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101EC317-DF22-53A9-6E7F-4AA8676667A4}"/>
                  </a:ext>
                </a:extLst>
              </p:cNvPr>
              <p:cNvSpPr/>
              <p:nvPr/>
            </p:nvSpPr>
            <p:spPr>
              <a:xfrm>
                <a:off x="1893793" y="4518082"/>
                <a:ext cx="719594" cy="205596"/>
              </a:xfrm>
              <a:custGeom>
                <a:avLst/>
                <a:gdLst>
                  <a:gd name="connsiteX0" fmla="*/ 719588 w 719588"/>
                  <a:gd name="connsiteY0" fmla="*/ 102798 h 205596"/>
                  <a:gd name="connsiteX1" fmla="*/ 359794 w 719588"/>
                  <a:gd name="connsiteY1" fmla="*/ 205597 h 205596"/>
                  <a:gd name="connsiteX2" fmla="*/ 0 w 719588"/>
                  <a:gd name="connsiteY2" fmla="*/ 102798 h 205596"/>
                  <a:gd name="connsiteX3" fmla="*/ 359794 w 719588"/>
                  <a:gd name="connsiteY3" fmla="*/ 0 h 205596"/>
                  <a:gd name="connsiteX4" fmla="*/ 719588 w 719588"/>
                  <a:gd name="connsiteY4" fmla="*/ 102798 h 205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588" h="205596">
                    <a:moveTo>
                      <a:pt x="719588" y="102798"/>
                    </a:moveTo>
                    <a:cubicBezTo>
                      <a:pt x="719588" y="159572"/>
                      <a:pt x="558503" y="205597"/>
                      <a:pt x="359794" y="205597"/>
                    </a:cubicBezTo>
                    <a:cubicBezTo>
                      <a:pt x="161085" y="205597"/>
                      <a:pt x="0" y="159572"/>
                      <a:pt x="0" y="102798"/>
                    </a:cubicBezTo>
                    <a:cubicBezTo>
                      <a:pt x="0" y="46024"/>
                      <a:pt x="161085" y="0"/>
                      <a:pt x="359794" y="0"/>
                    </a:cubicBezTo>
                    <a:cubicBezTo>
                      <a:pt x="558503" y="0"/>
                      <a:pt x="719588" y="46024"/>
                      <a:pt x="719588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4665E441-7B05-193A-3BB2-8ACCB91256CF}"/>
                  </a:ext>
                </a:extLst>
              </p:cNvPr>
              <p:cNvSpPr/>
              <p:nvPr/>
            </p:nvSpPr>
            <p:spPr>
              <a:xfrm>
                <a:off x="1893798" y="4672279"/>
                <a:ext cx="719595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sz="100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m/z</a:t>
                </a:r>
                <a:endParaRPr lang="en-NL" sz="100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Freeform: Shape 68">
                    <a:extLst>
                      <a:ext uri="{FF2B5EF4-FFF2-40B4-BE49-F238E27FC236}">
                        <a16:creationId xmlns:a16="http://schemas.microsoft.com/office/drawing/2014/main" id="{F0E33A60-15D1-278A-BC13-E30AACB83DFF}"/>
                      </a:ext>
                    </a:extLst>
                  </p:cNvPr>
                  <p:cNvSpPr/>
                  <p:nvPr/>
                </p:nvSpPr>
                <p:spPr>
                  <a:xfrm>
                    <a:off x="1893798" y="4929276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solidFill>
                    <a:srgbClr val="763737"/>
                  </a:solidFill>
                  <a:ln w="1279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oMath>
                      </m:oMathPara>
                    </a14:m>
                    <a:endParaRPr lang="en-NL" sz="100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9" name="Freeform: Shape 68">
                    <a:extLst>
                      <a:ext uri="{FF2B5EF4-FFF2-40B4-BE49-F238E27FC236}">
                        <a16:creationId xmlns:a16="http://schemas.microsoft.com/office/drawing/2014/main" id="{F0E33A60-15D1-278A-BC13-E30AACB83DF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3798" y="4929276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blipFill>
                    <a:blip r:embed="rId14"/>
                    <a:stretch>
                      <a:fillRect/>
                    </a:stretch>
                  </a:blipFill>
                  <a:ln w="1279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Freeform: Shape 69">
                    <a:extLst>
                      <a:ext uri="{FF2B5EF4-FFF2-40B4-BE49-F238E27FC236}">
                        <a16:creationId xmlns:a16="http://schemas.microsoft.com/office/drawing/2014/main" id="{3012BE2B-981C-EE33-CEFD-36686742C18F}"/>
                      </a:ext>
                    </a:extLst>
                  </p:cNvPr>
                  <p:cNvSpPr/>
                  <p:nvPr/>
                </p:nvSpPr>
                <p:spPr>
                  <a:xfrm>
                    <a:off x="1893798" y="5186272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solidFill>
                    <a:srgbClr val="8BAAC9"/>
                  </a:solidFill>
                  <a:ln w="1279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oMath>
                      </m:oMathPara>
                    </a14:m>
                    <a:endParaRPr lang="en-NL" sz="100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70" name="Freeform: Shape 69">
                    <a:extLst>
                      <a:ext uri="{FF2B5EF4-FFF2-40B4-BE49-F238E27FC236}">
                        <a16:creationId xmlns:a16="http://schemas.microsoft.com/office/drawing/2014/main" id="{3012BE2B-981C-EE33-CEFD-36686742C18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3798" y="5186272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blipFill>
                    <a:blip r:embed="rId15"/>
                    <a:stretch>
                      <a:fillRect/>
                    </a:stretch>
                  </a:blipFill>
                  <a:ln w="1279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FCFEDDA2-44A9-8488-AA08-441D57C957A1}"/>
                </a:ext>
              </a:extLst>
            </p:cNvPr>
            <p:cNvSpPr/>
            <p:nvPr/>
          </p:nvSpPr>
          <p:spPr>
            <a:xfrm>
              <a:off x="1853937" y="4910213"/>
              <a:ext cx="719595" cy="308395"/>
            </a:xfrm>
            <a:custGeom>
              <a:avLst/>
              <a:gdLst>
                <a:gd name="connsiteX0" fmla="*/ 616790 w 719588"/>
                <a:gd name="connsiteY0" fmla="*/ 205597 h 308395"/>
                <a:gd name="connsiteX1" fmla="*/ 591090 w 719588"/>
                <a:gd name="connsiteY1" fmla="*/ 179897 h 308395"/>
                <a:gd name="connsiteX2" fmla="*/ 616790 w 719588"/>
                <a:gd name="connsiteY2" fmla="*/ 154198 h 308395"/>
                <a:gd name="connsiteX3" fmla="*/ 642490 w 719588"/>
                <a:gd name="connsiteY3" fmla="*/ 179897 h 308395"/>
                <a:gd name="connsiteX4" fmla="*/ 616790 w 719588"/>
                <a:gd name="connsiteY4" fmla="*/ 205597 h 308395"/>
                <a:gd name="connsiteX5" fmla="*/ 359794 w 719588"/>
                <a:gd name="connsiteY5" fmla="*/ 102798 h 308395"/>
                <a:gd name="connsiteX6" fmla="*/ 0 w 719588"/>
                <a:gd name="connsiteY6" fmla="*/ 0 h 308395"/>
                <a:gd name="connsiteX7" fmla="*/ 0 w 719588"/>
                <a:gd name="connsiteY7" fmla="*/ 205597 h 308395"/>
                <a:gd name="connsiteX8" fmla="*/ 359794 w 719588"/>
                <a:gd name="connsiteY8" fmla="*/ 308395 h 308395"/>
                <a:gd name="connsiteX9" fmla="*/ 719588 w 719588"/>
                <a:gd name="connsiteY9" fmla="*/ 205597 h 308395"/>
                <a:gd name="connsiteX10" fmla="*/ 719588 w 719588"/>
                <a:gd name="connsiteY10" fmla="*/ 0 h 308395"/>
                <a:gd name="connsiteX11" fmla="*/ 359794 w 719588"/>
                <a:gd name="connsiteY11" fmla="*/ 102798 h 308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9588" h="308395">
                  <a:moveTo>
                    <a:pt x="616790" y="205597"/>
                  </a:moveTo>
                  <a:cubicBezTo>
                    <a:pt x="601370" y="205597"/>
                    <a:pt x="591090" y="195317"/>
                    <a:pt x="591090" y="179897"/>
                  </a:cubicBezTo>
                  <a:cubicBezTo>
                    <a:pt x="591090" y="164477"/>
                    <a:pt x="601370" y="154198"/>
                    <a:pt x="616790" y="154198"/>
                  </a:cubicBezTo>
                  <a:cubicBezTo>
                    <a:pt x="632210" y="154198"/>
                    <a:pt x="642490" y="164477"/>
                    <a:pt x="642490" y="179897"/>
                  </a:cubicBezTo>
                  <a:cubicBezTo>
                    <a:pt x="642490" y="195317"/>
                    <a:pt x="632210" y="205597"/>
                    <a:pt x="616790" y="205597"/>
                  </a:cubicBezTo>
                  <a:close/>
                  <a:moveTo>
                    <a:pt x="359794" y="102798"/>
                  </a:moveTo>
                  <a:cubicBezTo>
                    <a:pt x="161907" y="102798"/>
                    <a:pt x="0" y="56539"/>
                    <a:pt x="0" y="0"/>
                  </a:cubicBezTo>
                  <a:lnTo>
                    <a:pt x="0" y="205597"/>
                  </a:lnTo>
                  <a:cubicBezTo>
                    <a:pt x="0" y="262136"/>
                    <a:pt x="161907" y="308395"/>
                    <a:pt x="359794" y="308395"/>
                  </a:cubicBezTo>
                  <a:cubicBezTo>
                    <a:pt x="557681" y="308395"/>
                    <a:pt x="719588" y="262136"/>
                    <a:pt x="719588" y="205597"/>
                  </a:cubicBezTo>
                  <a:lnTo>
                    <a:pt x="719588" y="0"/>
                  </a:lnTo>
                  <a:cubicBezTo>
                    <a:pt x="719588" y="56539"/>
                    <a:pt x="557681" y="102798"/>
                    <a:pt x="359794" y="102798"/>
                  </a:cubicBezTo>
                  <a:close/>
                </a:path>
              </a:pathLst>
            </a:custGeom>
            <a:solidFill>
              <a:srgbClr val="15A387"/>
            </a:solidFill>
            <a:ln w="1279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Int.</a:t>
              </a:r>
              <a:endParaRPr lang="en-NL" sz="1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72" name="Tekstvak 25">
            <a:extLst>
              <a:ext uri="{FF2B5EF4-FFF2-40B4-BE49-F238E27FC236}">
                <a16:creationId xmlns:a16="http://schemas.microsoft.com/office/drawing/2014/main" id="{BCD46EA9-84DD-9D14-0D7F-AF333E3F988B}"/>
              </a:ext>
            </a:extLst>
          </p:cNvPr>
          <p:cNvSpPr txBox="1"/>
          <p:nvPr/>
        </p:nvSpPr>
        <p:spPr>
          <a:xfrm>
            <a:off x="2975282" y="4526033"/>
            <a:ext cx="1700145" cy="418923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 mobility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D5CDC3B-E1FA-F3FA-4B67-5E7D13FBB5A0}"/>
              </a:ext>
            </a:extLst>
          </p:cNvPr>
          <p:cNvSpPr/>
          <p:nvPr/>
        </p:nvSpPr>
        <p:spPr>
          <a:xfrm>
            <a:off x="353815" y="1429101"/>
            <a:ext cx="11492147" cy="1861732"/>
          </a:xfrm>
          <a:prstGeom prst="roundRect">
            <a:avLst>
              <a:gd name="adj" fmla="val 4688"/>
            </a:avLst>
          </a:pr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14293DD-028F-5830-F436-2CD4142E53DE}"/>
              </a:ext>
            </a:extLst>
          </p:cNvPr>
          <p:cNvSpPr/>
          <p:nvPr/>
        </p:nvSpPr>
        <p:spPr>
          <a:xfrm>
            <a:off x="353814" y="4264266"/>
            <a:ext cx="11492147" cy="2078870"/>
          </a:xfrm>
          <a:prstGeom prst="roundRect">
            <a:avLst>
              <a:gd name="adj" fmla="val 4688"/>
            </a:avLst>
          </a:pr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0E31CE5-F007-02E5-8D7D-DEC6B8237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91" y="365125"/>
            <a:ext cx="11594171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Predicted behavior for better </a:t>
            </a:r>
            <a:r>
              <a:rPr lang="en-US" sz="32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silico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representation of the signal</a:t>
            </a:r>
            <a:endParaRPr lang="en-BE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4235F4-DE8A-B1F3-9109-F37C4B151092}"/>
              </a:ext>
            </a:extLst>
          </p:cNvPr>
          <p:cNvSpPr txBox="1"/>
          <p:nvPr/>
        </p:nvSpPr>
        <p:spPr>
          <a:xfrm>
            <a:off x="8525979" y="3278247"/>
            <a:ext cx="1382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Identification</a:t>
            </a:r>
            <a:endParaRPr kumimoji="0" lang="en-NL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5B35A8-6C07-1B74-7E9E-B02D028C549B}"/>
              </a:ext>
            </a:extLst>
          </p:cNvPr>
          <p:cNvSpPr txBox="1"/>
          <p:nvPr/>
        </p:nvSpPr>
        <p:spPr>
          <a:xfrm>
            <a:off x="9809504" y="3274497"/>
            <a:ext cx="1382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Quantification</a:t>
            </a:r>
            <a:endParaRPr kumimoji="0" lang="en-NL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1416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63D96-E029-F10A-7167-3EB5E5230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18977"/>
            <a:ext cx="10515600" cy="1325563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Encoding modified peptides by their atomic composition allows accurate CCS predictions for PTMs</a:t>
            </a:r>
            <a:endParaRPr kumimoji="0" lang="x-none" sz="3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3215A-8A2F-B91F-5B5C-EB4076C80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57B035-5206-406F-9D13-A97E472684CE}" type="slidenum">
              <a:rPr lang="en-US" smtClean="0"/>
              <a:pPr/>
              <a:t>10</a:t>
            </a:fld>
            <a:endParaRPr lang="nl-BE"/>
          </a:p>
        </p:txBody>
      </p:sp>
      <p:sp>
        <p:nvSpPr>
          <p:cNvPr id="5" name="Footer Placeholder 21">
            <a:extLst>
              <a:ext uri="{FF2B5EF4-FFF2-40B4-BE49-F238E27FC236}">
                <a16:creationId xmlns:a16="http://schemas.microsoft.com/office/drawing/2014/main" id="{5C5F2BA6-8302-EAFE-95A7-C813CECA34B1}"/>
              </a:ext>
            </a:extLst>
          </p:cNvPr>
          <p:cNvSpPr txBox="1">
            <a:spLocks/>
          </p:cNvSpPr>
          <p:nvPr/>
        </p:nvSpPr>
        <p:spPr>
          <a:xfrm>
            <a:off x="838199" y="6356350"/>
            <a:ext cx="10104863" cy="365125"/>
          </a:xfrm>
          <a:prstGeom prst="rect">
            <a:avLst/>
          </a:prstGeom>
        </p:spPr>
        <p:txBody>
          <a:bodyPr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sz="1600" dirty="0">
                <a:solidFill>
                  <a:srgbClr val="C9C7C7"/>
                </a:solidFill>
                <a:latin typeface="UGent Panno Text" panose="02000506040000040003" pitchFamily="2" charset="0"/>
              </a:rPr>
              <a:t>Declercq</a:t>
            </a:r>
            <a:r>
              <a:rPr lang="nl-BE" sz="1600" baseline="30000" dirty="0">
                <a:solidFill>
                  <a:srgbClr val="C9C7C7"/>
                </a:solidFill>
                <a:latin typeface="UGent Panno Text" panose="02000506040000040003" pitchFamily="2" charset="0"/>
              </a:rPr>
              <a:t>*</a:t>
            </a:r>
            <a:r>
              <a:rPr lang="nl-BE" sz="1600" dirty="0">
                <a:solidFill>
                  <a:srgbClr val="C9C7C7"/>
                </a:solidFill>
                <a:latin typeface="UGent Panno Text" panose="02000506040000040003" pitchFamily="2" charset="0"/>
              </a:rPr>
              <a:t>, Devreese</a:t>
            </a:r>
            <a:r>
              <a:rPr lang="nl-BE" sz="1600" baseline="30000" dirty="0">
                <a:solidFill>
                  <a:srgbClr val="C9C7C7"/>
                </a:solidFill>
                <a:latin typeface="UGent Panno Text" panose="02000506040000040003" pitchFamily="2" charset="0"/>
              </a:rPr>
              <a:t>* </a:t>
            </a:r>
            <a:r>
              <a:rPr lang="nl-BE" sz="1600" i="1" dirty="0">
                <a:solidFill>
                  <a:srgbClr val="C9C7C7"/>
                </a:solidFill>
                <a:latin typeface="UGent Panno Text" panose="02000506040000040003" pitchFamily="2" charset="0"/>
              </a:rPr>
              <a:t>et al.</a:t>
            </a:r>
            <a:r>
              <a:rPr lang="nl-BE" sz="1600" baseline="30000" dirty="0">
                <a:solidFill>
                  <a:srgbClr val="C9C7C7"/>
                </a:solidFill>
                <a:latin typeface="UGent Panno Text" panose="02000506040000040003" pitchFamily="2" charset="0"/>
              </a:rPr>
              <a:t> </a:t>
            </a:r>
            <a:r>
              <a:rPr lang="nl-BE" sz="1600" dirty="0">
                <a:solidFill>
                  <a:srgbClr val="C9C7C7"/>
                </a:solidFill>
                <a:latin typeface="UGent Panno Text" panose="02000506040000040003" pitchFamily="2" charset="0"/>
              </a:rPr>
              <a:t>(2024) </a:t>
            </a:r>
            <a:r>
              <a:rPr lang="nl-BE" sz="1600" dirty="0" err="1">
                <a:solidFill>
                  <a:srgbClr val="C9C7C7"/>
                </a:solidFill>
                <a:latin typeface="UGent Panno Text" panose="02000506040000040003" pitchFamily="2" charset="0"/>
              </a:rPr>
              <a:t>bioRXiv</a:t>
            </a:r>
            <a:r>
              <a:rPr lang="nl-BE" sz="1600" dirty="0">
                <a:solidFill>
                  <a:srgbClr val="C9C7C7"/>
                </a:solidFill>
                <a:latin typeface="UGent Panno Text" panose="02000506040000040003" pitchFamily="2" charset="0"/>
              </a:rPr>
              <a:t>. doi:10.1101/2024.05.29.596400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73E52D2-3952-D0BA-61A9-DF18F8E8C095}"/>
              </a:ext>
            </a:extLst>
          </p:cNvPr>
          <p:cNvGrpSpPr/>
          <p:nvPr/>
        </p:nvGrpSpPr>
        <p:grpSpPr>
          <a:xfrm>
            <a:off x="707173" y="1351150"/>
            <a:ext cx="10759869" cy="5024384"/>
            <a:chOff x="272668" y="521189"/>
            <a:chExt cx="11809564" cy="551454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DC4CCA9-3722-E5B9-DBB7-80868657624E}"/>
                </a:ext>
              </a:extLst>
            </p:cNvPr>
            <p:cNvGrpSpPr/>
            <p:nvPr/>
          </p:nvGrpSpPr>
          <p:grpSpPr>
            <a:xfrm>
              <a:off x="272668" y="861298"/>
              <a:ext cx="6368850" cy="5174437"/>
              <a:chOff x="922392" y="5079557"/>
              <a:chExt cx="11917308" cy="9682337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86A3C140-8205-68C0-492B-5FBEFA468EFF}"/>
                  </a:ext>
                </a:extLst>
              </p:cNvPr>
              <p:cNvGrpSpPr/>
              <p:nvPr/>
            </p:nvGrpSpPr>
            <p:grpSpPr>
              <a:xfrm>
                <a:off x="922392" y="5079557"/>
                <a:ext cx="11917308" cy="9682337"/>
                <a:chOff x="3579820" y="6553200"/>
                <a:chExt cx="17832381" cy="14488096"/>
              </a:xfrm>
            </p:grpSpPr>
            <p:pic>
              <p:nvPicPr>
                <p:cNvPr id="13" name="Picture 12" descr="A line of purple and white particles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47BA102D-5FF1-7AF7-4CF0-5D9470697E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423" t="10939" r="6919" b="5832"/>
                <a:stretch/>
              </p:blipFill>
              <p:spPr>
                <a:xfrm>
                  <a:off x="4610101" y="6553200"/>
                  <a:ext cx="16802100" cy="13144500"/>
                </a:xfrm>
                <a:prstGeom prst="rect">
                  <a:avLst/>
                </a:prstGeom>
              </p:spPr>
            </p:pic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E11A1594-94BC-02F3-F496-1789966D2F26}"/>
                    </a:ext>
                  </a:extLst>
                </p:cNvPr>
                <p:cNvSpPr txBox="1"/>
                <p:nvPr/>
              </p:nvSpPr>
              <p:spPr>
                <a:xfrm>
                  <a:off x="11188614" y="19811722"/>
                  <a:ext cx="7795035" cy="12295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dirty="0">
                      <a:latin typeface="UGent Panno Text" panose="02000506040000040003" pitchFamily="2" charset="0"/>
                    </a:rPr>
                    <a:t>Predicted CCS (Å</a:t>
                  </a:r>
                  <a:r>
                    <a:rPr lang="en-US" sz="2000" b="1" baseline="30000" dirty="0">
                      <a:latin typeface="UGent Panno Text" panose="02000506040000040003" pitchFamily="2" charset="0"/>
                    </a:rPr>
                    <a:t>2</a:t>
                  </a:r>
                  <a:r>
                    <a:rPr lang="en-US" sz="2000" b="1" dirty="0">
                      <a:latin typeface="UGent Panno Text" panose="02000506040000040003" pitchFamily="2" charset="0"/>
                    </a:rPr>
                    <a:t>)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9C71437-89E9-5288-3A34-035E1A334814}"/>
                    </a:ext>
                  </a:extLst>
                </p:cNvPr>
                <p:cNvSpPr txBox="1"/>
                <p:nvPr/>
              </p:nvSpPr>
              <p:spPr>
                <a:xfrm rot="16200000">
                  <a:off x="248443" y="11174348"/>
                  <a:ext cx="7892328" cy="12295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dirty="0">
                      <a:latin typeface="UGent Panno Text" panose="02000506040000040003" pitchFamily="2" charset="0"/>
                    </a:rPr>
                    <a:t>Observed CCS (Å</a:t>
                  </a:r>
                  <a:r>
                    <a:rPr lang="en-US" sz="2000" b="1" baseline="30000" dirty="0">
                      <a:latin typeface="UGent Panno Text" panose="02000506040000040003" pitchFamily="2" charset="0"/>
                    </a:rPr>
                    <a:t>2</a:t>
                  </a:r>
                  <a:r>
                    <a:rPr lang="en-US" sz="2000" b="1" dirty="0">
                      <a:latin typeface="UGent Panno Text" panose="02000506040000040003" pitchFamily="2" charset="0"/>
                    </a:rPr>
                    <a:t>)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646B5AD-FAF4-8D3A-514F-05879D00F44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2839373" y="15238087"/>
                  <a:ext cx="7696527" cy="37055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b="1" dirty="0">
                      <a:latin typeface="UGent Panno Text" panose="02000506040000040003" pitchFamily="2" charset="0"/>
                    </a:rPr>
                    <a:t>Overall performance</a:t>
                  </a:r>
                </a:p>
                <a:p>
                  <a:pPr algn="r"/>
                  <a:r>
                    <a:rPr lang="en-US" dirty="0">
                      <a:latin typeface="UGent Panno Text" panose="02000506040000040003" pitchFamily="2" charset="0"/>
                    </a:rPr>
                    <a:t>MAE: 6.26 Å</a:t>
                  </a:r>
                  <a:r>
                    <a:rPr lang="en-US" baseline="30000" dirty="0">
                      <a:latin typeface="UGent Panno Text" panose="02000506040000040003" pitchFamily="2" charset="0"/>
                    </a:rPr>
                    <a:t>2</a:t>
                  </a:r>
                </a:p>
                <a:p>
                  <a:pPr algn="r"/>
                  <a:r>
                    <a:rPr lang="en-US" dirty="0">
                      <a:latin typeface="UGent Panno Text" panose="02000506040000040003" pitchFamily="2" charset="0"/>
                    </a:rPr>
                    <a:t>MRE: 0.91%</a:t>
                  </a:r>
                </a:p>
                <a:p>
                  <a:pPr algn="r"/>
                  <a:r>
                    <a:rPr lang="en-US" dirty="0">
                      <a:latin typeface="UGent Panno Text" panose="02000506040000040003" pitchFamily="2" charset="0"/>
                    </a:rPr>
                    <a:t>R: 0.996</a:t>
                  </a:r>
                  <a:endParaRPr lang="en-US" sz="3600" dirty="0">
                    <a:latin typeface="UGent Panno Text" panose="02000506040000040003" pitchFamily="2" charset="0"/>
                  </a:endParaRP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97B75D-6BEF-B6F9-01D1-E3DB666B7B58}"/>
                  </a:ext>
                </a:extLst>
              </p:cNvPr>
              <p:cNvSpPr txBox="1"/>
              <p:nvPr/>
            </p:nvSpPr>
            <p:spPr>
              <a:xfrm>
                <a:off x="2703658" y="5284637"/>
                <a:ext cx="2093660" cy="41465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UGent Panno Text" panose="02000506040000040003" pitchFamily="2" charset="0"/>
                  </a:rPr>
                  <a:t>Charge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EED5D0"/>
                    </a:solidFill>
                    <a:latin typeface="UGent Panno Text" panose="02000506040000040003" pitchFamily="2" charset="0"/>
                  </a:rPr>
                  <a:t>+1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E5CBD4"/>
                    </a:solidFill>
                    <a:latin typeface="UGent Panno Text" panose="02000506040000040003" pitchFamily="2" charset="0"/>
                  </a:rPr>
                  <a:t>+2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DBB8CA"/>
                    </a:solidFill>
                    <a:latin typeface="UGent Panno Text" panose="02000506040000040003" pitchFamily="2" charset="0"/>
                  </a:rPr>
                  <a:t>+3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C6A6C1"/>
                    </a:solidFill>
                    <a:latin typeface="UGent Panno Text" panose="02000506040000040003" pitchFamily="2" charset="0"/>
                  </a:rPr>
                  <a:t>+4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AD99B0"/>
                    </a:solidFill>
                    <a:latin typeface="UGent Panno Text" panose="02000506040000040003" pitchFamily="2" charset="0"/>
                  </a:rPr>
                  <a:t>+5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928A9D"/>
                    </a:solidFill>
                    <a:latin typeface="UGent Panno Text" panose="02000506040000040003" pitchFamily="2" charset="0"/>
                  </a:rPr>
                  <a:t>+6</a:t>
                </a:r>
              </a:p>
              <a:p>
                <a:endParaRPr lang="en-US" sz="1100" dirty="0">
                  <a:latin typeface="UGent Panno Text" panose="02000506040000040003" pitchFamily="2" charset="0"/>
                </a:endParaRP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5C451CD-0BE2-044D-32F1-13512D310BC2}"/>
                </a:ext>
              </a:extLst>
            </p:cNvPr>
            <p:cNvSpPr/>
            <p:nvPr/>
          </p:nvSpPr>
          <p:spPr>
            <a:xfrm>
              <a:off x="8933130" y="1120706"/>
              <a:ext cx="2470949" cy="4971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A32C9F9-D7B0-478D-ECBB-02741011C4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05796" y="521189"/>
              <a:ext cx="5576436" cy="5365606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974287B-9C20-686D-061E-32C6484AB34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28121" y="789260"/>
            <a:ext cx="820412" cy="82041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09184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938C9-1180-ED33-18A1-922CC6A1E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91AF61F-4FD5-5A0C-2A2A-36A551255FB3}"/>
              </a:ext>
            </a:extLst>
          </p:cNvPr>
          <p:cNvSpPr/>
          <p:nvPr/>
        </p:nvSpPr>
        <p:spPr>
          <a:xfrm>
            <a:off x="2343129" y="5496751"/>
            <a:ext cx="645406" cy="649215"/>
          </a:xfrm>
          <a:prstGeom prst="ellipse">
            <a:avLst/>
          </a:prstGeom>
          <a:noFill/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074E6035-A99B-6144-F331-CACAE2953B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9230" y="6356350"/>
            <a:ext cx="11045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B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Dens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E3F558-74D7-4DE7-865B-0F3399673619}" type="slidenum">
              <a:rPr lang="nl-BE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11</a:t>
            </a:fld>
            <a:endParaRPr lang="nl-BE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17805080-0486-4D63-38AD-95A3073934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736" y="1889876"/>
            <a:ext cx="1895906" cy="778461"/>
          </a:xfrm>
          <a:prstGeom prst="rect">
            <a:avLst/>
          </a:prstGeom>
        </p:spPr>
      </p:pic>
      <p:pic>
        <p:nvPicPr>
          <p:cNvPr id="98" name="Afbeelding 20">
            <a:extLst>
              <a:ext uri="{FF2B5EF4-FFF2-40B4-BE49-F238E27FC236}">
                <a16:creationId xmlns:a16="http://schemas.microsoft.com/office/drawing/2014/main" id="{09F62358-9493-0739-5413-93D619206249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/>
          <a:srcRect r="16657"/>
          <a:stretch/>
        </p:blipFill>
        <p:spPr>
          <a:xfrm>
            <a:off x="6327076" y="1858927"/>
            <a:ext cx="2110127" cy="988196"/>
          </a:xfrm>
          <a:prstGeom prst="rect">
            <a:avLst/>
          </a:prstGeom>
          <a:effectLst/>
          <a:scene3d>
            <a:camera prst="orthographicFront"/>
            <a:lightRig rig="threePt" dir="t"/>
          </a:scene3d>
          <a:sp3d>
            <a:contourClr>
              <a:schemeClr val="accent1"/>
            </a:contourClr>
          </a:sp3d>
        </p:spPr>
      </p:pic>
      <p:sp>
        <p:nvSpPr>
          <p:cNvPr id="100" name="Tekstvak 30">
            <a:extLst>
              <a:ext uri="{FF2B5EF4-FFF2-40B4-BE49-F238E27FC236}">
                <a16:creationId xmlns:a16="http://schemas.microsoft.com/office/drawing/2014/main" id="{80D8346C-5329-5AE3-550C-7C8B6EE8DA52}"/>
              </a:ext>
            </a:extLst>
          </p:cNvPr>
          <p:cNvSpPr txBox="1"/>
          <p:nvPr/>
        </p:nvSpPr>
        <p:spPr>
          <a:xfrm>
            <a:off x="5500294" y="1998761"/>
            <a:ext cx="480387" cy="45870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 scan</a:t>
            </a:r>
            <a:endParaRPr lang="nl-BE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1" name="Rechte verbindingslijn met pijl 24">
            <a:extLst>
              <a:ext uri="{FF2B5EF4-FFF2-40B4-BE49-F238E27FC236}">
                <a16:creationId xmlns:a16="http://schemas.microsoft.com/office/drawing/2014/main" id="{7CBC3474-A979-1A57-F509-EF4EE2BA2EFE}"/>
              </a:ext>
            </a:extLst>
          </p:cNvPr>
          <p:cNvCxnSpPr>
            <a:cxnSpLocks/>
          </p:cNvCxnSpPr>
          <p:nvPr/>
        </p:nvCxnSpPr>
        <p:spPr>
          <a:xfrm>
            <a:off x="1226512" y="2351488"/>
            <a:ext cx="42253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Tekstvak 25">
            <a:extLst>
              <a:ext uri="{FF2B5EF4-FFF2-40B4-BE49-F238E27FC236}">
                <a16:creationId xmlns:a16="http://schemas.microsoft.com/office/drawing/2014/main" id="{D7AF001B-E492-A1FD-77E9-6A9DA4EAAFE5}"/>
              </a:ext>
            </a:extLst>
          </p:cNvPr>
          <p:cNvSpPr txBox="1"/>
          <p:nvPr/>
        </p:nvSpPr>
        <p:spPr>
          <a:xfrm>
            <a:off x="1226512" y="1976787"/>
            <a:ext cx="471292" cy="907897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LC</a:t>
            </a:r>
          </a:p>
        </p:txBody>
      </p:sp>
      <p:cxnSp>
        <p:nvCxnSpPr>
          <p:cNvPr id="103" name="Rechte verbindingslijn met pijl 24">
            <a:extLst>
              <a:ext uri="{FF2B5EF4-FFF2-40B4-BE49-F238E27FC236}">
                <a16:creationId xmlns:a16="http://schemas.microsoft.com/office/drawing/2014/main" id="{4A2C87EB-7BB1-D865-8DE1-2D60CD66B5D6}"/>
              </a:ext>
            </a:extLst>
          </p:cNvPr>
          <p:cNvCxnSpPr/>
          <p:nvPr/>
        </p:nvCxnSpPr>
        <p:spPr>
          <a:xfrm>
            <a:off x="5570808" y="2373896"/>
            <a:ext cx="75057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Tekstvak 30">
            <a:extLst>
              <a:ext uri="{FF2B5EF4-FFF2-40B4-BE49-F238E27FC236}">
                <a16:creationId xmlns:a16="http://schemas.microsoft.com/office/drawing/2014/main" id="{3297F27B-03A2-AD01-CAE5-381318021341}"/>
              </a:ext>
            </a:extLst>
          </p:cNvPr>
          <p:cNvSpPr txBox="1"/>
          <p:nvPr/>
        </p:nvSpPr>
        <p:spPr>
          <a:xfrm>
            <a:off x="8631821" y="2010385"/>
            <a:ext cx="480387" cy="45870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fragmentation</a:t>
            </a:r>
          </a:p>
        </p:txBody>
      </p:sp>
      <p:cxnSp>
        <p:nvCxnSpPr>
          <p:cNvPr id="105" name="Rechte verbindingslijn met pijl 24">
            <a:extLst>
              <a:ext uri="{FF2B5EF4-FFF2-40B4-BE49-F238E27FC236}">
                <a16:creationId xmlns:a16="http://schemas.microsoft.com/office/drawing/2014/main" id="{7E5AED8F-5E9D-97C3-0763-A456BB2E80A1}"/>
              </a:ext>
            </a:extLst>
          </p:cNvPr>
          <p:cNvCxnSpPr>
            <a:cxnSpLocks/>
          </p:cNvCxnSpPr>
          <p:nvPr/>
        </p:nvCxnSpPr>
        <p:spPr>
          <a:xfrm>
            <a:off x="8608251" y="2392845"/>
            <a:ext cx="12382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Tekstvak 23">
            <a:extLst>
              <a:ext uri="{FF2B5EF4-FFF2-40B4-BE49-F238E27FC236}">
                <a16:creationId xmlns:a16="http://schemas.microsoft.com/office/drawing/2014/main" id="{D07B7B15-6FFA-AD7E-4149-0764ACB5C77D}"/>
              </a:ext>
            </a:extLst>
          </p:cNvPr>
          <p:cNvSpPr txBox="1"/>
          <p:nvPr/>
        </p:nvSpPr>
        <p:spPr>
          <a:xfrm>
            <a:off x="1900072" y="2872924"/>
            <a:ext cx="784346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chromatogram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16A2A5B-880B-896D-5770-E25663DF6429}"/>
              </a:ext>
            </a:extLst>
          </p:cNvPr>
          <p:cNvSpPr txBox="1"/>
          <p:nvPr/>
        </p:nvSpPr>
        <p:spPr>
          <a:xfrm>
            <a:off x="640080" y="1064520"/>
            <a:ext cx="5032806" cy="7383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457200"/>
            <a:r>
              <a:rPr lang="nl-NL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experimental</a:t>
            </a:r>
          </a:p>
        </p:txBody>
      </p:sp>
      <p:sp>
        <p:nvSpPr>
          <p:cNvPr id="119" name="Tekstvak 30">
            <a:extLst>
              <a:ext uri="{FF2B5EF4-FFF2-40B4-BE49-F238E27FC236}">
                <a16:creationId xmlns:a16="http://schemas.microsoft.com/office/drawing/2014/main" id="{A3968B75-76DC-635A-61C6-AE8336875B24}"/>
              </a:ext>
            </a:extLst>
          </p:cNvPr>
          <p:cNvSpPr txBox="1"/>
          <p:nvPr/>
        </p:nvSpPr>
        <p:spPr>
          <a:xfrm>
            <a:off x="6510407" y="3357787"/>
            <a:ext cx="287615" cy="498548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Scoring function</a:t>
            </a:r>
            <a:endParaRPr lang="nl-BE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0" name="Rechte verbindingslijn met pijl 24">
            <a:extLst>
              <a:ext uri="{FF2B5EF4-FFF2-40B4-BE49-F238E27FC236}">
                <a16:creationId xmlns:a16="http://schemas.microsoft.com/office/drawing/2014/main" id="{C34EE604-2434-5452-9E98-208D0DD42313}"/>
              </a:ext>
            </a:extLst>
          </p:cNvPr>
          <p:cNvCxnSpPr>
            <a:cxnSpLocks/>
          </p:cNvCxnSpPr>
          <p:nvPr/>
        </p:nvCxnSpPr>
        <p:spPr>
          <a:xfrm>
            <a:off x="6391631" y="3768333"/>
            <a:ext cx="185438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Tekstvak 30">
            <a:extLst>
              <a:ext uri="{FF2B5EF4-FFF2-40B4-BE49-F238E27FC236}">
                <a16:creationId xmlns:a16="http://schemas.microsoft.com/office/drawing/2014/main" id="{CA90D31F-813E-AAD6-E141-E9CFBD918016}"/>
              </a:ext>
            </a:extLst>
          </p:cNvPr>
          <p:cNvSpPr txBox="1"/>
          <p:nvPr/>
        </p:nvSpPr>
        <p:spPr>
          <a:xfrm>
            <a:off x="3323433" y="1946318"/>
            <a:ext cx="759279" cy="45870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TIMS</a:t>
            </a:r>
          </a:p>
        </p:txBody>
      </p:sp>
      <p:cxnSp>
        <p:nvCxnSpPr>
          <p:cNvPr id="122" name="Rechte verbindingslijn met pijl 24">
            <a:extLst>
              <a:ext uri="{FF2B5EF4-FFF2-40B4-BE49-F238E27FC236}">
                <a16:creationId xmlns:a16="http://schemas.microsoft.com/office/drawing/2014/main" id="{1DD44EA8-5C25-08DD-260D-9B8841797830}"/>
              </a:ext>
            </a:extLst>
          </p:cNvPr>
          <p:cNvCxnSpPr/>
          <p:nvPr/>
        </p:nvCxnSpPr>
        <p:spPr>
          <a:xfrm>
            <a:off x="3342397" y="2362973"/>
            <a:ext cx="75057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Tekstvak 23">
            <a:extLst>
              <a:ext uri="{FF2B5EF4-FFF2-40B4-BE49-F238E27FC236}">
                <a16:creationId xmlns:a16="http://schemas.microsoft.com/office/drawing/2014/main" id="{AB11B858-801B-CA0E-BF64-0B04D0786D92}"/>
              </a:ext>
            </a:extLst>
          </p:cNvPr>
          <p:cNvSpPr txBox="1"/>
          <p:nvPr/>
        </p:nvSpPr>
        <p:spPr>
          <a:xfrm>
            <a:off x="3953114" y="2872924"/>
            <a:ext cx="1735011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mobilogram</a:t>
            </a:r>
          </a:p>
        </p:txBody>
      </p:sp>
      <p:cxnSp>
        <p:nvCxnSpPr>
          <p:cNvPr id="124" name="Rechte verbindingslijn met pijl 24">
            <a:extLst>
              <a:ext uri="{FF2B5EF4-FFF2-40B4-BE49-F238E27FC236}">
                <a16:creationId xmlns:a16="http://schemas.microsoft.com/office/drawing/2014/main" id="{C65020CA-5946-3448-E4B5-D92D8C8A1C61}"/>
              </a:ext>
            </a:extLst>
          </p:cNvPr>
          <p:cNvCxnSpPr>
            <a:cxnSpLocks/>
          </p:cNvCxnSpPr>
          <p:nvPr/>
        </p:nvCxnSpPr>
        <p:spPr>
          <a:xfrm flipV="1">
            <a:off x="6391631" y="3310365"/>
            <a:ext cx="0" cy="905072"/>
          </a:xfrm>
          <a:prstGeom prst="straightConnector1">
            <a:avLst/>
          </a:prstGeom>
          <a:ln w="19050"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C2B24C2-B06D-8630-4BC1-2A0D83235399}"/>
              </a:ext>
            </a:extLst>
          </p:cNvPr>
          <p:cNvSpPr/>
          <p:nvPr/>
        </p:nvSpPr>
        <p:spPr>
          <a:xfrm>
            <a:off x="428482" y="1957904"/>
            <a:ext cx="69602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HPYLEDR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2862F81B-1B7D-919E-C53F-A0BF6BC9A5DB}"/>
              </a:ext>
            </a:extLst>
          </p:cNvPr>
          <p:cNvSpPr/>
          <p:nvPr/>
        </p:nvSpPr>
        <p:spPr>
          <a:xfrm>
            <a:off x="453820" y="2209414"/>
            <a:ext cx="77457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GDLVLFDR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5FB6BD62-E455-FF07-0985-6812FE0B391D}"/>
              </a:ext>
            </a:extLst>
          </p:cNvPr>
          <p:cNvSpPr/>
          <p:nvPr/>
        </p:nvSpPr>
        <p:spPr>
          <a:xfrm>
            <a:off x="353815" y="2454025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AAAAGSLDK</a:t>
            </a: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00DD219A-709B-F13E-5D3E-170C52D697DF}"/>
              </a:ext>
            </a:extLst>
          </p:cNvPr>
          <p:cNvGrpSpPr/>
          <p:nvPr/>
        </p:nvGrpSpPr>
        <p:grpSpPr>
          <a:xfrm>
            <a:off x="9878498" y="1689786"/>
            <a:ext cx="1792392" cy="1346046"/>
            <a:chOff x="10061378" y="1833369"/>
            <a:chExt cx="1792392" cy="1346046"/>
          </a:xfrm>
        </p:grpSpPr>
        <p:pic>
          <p:nvPicPr>
            <p:cNvPr id="160" name="Graphic 159">
              <a:extLst>
                <a:ext uri="{FF2B5EF4-FFF2-40B4-BE49-F238E27FC236}">
                  <a16:creationId xmlns:a16="http://schemas.microsoft.com/office/drawing/2014/main" id="{6D3A4E63-2DB1-2B9F-FBE3-C40B83FE7767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21469" t="8634"/>
            <a:stretch/>
          </p:blipFill>
          <p:spPr>
            <a:xfrm>
              <a:off x="10212550" y="1833369"/>
              <a:ext cx="1641220" cy="1325564"/>
            </a:xfrm>
            <a:prstGeom prst="rect">
              <a:avLst/>
            </a:prstGeom>
          </p:spPr>
        </p:pic>
        <p:pic>
          <p:nvPicPr>
            <p:cNvPr id="161" name="Graphic 160">
              <a:extLst>
                <a:ext uri="{FF2B5EF4-FFF2-40B4-BE49-F238E27FC236}">
                  <a16:creationId xmlns:a16="http://schemas.microsoft.com/office/drawing/2014/main" id="{EBE5FADA-10C2-61EC-8ADB-6239E7925C79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-967" t="8634" r="92590"/>
            <a:stretch/>
          </p:blipFill>
          <p:spPr>
            <a:xfrm>
              <a:off x="10061378" y="1853851"/>
              <a:ext cx="175072" cy="1325564"/>
            </a:xfrm>
            <a:prstGeom prst="rect">
              <a:avLst/>
            </a:prstGeom>
          </p:spPr>
        </p:pic>
      </p:grpSp>
      <p:grpSp>
        <p:nvGrpSpPr>
          <p:cNvPr id="1105" name="Group 1104">
            <a:extLst>
              <a:ext uri="{FF2B5EF4-FFF2-40B4-BE49-F238E27FC236}">
                <a16:creationId xmlns:a16="http://schemas.microsoft.com/office/drawing/2014/main" id="{C00C7730-C397-01B7-A059-F9AB897154FA}"/>
              </a:ext>
            </a:extLst>
          </p:cNvPr>
          <p:cNvGrpSpPr/>
          <p:nvPr/>
        </p:nvGrpSpPr>
        <p:grpSpPr>
          <a:xfrm>
            <a:off x="4147402" y="1541847"/>
            <a:ext cx="1398331" cy="676612"/>
            <a:chOff x="9589567" y="873804"/>
            <a:chExt cx="1827771" cy="884406"/>
          </a:xfrm>
        </p:grpSpPr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06F727E5-B89A-4214-86A1-07D23E98CACF}"/>
                </a:ext>
              </a:extLst>
            </p:cNvPr>
            <p:cNvCxnSpPr/>
            <p:nvPr/>
          </p:nvCxnSpPr>
          <p:spPr>
            <a:xfrm>
              <a:off x="9589567" y="1752775"/>
              <a:ext cx="315478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A1232CB6-65D5-F668-24C2-040DBFC3D1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045" y="1469736"/>
              <a:ext cx="60401" cy="288474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A0D2B8DD-1630-9820-970C-A56CC62F7F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63337" y="961279"/>
              <a:ext cx="812449" cy="508457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35CA2AF9-55DE-E8A2-8EE4-BAC6D959C5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75786" y="958340"/>
              <a:ext cx="449427" cy="2939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39EE4D58-FB5F-69B8-B15B-B521FF0165A0}"/>
                </a:ext>
              </a:extLst>
            </p:cNvPr>
            <p:cNvCxnSpPr>
              <a:cxnSpLocks/>
            </p:cNvCxnSpPr>
            <p:nvPr/>
          </p:nvCxnSpPr>
          <p:spPr>
            <a:xfrm>
              <a:off x="11223159" y="956845"/>
              <a:ext cx="194179" cy="526102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32AC86B7-9E14-7BCE-D000-E9EAE01501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9229" y="1070694"/>
              <a:ext cx="816557" cy="441809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59BA3823-C997-D38A-D9F0-D58FAA4386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9229" y="1165483"/>
              <a:ext cx="768638" cy="362203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D8C13C00-9BC3-465B-7BA6-6D3A247E20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69554" y="1291565"/>
              <a:ext cx="672255" cy="234149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CAE802D8-C7AC-181A-2E67-2627AA06DF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79894" y="1064983"/>
              <a:ext cx="449427" cy="2939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5" name="Straight Connector 1024">
              <a:extLst>
                <a:ext uri="{FF2B5EF4-FFF2-40B4-BE49-F238E27FC236}">
                  <a16:creationId xmlns:a16="http://schemas.microsoft.com/office/drawing/2014/main" id="{1EFE9A3B-0264-7E10-EA91-5789330ABAFA}"/>
                </a:ext>
              </a:extLst>
            </p:cNvPr>
            <p:cNvCxnSpPr>
              <a:cxnSpLocks/>
            </p:cNvCxnSpPr>
            <p:nvPr/>
          </p:nvCxnSpPr>
          <p:spPr>
            <a:xfrm>
              <a:off x="11229321" y="1069306"/>
              <a:ext cx="188017" cy="426786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Straight Connector 1029">
              <a:extLst>
                <a:ext uri="{FF2B5EF4-FFF2-40B4-BE49-F238E27FC236}">
                  <a16:creationId xmlns:a16="http://schemas.microsoft.com/office/drawing/2014/main" id="{FB1A63BD-6806-CA43-1122-4FD2BC0E78DF}"/>
                </a:ext>
              </a:extLst>
            </p:cNvPr>
            <p:cNvCxnSpPr>
              <a:cxnSpLocks/>
            </p:cNvCxnSpPr>
            <p:nvPr/>
          </p:nvCxnSpPr>
          <p:spPr>
            <a:xfrm>
              <a:off x="10722693" y="1162022"/>
              <a:ext cx="462895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1" name="Straight Connector 1030">
              <a:extLst>
                <a:ext uri="{FF2B5EF4-FFF2-40B4-BE49-F238E27FC236}">
                  <a16:creationId xmlns:a16="http://schemas.microsoft.com/office/drawing/2014/main" id="{DF7578F0-59BE-0907-A5AE-D26DDD215C34}"/>
                </a:ext>
              </a:extLst>
            </p:cNvPr>
            <p:cNvCxnSpPr>
              <a:cxnSpLocks/>
            </p:cNvCxnSpPr>
            <p:nvPr/>
          </p:nvCxnSpPr>
          <p:spPr>
            <a:xfrm>
              <a:off x="11185588" y="1169303"/>
              <a:ext cx="231750" cy="31868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E5FAD20D-F47C-9E50-B2FA-738D8857139B}"/>
                </a:ext>
              </a:extLst>
            </p:cNvPr>
            <p:cNvCxnSpPr>
              <a:cxnSpLocks/>
            </p:cNvCxnSpPr>
            <p:nvPr/>
          </p:nvCxnSpPr>
          <p:spPr>
            <a:xfrm>
              <a:off x="10645917" y="1291565"/>
              <a:ext cx="577242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DA609903-0E7D-97FD-23F1-EA0F55A45D62}"/>
                </a:ext>
              </a:extLst>
            </p:cNvPr>
            <p:cNvCxnSpPr>
              <a:cxnSpLocks/>
            </p:cNvCxnSpPr>
            <p:nvPr/>
          </p:nvCxnSpPr>
          <p:spPr>
            <a:xfrm>
              <a:off x="11223159" y="1291565"/>
              <a:ext cx="194179" cy="197802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60" name="Oval 1059">
              <a:extLst>
                <a:ext uri="{FF2B5EF4-FFF2-40B4-BE49-F238E27FC236}">
                  <a16:creationId xmlns:a16="http://schemas.microsoft.com/office/drawing/2014/main" id="{B6C1F392-14E8-A1FD-C678-5D10BD920474}"/>
                </a:ext>
              </a:extLst>
            </p:cNvPr>
            <p:cNvSpPr/>
            <p:nvPr/>
          </p:nvSpPr>
          <p:spPr>
            <a:xfrm>
              <a:off x="10577937" y="942918"/>
              <a:ext cx="99321" cy="96884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>
              <a:solidFill>
                <a:schemeClr val="accent1">
                  <a:shade val="15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1" name="Oval 1060">
              <a:extLst>
                <a:ext uri="{FF2B5EF4-FFF2-40B4-BE49-F238E27FC236}">
                  <a16:creationId xmlns:a16="http://schemas.microsoft.com/office/drawing/2014/main" id="{8D252271-D903-45BE-74F3-7220242556D6}"/>
                </a:ext>
              </a:extLst>
            </p:cNvPr>
            <p:cNvSpPr/>
            <p:nvPr/>
          </p:nvSpPr>
          <p:spPr>
            <a:xfrm>
              <a:off x="10618936" y="874997"/>
              <a:ext cx="99321" cy="96884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>
              <a:solidFill>
                <a:schemeClr val="accent1">
                  <a:shade val="15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2" name="Oval 1061">
              <a:extLst>
                <a:ext uri="{FF2B5EF4-FFF2-40B4-BE49-F238E27FC236}">
                  <a16:creationId xmlns:a16="http://schemas.microsoft.com/office/drawing/2014/main" id="{79351EF5-050E-48BD-78DD-9AC5E7F8275F}"/>
                </a:ext>
              </a:extLst>
            </p:cNvPr>
            <p:cNvSpPr/>
            <p:nvPr/>
          </p:nvSpPr>
          <p:spPr>
            <a:xfrm>
              <a:off x="10668596" y="887935"/>
              <a:ext cx="99321" cy="96884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>
              <a:solidFill>
                <a:schemeClr val="accent1">
                  <a:shade val="15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3" name="Oval 1062">
              <a:extLst>
                <a:ext uri="{FF2B5EF4-FFF2-40B4-BE49-F238E27FC236}">
                  <a16:creationId xmlns:a16="http://schemas.microsoft.com/office/drawing/2014/main" id="{367AB7D5-2709-FE0A-635E-781DF52DC419}"/>
                </a:ext>
              </a:extLst>
            </p:cNvPr>
            <p:cNvSpPr/>
            <p:nvPr/>
          </p:nvSpPr>
          <p:spPr>
            <a:xfrm>
              <a:off x="10651678" y="969002"/>
              <a:ext cx="99321" cy="96884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>
              <a:solidFill>
                <a:schemeClr val="accent1">
                  <a:shade val="15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4" name="Oval 1063">
              <a:extLst>
                <a:ext uri="{FF2B5EF4-FFF2-40B4-BE49-F238E27FC236}">
                  <a16:creationId xmlns:a16="http://schemas.microsoft.com/office/drawing/2014/main" id="{40FEC82E-1A66-543E-8E20-43097BA5EC20}"/>
                </a:ext>
              </a:extLst>
            </p:cNvPr>
            <p:cNvSpPr/>
            <p:nvPr/>
          </p:nvSpPr>
          <p:spPr>
            <a:xfrm>
              <a:off x="10243751" y="1041131"/>
              <a:ext cx="99321" cy="96884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solidFill>
                <a:schemeClr val="accent2">
                  <a:lumMod val="7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5" name="Oval 1064">
              <a:extLst>
                <a:ext uri="{FF2B5EF4-FFF2-40B4-BE49-F238E27FC236}">
                  <a16:creationId xmlns:a16="http://schemas.microsoft.com/office/drawing/2014/main" id="{45EB5454-8DA3-8187-FAA4-315BB182EC4F}"/>
                </a:ext>
              </a:extLst>
            </p:cNvPr>
            <p:cNvSpPr/>
            <p:nvPr/>
          </p:nvSpPr>
          <p:spPr>
            <a:xfrm>
              <a:off x="10312197" y="1096178"/>
              <a:ext cx="99321" cy="96884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solidFill>
                <a:schemeClr val="accent2">
                  <a:lumMod val="7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6" name="Oval 1065">
              <a:extLst>
                <a:ext uri="{FF2B5EF4-FFF2-40B4-BE49-F238E27FC236}">
                  <a16:creationId xmlns:a16="http://schemas.microsoft.com/office/drawing/2014/main" id="{2AE3E7EC-A934-4FA3-D11E-F3B598228700}"/>
                </a:ext>
              </a:extLst>
            </p:cNvPr>
            <p:cNvSpPr/>
            <p:nvPr/>
          </p:nvSpPr>
          <p:spPr>
            <a:xfrm>
              <a:off x="10115883" y="1149006"/>
              <a:ext cx="99321" cy="9688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7" name="Oval 1066">
              <a:extLst>
                <a:ext uri="{FF2B5EF4-FFF2-40B4-BE49-F238E27FC236}">
                  <a16:creationId xmlns:a16="http://schemas.microsoft.com/office/drawing/2014/main" id="{CA694EC6-DB92-408D-845F-B5012A6B27AE}"/>
                </a:ext>
              </a:extLst>
            </p:cNvPr>
            <p:cNvSpPr/>
            <p:nvPr/>
          </p:nvSpPr>
          <p:spPr>
            <a:xfrm>
              <a:off x="10164610" y="1197448"/>
              <a:ext cx="99321" cy="9688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8" name="Oval 1067">
              <a:extLst>
                <a:ext uri="{FF2B5EF4-FFF2-40B4-BE49-F238E27FC236}">
                  <a16:creationId xmlns:a16="http://schemas.microsoft.com/office/drawing/2014/main" id="{A1E42973-7493-3FB0-B822-A681CC850304}"/>
                </a:ext>
              </a:extLst>
            </p:cNvPr>
            <p:cNvSpPr/>
            <p:nvPr/>
          </p:nvSpPr>
          <p:spPr>
            <a:xfrm>
              <a:off x="9989589" y="1259947"/>
              <a:ext cx="99321" cy="96884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0" name="Oval 1089">
              <a:extLst>
                <a:ext uri="{FF2B5EF4-FFF2-40B4-BE49-F238E27FC236}">
                  <a16:creationId xmlns:a16="http://schemas.microsoft.com/office/drawing/2014/main" id="{535BA086-AE9B-22BB-EE3B-F5F4B3D98C65}"/>
                </a:ext>
              </a:extLst>
            </p:cNvPr>
            <p:cNvSpPr/>
            <p:nvPr/>
          </p:nvSpPr>
          <p:spPr>
            <a:xfrm>
              <a:off x="10733035" y="941725"/>
              <a:ext cx="99321" cy="96884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1" name="Oval 1090">
              <a:extLst>
                <a:ext uri="{FF2B5EF4-FFF2-40B4-BE49-F238E27FC236}">
                  <a16:creationId xmlns:a16="http://schemas.microsoft.com/office/drawing/2014/main" id="{4743C042-F531-1281-E06C-FE0570EB1748}"/>
                </a:ext>
              </a:extLst>
            </p:cNvPr>
            <p:cNvSpPr/>
            <p:nvPr/>
          </p:nvSpPr>
          <p:spPr>
            <a:xfrm>
              <a:off x="10774034" y="873804"/>
              <a:ext cx="99321" cy="96884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2" name="Oval 1091">
              <a:extLst>
                <a:ext uri="{FF2B5EF4-FFF2-40B4-BE49-F238E27FC236}">
                  <a16:creationId xmlns:a16="http://schemas.microsoft.com/office/drawing/2014/main" id="{86E693A4-BB39-613A-3C58-F40864E9A1CB}"/>
                </a:ext>
              </a:extLst>
            </p:cNvPr>
            <p:cNvSpPr/>
            <p:nvPr/>
          </p:nvSpPr>
          <p:spPr>
            <a:xfrm>
              <a:off x="10823694" y="886742"/>
              <a:ext cx="99321" cy="96884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3" name="Oval 1092">
              <a:extLst>
                <a:ext uri="{FF2B5EF4-FFF2-40B4-BE49-F238E27FC236}">
                  <a16:creationId xmlns:a16="http://schemas.microsoft.com/office/drawing/2014/main" id="{C0668F84-87A3-DF7C-4466-0000B9FBE671}"/>
                </a:ext>
              </a:extLst>
            </p:cNvPr>
            <p:cNvSpPr/>
            <p:nvPr/>
          </p:nvSpPr>
          <p:spPr>
            <a:xfrm>
              <a:off x="10806776" y="967809"/>
              <a:ext cx="99321" cy="96884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5" name="Oval 1094">
              <a:extLst>
                <a:ext uri="{FF2B5EF4-FFF2-40B4-BE49-F238E27FC236}">
                  <a16:creationId xmlns:a16="http://schemas.microsoft.com/office/drawing/2014/main" id="{CEC62410-FA8B-BAF9-6808-BADC00ADDBBF}"/>
                </a:ext>
              </a:extLst>
            </p:cNvPr>
            <p:cNvSpPr/>
            <p:nvPr/>
          </p:nvSpPr>
          <p:spPr>
            <a:xfrm>
              <a:off x="10895897" y="962385"/>
              <a:ext cx="99321" cy="968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6" name="Oval 1095">
              <a:extLst>
                <a:ext uri="{FF2B5EF4-FFF2-40B4-BE49-F238E27FC236}">
                  <a16:creationId xmlns:a16="http://schemas.microsoft.com/office/drawing/2014/main" id="{29A89FCB-5960-D09B-35BB-722EEE7671FA}"/>
                </a:ext>
              </a:extLst>
            </p:cNvPr>
            <p:cNvSpPr/>
            <p:nvPr/>
          </p:nvSpPr>
          <p:spPr>
            <a:xfrm>
              <a:off x="10936896" y="894464"/>
              <a:ext cx="99321" cy="968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7" name="Oval 1096">
              <a:extLst>
                <a:ext uri="{FF2B5EF4-FFF2-40B4-BE49-F238E27FC236}">
                  <a16:creationId xmlns:a16="http://schemas.microsoft.com/office/drawing/2014/main" id="{EE85744F-31A0-CD65-D645-8741299C757D}"/>
                </a:ext>
              </a:extLst>
            </p:cNvPr>
            <p:cNvSpPr/>
            <p:nvPr/>
          </p:nvSpPr>
          <p:spPr>
            <a:xfrm>
              <a:off x="10986556" y="907402"/>
              <a:ext cx="99321" cy="968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8" name="Oval 1097">
              <a:extLst>
                <a:ext uri="{FF2B5EF4-FFF2-40B4-BE49-F238E27FC236}">
                  <a16:creationId xmlns:a16="http://schemas.microsoft.com/office/drawing/2014/main" id="{41349DC0-272C-D5BC-9204-295EB0C2F998}"/>
                </a:ext>
              </a:extLst>
            </p:cNvPr>
            <p:cNvSpPr/>
            <p:nvPr/>
          </p:nvSpPr>
          <p:spPr>
            <a:xfrm>
              <a:off x="10969638" y="988469"/>
              <a:ext cx="99321" cy="968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00" name="Oval 1099">
              <a:extLst>
                <a:ext uri="{FF2B5EF4-FFF2-40B4-BE49-F238E27FC236}">
                  <a16:creationId xmlns:a16="http://schemas.microsoft.com/office/drawing/2014/main" id="{37AC5C3D-E6AF-40CF-65FE-CC3850B4B369}"/>
                </a:ext>
              </a:extLst>
            </p:cNvPr>
            <p:cNvSpPr/>
            <p:nvPr/>
          </p:nvSpPr>
          <p:spPr>
            <a:xfrm>
              <a:off x="10377444" y="1027920"/>
              <a:ext cx="99321" cy="9688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01" name="Oval 1100">
              <a:extLst>
                <a:ext uri="{FF2B5EF4-FFF2-40B4-BE49-F238E27FC236}">
                  <a16:creationId xmlns:a16="http://schemas.microsoft.com/office/drawing/2014/main" id="{A169F228-1979-0E8D-000E-761D5879E9D0}"/>
                </a:ext>
              </a:extLst>
            </p:cNvPr>
            <p:cNvSpPr/>
            <p:nvPr/>
          </p:nvSpPr>
          <p:spPr>
            <a:xfrm>
              <a:off x="10445890" y="1082967"/>
              <a:ext cx="99321" cy="9688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120" name="Group 1119">
            <a:extLst>
              <a:ext uri="{FF2B5EF4-FFF2-40B4-BE49-F238E27FC236}">
                <a16:creationId xmlns:a16="http://schemas.microsoft.com/office/drawing/2014/main" id="{FFAAB4F6-0BC4-51AA-706B-69D963457993}"/>
              </a:ext>
            </a:extLst>
          </p:cNvPr>
          <p:cNvGrpSpPr/>
          <p:nvPr/>
        </p:nvGrpSpPr>
        <p:grpSpPr>
          <a:xfrm>
            <a:off x="4155441" y="2278323"/>
            <a:ext cx="1459113" cy="579292"/>
            <a:chOff x="9642902" y="233626"/>
            <a:chExt cx="1612472" cy="640178"/>
          </a:xfrm>
        </p:grpSpPr>
        <p:cxnSp>
          <p:nvCxnSpPr>
            <p:cNvPr id="1104" name="Straight Arrow Connector 1103">
              <a:extLst>
                <a:ext uri="{FF2B5EF4-FFF2-40B4-BE49-F238E27FC236}">
                  <a16:creationId xmlns:a16="http://schemas.microsoft.com/office/drawing/2014/main" id="{0D28E6EF-F72E-997E-8FFA-20D03D0BA0B1}"/>
                </a:ext>
              </a:extLst>
            </p:cNvPr>
            <p:cNvCxnSpPr>
              <a:cxnSpLocks/>
            </p:cNvCxnSpPr>
            <p:nvPr/>
          </p:nvCxnSpPr>
          <p:spPr>
            <a:xfrm>
              <a:off x="9642902" y="579120"/>
              <a:ext cx="16124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109" name="Group 1108">
              <a:extLst>
                <a:ext uri="{FF2B5EF4-FFF2-40B4-BE49-F238E27FC236}">
                  <a16:creationId xmlns:a16="http://schemas.microsoft.com/office/drawing/2014/main" id="{27C57540-E60E-94E2-45BF-9C404508F76B}"/>
                </a:ext>
              </a:extLst>
            </p:cNvPr>
            <p:cNvGrpSpPr/>
            <p:nvPr/>
          </p:nvGrpSpPr>
          <p:grpSpPr>
            <a:xfrm>
              <a:off x="9711958" y="241911"/>
              <a:ext cx="223287" cy="631893"/>
              <a:chOff x="9838091" y="148530"/>
              <a:chExt cx="223287" cy="631893"/>
            </a:xfrm>
          </p:grpSpPr>
          <p:sp>
            <p:nvSpPr>
              <p:cNvPr id="1107" name="Arc 1106">
                <a:extLst>
                  <a:ext uri="{FF2B5EF4-FFF2-40B4-BE49-F238E27FC236}">
                    <a16:creationId xmlns:a16="http://schemas.microsoft.com/office/drawing/2014/main" id="{051F1ED0-2484-F36D-320C-A042D26A8581}"/>
                  </a:ext>
                </a:extLst>
              </p:cNvPr>
              <p:cNvSpPr/>
              <p:nvPr/>
            </p:nvSpPr>
            <p:spPr>
              <a:xfrm>
                <a:off x="9838091" y="148530"/>
                <a:ext cx="223287" cy="631893"/>
              </a:xfrm>
              <a:prstGeom prst="arc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08" name="Arc 1107">
                <a:extLst>
                  <a:ext uri="{FF2B5EF4-FFF2-40B4-BE49-F238E27FC236}">
                    <a16:creationId xmlns:a16="http://schemas.microsoft.com/office/drawing/2014/main" id="{80DCB3F2-7450-EEE4-CAD7-F2301AF0397B}"/>
                  </a:ext>
                </a:extLst>
              </p:cNvPr>
              <p:cNvSpPr/>
              <p:nvPr/>
            </p:nvSpPr>
            <p:spPr>
              <a:xfrm flipH="1">
                <a:off x="9838091" y="148530"/>
                <a:ext cx="223287" cy="631893"/>
              </a:xfrm>
              <a:prstGeom prst="arc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10" name="Group 1109">
              <a:extLst>
                <a:ext uri="{FF2B5EF4-FFF2-40B4-BE49-F238E27FC236}">
                  <a16:creationId xmlns:a16="http://schemas.microsoft.com/office/drawing/2014/main" id="{B3DCE089-D88B-0FDB-009A-B33557DBB70B}"/>
                </a:ext>
              </a:extLst>
            </p:cNvPr>
            <p:cNvGrpSpPr/>
            <p:nvPr/>
          </p:nvGrpSpPr>
          <p:grpSpPr>
            <a:xfrm>
              <a:off x="10082394" y="233626"/>
              <a:ext cx="223287" cy="631893"/>
              <a:chOff x="9838091" y="148530"/>
              <a:chExt cx="223287" cy="631893"/>
            </a:xfrm>
          </p:grpSpPr>
          <p:sp>
            <p:nvSpPr>
              <p:cNvPr id="1111" name="Arc 1110">
                <a:extLst>
                  <a:ext uri="{FF2B5EF4-FFF2-40B4-BE49-F238E27FC236}">
                    <a16:creationId xmlns:a16="http://schemas.microsoft.com/office/drawing/2014/main" id="{EB7E27D0-FC14-5365-A1AA-F97918BB0B13}"/>
                  </a:ext>
                </a:extLst>
              </p:cNvPr>
              <p:cNvSpPr/>
              <p:nvPr/>
            </p:nvSpPr>
            <p:spPr>
              <a:xfrm>
                <a:off x="9838091" y="148530"/>
                <a:ext cx="223287" cy="631893"/>
              </a:xfrm>
              <a:prstGeom prst="arc">
                <a:avLst/>
              </a:prstGeom>
              <a:ln w="12700">
                <a:solidFill>
                  <a:srgbClr val="ED7D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12" name="Arc 1111">
                <a:extLst>
                  <a:ext uri="{FF2B5EF4-FFF2-40B4-BE49-F238E27FC236}">
                    <a16:creationId xmlns:a16="http://schemas.microsoft.com/office/drawing/2014/main" id="{99D01A1F-E215-69DA-6339-0510C050837A}"/>
                  </a:ext>
                </a:extLst>
              </p:cNvPr>
              <p:cNvSpPr/>
              <p:nvPr/>
            </p:nvSpPr>
            <p:spPr>
              <a:xfrm flipH="1">
                <a:off x="9838091" y="148530"/>
                <a:ext cx="223287" cy="631893"/>
              </a:xfrm>
              <a:prstGeom prst="arc">
                <a:avLst/>
              </a:prstGeom>
              <a:ln w="12700">
                <a:solidFill>
                  <a:srgbClr val="ED7D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13" name="Group 1112">
              <a:extLst>
                <a:ext uri="{FF2B5EF4-FFF2-40B4-BE49-F238E27FC236}">
                  <a16:creationId xmlns:a16="http://schemas.microsoft.com/office/drawing/2014/main" id="{D0C87623-2D54-7C8A-7703-B5C60D3647FF}"/>
                </a:ext>
              </a:extLst>
            </p:cNvPr>
            <p:cNvGrpSpPr/>
            <p:nvPr/>
          </p:nvGrpSpPr>
          <p:grpSpPr>
            <a:xfrm>
              <a:off x="10443754" y="241911"/>
              <a:ext cx="223287" cy="631893"/>
              <a:chOff x="9838091" y="148530"/>
              <a:chExt cx="223287" cy="631893"/>
            </a:xfrm>
          </p:grpSpPr>
          <p:sp>
            <p:nvSpPr>
              <p:cNvPr id="1114" name="Arc 1113">
                <a:extLst>
                  <a:ext uri="{FF2B5EF4-FFF2-40B4-BE49-F238E27FC236}">
                    <a16:creationId xmlns:a16="http://schemas.microsoft.com/office/drawing/2014/main" id="{676C0657-5113-3E22-0F95-E438687B61AF}"/>
                  </a:ext>
                </a:extLst>
              </p:cNvPr>
              <p:cNvSpPr/>
              <p:nvPr/>
            </p:nvSpPr>
            <p:spPr>
              <a:xfrm>
                <a:off x="9838091" y="148530"/>
                <a:ext cx="223287" cy="631893"/>
              </a:xfrm>
              <a:prstGeom prst="arc">
                <a:avLst/>
              </a:prstGeom>
              <a:ln w="12700">
                <a:solidFill>
                  <a:srgbClr val="A9D18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15" name="Arc 1114">
                <a:extLst>
                  <a:ext uri="{FF2B5EF4-FFF2-40B4-BE49-F238E27FC236}">
                    <a16:creationId xmlns:a16="http://schemas.microsoft.com/office/drawing/2014/main" id="{A41393AF-EA7F-DB1E-D836-5C2BC387A6DF}"/>
                  </a:ext>
                </a:extLst>
              </p:cNvPr>
              <p:cNvSpPr/>
              <p:nvPr/>
            </p:nvSpPr>
            <p:spPr>
              <a:xfrm flipH="1">
                <a:off x="9838091" y="148530"/>
                <a:ext cx="223287" cy="631893"/>
              </a:xfrm>
              <a:prstGeom prst="arc">
                <a:avLst/>
              </a:prstGeom>
              <a:ln w="12700">
                <a:solidFill>
                  <a:srgbClr val="A9D18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16" name="Group 1115">
              <a:extLst>
                <a:ext uri="{FF2B5EF4-FFF2-40B4-BE49-F238E27FC236}">
                  <a16:creationId xmlns:a16="http://schemas.microsoft.com/office/drawing/2014/main" id="{DB10204B-D967-ACC9-DBAE-100CDE4C7DB4}"/>
                </a:ext>
              </a:extLst>
            </p:cNvPr>
            <p:cNvGrpSpPr/>
            <p:nvPr/>
          </p:nvGrpSpPr>
          <p:grpSpPr>
            <a:xfrm>
              <a:off x="10917261" y="239064"/>
              <a:ext cx="223287" cy="631893"/>
              <a:chOff x="9838091" y="148530"/>
              <a:chExt cx="223287" cy="631893"/>
            </a:xfrm>
            <a:solidFill>
              <a:srgbClr val="FFFFFF"/>
            </a:solidFill>
          </p:grpSpPr>
          <p:sp>
            <p:nvSpPr>
              <p:cNvPr id="1117" name="Arc 1116">
                <a:extLst>
                  <a:ext uri="{FF2B5EF4-FFF2-40B4-BE49-F238E27FC236}">
                    <a16:creationId xmlns:a16="http://schemas.microsoft.com/office/drawing/2014/main" id="{0984BF0A-9190-066F-3CCD-3148386E1407}"/>
                  </a:ext>
                </a:extLst>
              </p:cNvPr>
              <p:cNvSpPr/>
              <p:nvPr/>
            </p:nvSpPr>
            <p:spPr>
              <a:xfrm>
                <a:off x="9838091" y="148530"/>
                <a:ext cx="223287" cy="631893"/>
              </a:xfrm>
              <a:prstGeom prst="arc">
                <a:avLst/>
              </a:prstGeom>
              <a:grpFill/>
              <a:ln w="12700">
                <a:solidFill>
                  <a:srgbClr val="FFE6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18" name="Arc 1117">
                <a:extLst>
                  <a:ext uri="{FF2B5EF4-FFF2-40B4-BE49-F238E27FC236}">
                    <a16:creationId xmlns:a16="http://schemas.microsoft.com/office/drawing/2014/main" id="{C52132DB-6844-A451-9086-A2677D568C1C}"/>
                  </a:ext>
                </a:extLst>
              </p:cNvPr>
              <p:cNvSpPr/>
              <p:nvPr/>
            </p:nvSpPr>
            <p:spPr>
              <a:xfrm flipH="1">
                <a:off x="9838091" y="148530"/>
                <a:ext cx="223287" cy="631893"/>
              </a:xfrm>
              <a:prstGeom prst="arc">
                <a:avLst/>
              </a:prstGeom>
              <a:grpFill/>
              <a:ln w="12700">
                <a:solidFill>
                  <a:srgbClr val="FFE6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2C0F5D65-0A06-DE56-0971-C4935442E318}"/>
                    </a:ext>
                  </a:extLst>
                </p:cNvPr>
                <p:cNvSpPr txBox="1"/>
                <p:nvPr/>
              </p:nvSpPr>
              <p:spPr>
                <a:xfrm>
                  <a:off x="10046205" y="554451"/>
                  <a:ext cx="770265" cy="2550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oMath>
                    </m:oMathPara>
                  </a14:m>
                  <a:endParaRPr lang="en-NL" sz="9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2C0F5D65-0A06-DE56-0971-C4935442E3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6205" y="554451"/>
                  <a:ext cx="770265" cy="25509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128" name="Picture 1127">
            <a:extLst>
              <a:ext uri="{FF2B5EF4-FFF2-40B4-BE49-F238E27FC236}">
                <a16:creationId xmlns:a16="http://schemas.microsoft.com/office/drawing/2014/main" id="{0C2E079C-0A9E-C1B4-69E9-B37D875023A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7484" r="59849"/>
          <a:stretch/>
        </p:blipFill>
        <p:spPr>
          <a:xfrm>
            <a:off x="8812423" y="3501424"/>
            <a:ext cx="613476" cy="714013"/>
          </a:xfrm>
          <a:prstGeom prst="rect">
            <a:avLst/>
          </a:prstGeom>
        </p:spPr>
      </p:pic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9D5C2693-F982-5F72-1DC0-9D7C04E49D7E}"/>
              </a:ext>
            </a:extLst>
          </p:cNvPr>
          <p:cNvGrpSpPr/>
          <p:nvPr/>
        </p:nvGrpSpPr>
        <p:grpSpPr>
          <a:xfrm>
            <a:off x="10177748" y="3610851"/>
            <a:ext cx="679893" cy="623670"/>
            <a:chOff x="9541305" y="3628691"/>
            <a:chExt cx="679893" cy="623670"/>
          </a:xfrm>
        </p:grpSpPr>
        <p:grpSp>
          <p:nvGrpSpPr>
            <p:cNvPr id="1130" name="Group 1129">
              <a:extLst>
                <a:ext uri="{FF2B5EF4-FFF2-40B4-BE49-F238E27FC236}">
                  <a16:creationId xmlns:a16="http://schemas.microsoft.com/office/drawing/2014/main" id="{0A15DF2A-AFA0-BCB2-F774-78BE4D21E060}"/>
                </a:ext>
              </a:extLst>
            </p:cNvPr>
            <p:cNvGrpSpPr/>
            <p:nvPr/>
          </p:nvGrpSpPr>
          <p:grpSpPr>
            <a:xfrm>
              <a:off x="9541305" y="4021529"/>
              <a:ext cx="679893" cy="230832"/>
              <a:chOff x="9642902" y="554451"/>
              <a:chExt cx="1612472" cy="255093"/>
            </a:xfrm>
          </p:grpSpPr>
          <p:cxnSp>
            <p:nvCxnSpPr>
              <p:cNvPr id="1132" name="Straight Arrow Connector 1131">
                <a:extLst>
                  <a:ext uri="{FF2B5EF4-FFF2-40B4-BE49-F238E27FC236}">
                    <a16:creationId xmlns:a16="http://schemas.microsoft.com/office/drawing/2014/main" id="{01ECE1DA-74C8-FC98-51C9-AA2F43DDD1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42902" y="579120"/>
                <a:ext cx="161247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33" name="TextBox 1132">
                    <a:extLst>
                      <a:ext uri="{FF2B5EF4-FFF2-40B4-BE49-F238E27FC236}">
                        <a16:creationId xmlns:a16="http://schemas.microsoft.com/office/drawing/2014/main" id="{69379051-2374-59B3-BB6A-D02C87B5DD70}"/>
                      </a:ext>
                    </a:extLst>
                  </p:cNvPr>
                  <p:cNvSpPr txBox="1"/>
                  <p:nvPr/>
                </p:nvSpPr>
                <p:spPr>
                  <a:xfrm>
                    <a:off x="9864350" y="554451"/>
                    <a:ext cx="770266" cy="2550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oMath>
                      </m:oMathPara>
                    </a14:m>
                    <a:endParaRPr lang="en-NL" sz="90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133" name="TextBox 1132">
                    <a:extLst>
                      <a:ext uri="{FF2B5EF4-FFF2-40B4-BE49-F238E27FC236}">
                        <a16:creationId xmlns:a16="http://schemas.microsoft.com/office/drawing/2014/main" id="{69379051-2374-59B3-BB6A-D02C87B5DD7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64350" y="554451"/>
                    <a:ext cx="770266" cy="25509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3F1B82A1-5AF8-0F57-A733-0D8362EF4A55}"/>
                </a:ext>
              </a:extLst>
            </p:cNvPr>
            <p:cNvSpPr/>
            <p:nvPr/>
          </p:nvSpPr>
          <p:spPr>
            <a:xfrm>
              <a:off x="9564808" y="3628691"/>
              <a:ext cx="594290" cy="346950"/>
            </a:xfrm>
            <a:custGeom>
              <a:avLst/>
              <a:gdLst>
                <a:gd name="connsiteX0" fmla="*/ 0 w 1094098"/>
                <a:gd name="connsiteY0" fmla="*/ 346733 h 346950"/>
                <a:gd name="connsiteX1" fmla="*/ 286512 w 1094098"/>
                <a:gd name="connsiteY1" fmla="*/ 285773 h 346950"/>
                <a:gd name="connsiteX2" fmla="*/ 451104 w 1094098"/>
                <a:gd name="connsiteY2" fmla="*/ 11453 h 346950"/>
                <a:gd name="connsiteX3" fmla="*/ 573024 w 1094098"/>
                <a:gd name="connsiteY3" fmla="*/ 78509 h 346950"/>
                <a:gd name="connsiteX4" fmla="*/ 804672 w 1094098"/>
                <a:gd name="connsiteY4" fmla="*/ 322349 h 346950"/>
                <a:gd name="connsiteX5" fmla="*/ 1066800 w 1094098"/>
                <a:gd name="connsiteY5" fmla="*/ 340637 h 346950"/>
                <a:gd name="connsiteX6" fmla="*/ 1072896 w 1094098"/>
                <a:gd name="connsiteY6" fmla="*/ 340637 h 346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94098" h="346950">
                  <a:moveTo>
                    <a:pt x="0" y="346733"/>
                  </a:moveTo>
                  <a:cubicBezTo>
                    <a:pt x="105664" y="344193"/>
                    <a:pt x="211328" y="341653"/>
                    <a:pt x="286512" y="285773"/>
                  </a:cubicBezTo>
                  <a:cubicBezTo>
                    <a:pt x="361696" y="229893"/>
                    <a:pt x="403352" y="45997"/>
                    <a:pt x="451104" y="11453"/>
                  </a:cubicBezTo>
                  <a:cubicBezTo>
                    <a:pt x="498856" y="-23091"/>
                    <a:pt x="514096" y="26693"/>
                    <a:pt x="573024" y="78509"/>
                  </a:cubicBezTo>
                  <a:cubicBezTo>
                    <a:pt x="631952" y="130325"/>
                    <a:pt x="722376" y="278661"/>
                    <a:pt x="804672" y="322349"/>
                  </a:cubicBezTo>
                  <a:cubicBezTo>
                    <a:pt x="886968" y="366037"/>
                    <a:pt x="1022096" y="337589"/>
                    <a:pt x="1066800" y="340637"/>
                  </a:cubicBezTo>
                  <a:cubicBezTo>
                    <a:pt x="1111504" y="343685"/>
                    <a:pt x="1092200" y="342161"/>
                    <a:pt x="1072896" y="340637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36" name="TextBox 1135">
            <a:extLst>
              <a:ext uri="{FF2B5EF4-FFF2-40B4-BE49-F238E27FC236}">
                <a16:creationId xmlns:a16="http://schemas.microsoft.com/office/drawing/2014/main" id="{A4CBCE37-4465-1B83-FC80-2263595355BE}"/>
              </a:ext>
            </a:extLst>
          </p:cNvPr>
          <p:cNvSpPr txBox="1"/>
          <p:nvPr/>
        </p:nvSpPr>
        <p:spPr>
          <a:xfrm>
            <a:off x="9609131" y="3602622"/>
            <a:ext cx="613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endParaRPr lang="en-NL" sz="3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kstvak 23">
            <a:extLst>
              <a:ext uri="{FF2B5EF4-FFF2-40B4-BE49-F238E27FC236}">
                <a16:creationId xmlns:a16="http://schemas.microsoft.com/office/drawing/2014/main" id="{6DD72CB0-DDF5-F301-4463-EC88AC87C598}"/>
              </a:ext>
            </a:extLst>
          </p:cNvPr>
          <p:cNvSpPr txBox="1"/>
          <p:nvPr/>
        </p:nvSpPr>
        <p:spPr>
          <a:xfrm>
            <a:off x="6568253" y="2872924"/>
            <a:ext cx="1735011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MS1</a:t>
            </a:r>
          </a:p>
        </p:txBody>
      </p:sp>
      <p:sp>
        <p:nvSpPr>
          <p:cNvPr id="54" name="Tekstvak 23">
            <a:extLst>
              <a:ext uri="{FF2B5EF4-FFF2-40B4-BE49-F238E27FC236}">
                <a16:creationId xmlns:a16="http://schemas.microsoft.com/office/drawing/2014/main" id="{D44E37A1-BA3D-EDFE-0609-6195C426BD78}"/>
              </a:ext>
            </a:extLst>
          </p:cNvPr>
          <p:cNvSpPr txBox="1"/>
          <p:nvPr/>
        </p:nvSpPr>
        <p:spPr>
          <a:xfrm>
            <a:off x="9994725" y="2872924"/>
            <a:ext cx="1735011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MS2</a:t>
            </a:r>
          </a:p>
        </p:txBody>
      </p:sp>
      <p:sp>
        <p:nvSpPr>
          <p:cNvPr id="55" name="Tekstvak 23">
            <a:extLst>
              <a:ext uri="{FF2B5EF4-FFF2-40B4-BE49-F238E27FC236}">
                <a16:creationId xmlns:a16="http://schemas.microsoft.com/office/drawing/2014/main" id="{65E2456C-DA31-46E2-EF00-E477FBEA9527}"/>
              </a:ext>
            </a:extLst>
          </p:cNvPr>
          <p:cNvSpPr txBox="1"/>
          <p:nvPr/>
        </p:nvSpPr>
        <p:spPr>
          <a:xfrm>
            <a:off x="377109" y="2872924"/>
            <a:ext cx="784346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peptides</a:t>
            </a:r>
          </a:p>
        </p:txBody>
      </p:sp>
      <p:pic>
        <p:nvPicPr>
          <p:cNvPr id="50" name="Picture 49" descr="Chart, box and whisker chart&#10;&#10;Description automatically generated">
            <a:extLst>
              <a:ext uri="{FF2B5EF4-FFF2-40B4-BE49-F238E27FC236}">
                <a16:creationId xmlns:a16="http://schemas.microsoft.com/office/drawing/2014/main" id="{DD2B04F1-BF5D-94AB-D16D-984DAD26D19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757" y="4477480"/>
            <a:ext cx="2002772" cy="1001386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0C1F3DCC-3022-7666-A2F0-6C5ECF2D26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6967" y="4336391"/>
            <a:ext cx="2165310" cy="1281159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C9E3FA76-10E0-A68B-4098-57EF3774E079}"/>
              </a:ext>
            </a:extLst>
          </p:cNvPr>
          <p:cNvSpPr txBox="1"/>
          <p:nvPr/>
        </p:nvSpPr>
        <p:spPr>
          <a:xfrm>
            <a:off x="655320" y="3886288"/>
            <a:ext cx="5032806" cy="7383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457200"/>
            <a:r>
              <a:rPr lang="nl-NL" sz="2000" b="1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silico</a:t>
            </a:r>
          </a:p>
        </p:txBody>
      </p:sp>
      <p:sp>
        <p:nvSpPr>
          <p:cNvPr id="111" name="Tekstvak 16">
            <a:extLst>
              <a:ext uri="{FF2B5EF4-FFF2-40B4-BE49-F238E27FC236}">
                <a16:creationId xmlns:a16="http://schemas.microsoft.com/office/drawing/2014/main" id="{765EFC82-DC8C-B7FB-8074-0CA7FD65235B}"/>
              </a:ext>
            </a:extLst>
          </p:cNvPr>
          <p:cNvSpPr txBox="1"/>
          <p:nvPr/>
        </p:nvSpPr>
        <p:spPr>
          <a:xfrm>
            <a:off x="10389813" y="5508080"/>
            <a:ext cx="1595266" cy="453797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theoretical </a:t>
            </a:r>
          </a:p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spectra</a:t>
            </a:r>
          </a:p>
        </p:txBody>
      </p:sp>
      <p:cxnSp>
        <p:nvCxnSpPr>
          <p:cNvPr id="112" name="Rechte verbindingslijn met pijl 6">
            <a:extLst>
              <a:ext uri="{FF2B5EF4-FFF2-40B4-BE49-F238E27FC236}">
                <a16:creationId xmlns:a16="http://schemas.microsoft.com/office/drawing/2014/main" id="{AA3832E2-170E-1538-CD10-11D2526F4005}"/>
              </a:ext>
            </a:extLst>
          </p:cNvPr>
          <p:cNvCxnSpPr>
            <a:cxnSpLocks/>
          </p:cNvCxnSpPr>
          <p:nvPr/>
        </p:nvCxnSpPr>
        <p:spPr>
          <a:xfrm>
            <a:off x="5397177" y="4988384"/>
            <a:ext cx="86138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B5B1E784-EF64-DA06-283A-C508C773153F}"/>
              </a:ext>
            </a:extLst>
          </p:cNvPr>
          <p:cNvSpPr txBox="1"/>
          <p:nvPr/>
        </p:nvSpPr>
        <p:spPr>
          <a:xfrm>
            <a:off x="7410528" y="5442906"/>
            <a:ext cx="525871" cy="13034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457200"/>
            <a:r>
              <a:rPr lang="nl-NL" sz="400">
                <a:solidFill>
                  <a:srgbClr val="1B29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m/z</a:t>
            </a:r>
          </a:p>
        </p:txBody>
      </p:sp>
      <p:sp>
        <p:nvSpPr>
          <p:cNvPr id="116" name="Tekstvak 4">
            <a:extLst>
              <a:ext uri="{FF2B5EF4-FFF2-40B4-BE49-F238E27FC236}">
                <a16:creationId xmlns:a16="http://schemas.microsoft.com/office/drawing/2014/main" id="{4E96D1F5-5C4F-2D57-17A3-3637B700964C}"/>
              </a:ext>
            </a:extLst>
          </p:cNvPr>
          <p:cNvSpPr txBox="1"/>
          <p:nvPr/>
        </p:nvSpPr>
        <p:spPr>
          <a:xfrm>
            <a:off x="6770688" y="5508965"/>
            <a:ext cx="1404283" cy="453797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precursor mass </a:t>
            </a:r>
          </a:p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(and isotopic distribution)</a:t>
            </a:r>
          </a:p>
        </p:txBody>
      </p:sp>
      <p:sp>
        <p:nvSpPr>
          <p:cNvPr id="118" name="Tekstvak 25">
            <a:extLst>
              <a:ext uri="{FF2B5EF4-FFF2-40B4-BE49-F238E27FC236}">
                <a16:creationId xmlns:a16="http://schemas.microsoft.com/office/drawing/2014/main" id="{8FEE48B0-7344-3380-1068-348D7958FCBD}"/>
              </a:ext>
            </a:extLst>
          </p:cNvPr>
          <p:cNvSpPr txBox="1"/>
          <p:nvPr/>
        </p:nvSpPr>
        <p:spPr>
          <a:xfrm>
            <a:off x="5210841" y="4534435"/>
            <a:ext cx="1172356" cy="907897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 </a:t>
            </a:r>
          </a:p>
          <a:p>
            <a:pPr algn="ctr"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mass</a:t>
            </a:r>
          </a:p>
        </p:txBody>
      </p:sp>
      <p:cxnSp>
        <p:nvCxnSpPr>
          <p:cNvPr id="125" name="Rechte verbindingslijn met pijl 6">
            <a:extLst>
              <a:ext uri="{FF2B5EF4-FFF2-40B4-BE49-F238E27FC236}">
                <a16:creationId xmlns:a16="http://schemas.microsoft.com/office/drawing/2014/main" id="{DD96D69D-CE99-7A0C-B578-2D313CEE2ADA}"/>
              </a:ext>
            </a:extLst>
          </p:cNvPr>
          <p:cNvCxnSpPr>
            <a:cxnSpLocks/>
          </p:cNvCxnSpPr>
          <p:nvPr/>
        </p:nvCxnSpPr>
        <p:spPr>
          <a:xfrm>
            <a:off x="3195178" y="4987264"/>
            <a:ext cx="132520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Rechte verbindingslijn met pijl 6">
            <a:extLst>
              <a:ext uri="{FF2B5EF4-FFF2-40B4-BE49-F238E27FC236}">
                <a16:creationId xmlns:a16="http://schemas.microsoft.com/office/drawing/2014/main" id="{28528E2F-5799-F912-34D7-C9EDB1352077}"/>
              </a:ext>
            </a:extLst>
          </p:cNvPr>
          <p:cNvCxnSpPr>
            <a:cxnSpLocks/>
          </p:cNvCxnSpPr>
          <p:nvPr/>
        </p:nvCxnSpPr>
        <p:spPr>
          <a:xfrm>
            <a:off x="1286066" y="4969923"/>
            <a:ext cx="93710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Rechte verbindingslijn met pijl 10">
            <a:extLst>
              <a:ext uri="{FF2B5EF4-FFF2-40B4-BE49-F238E27FC236}">
                <a16:creationId xmlns:a16="http://schemas.microsoft.com/office/drawing/2014/main" id="{9B145CFA-B3EA-5287-E1AB-5ABD45357AD1}"/>
              </a:ext>
            </a:extLst>
          </p:cNvPr>
          <p:cNvCxnSpPr>
            <a:cxnSpLocks/>
          </p:cNvCxnSpPr>
          <p:nvPr/>
        </p:nvCxnSpPr>
        <p:spPr>
          <a:xfrm>
            <a:off x="8542277" y="5007451"/>
            <a:ext cx="1372480" cy="12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Rectangle 130">
            <a:extLst>
              <a:ext uri="{FF2B5EF4-FFF2-40B4-BE49-F238E27FC236}">
                <a16:creationId xmlns:a16="http://schemas.microsoft.com/office/drawing/2014/main" id="{6C14AE4C-31AF-6BAE-99D2-A15134769BA3}"/>
              </a:ext>
            </a:extLst>
          </p:cNvPr>
          <p:cNvSpPr/>
          <p:nvPr/>
        </p:nvSpPr>
        <p:spPr>
          <a:xfrm>
            <a:off x="8334579" y="4565448"/>
            <a:ext cx="1774589" cy="792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457200">
              <a:lnSpc>
                <a:spcPct val="150000"/>
              </a:lnSpc>
            </a:pPr>
            <a:r>
              <a:rPr lang="nl-BE" sz="1600" b="1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silico</a:t>
            </a:r>
          </a:p>
          <a:p>
            <a:pPr lvl="0" algn="ctr"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MS/MS</a:t>
            </a:r>
          </a:p>
        </p:txBody>
      </p:sp>
      <p:pic>
        <p:nvPicPr>
          <p:cNvPr id="159" name="Graphic 158">
            <a:extLst>
              <a:ext uri="{FF2B5EF4-FFF2-40B4-BE49-F238E27FC236}">
                <a16:creationId xmlns:a16="http://schemas.microsoft.com/office/drawing/2014/main" id="{15856F07-C4B2-8FA1-5F67-45585103EB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19740" y="5472456"/>
            <a:ext cx="697999" cy="697999"/>
          </a:xfrm>
          <a:prstGeom prst="rect">
            <a:avLst/>
          </a:prstGeom>
          <a:effectLst/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A8604F91-834A-9F33-709A-46916031C28E}"/>
              </a:ext>
            </a:extLst>
          </p:cNvPr>
          <p:cNvGrpSpPr/>
          <p:nvPr/>
        </p:nvGrpSpPr>
        <p:grpSpPr>
          <a:xfrm>
            <a:off x="2441681" y="4453663"/>
            <a:ext cx="533601" cy="907898"/>
            <a:chOff x="2343331" y="3994261"/>
            <a:chExt cx="719588" cy="1224347"/>
          </a:xfrm>
        </p:grpSpPr>
        <p:grpSp>
          <p:nvGrpSpPr>
            <p:cNvPr id="11" name="Graphic 2" descr="Database with solid fill">
              <a:extLst>
                <a:ext uri="{FF2B5EF4-FFF2-40B4-BE49-F238E27FC236}">
                  <a16:creationId xmlns:a16="http://schemas.microsoft.com/office/drawing/2014/main" id="{07DB48D4-38F7-52E0-F490-112EF3EBA7E2}"/>
                </a:ext>
              </a:extLst>
            </p:cNvPr>
            <p:cNvGrpSpPr/>
            <p:nvPr/>
          </p:nvGrpSpPr>
          <p:grpSpPr>
            <a:xfrm>
              <a:off x="2343331" y="3994261"/>
              <a:ext cx="719588" cy="976585"/>
              <a:chOff x="2383192" y="4518082"/>
              <a:chExt cx="719588" cy="976585"/>
            </a:xfrm>
            <a:solidFill>
              <a:schemeClr val="bg1">
                <a:lumMod val="75000"/>
              </a:schemeClr>
            </a:solidFill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ABE1C524-ECB8-8117-E62D-C4152F1C67D7}"/>
                  </a:ext>
                </a:extLst>
              </p:cNvPr>
              <p:cNvSpPr/>
              <p:nvPr/>
            </p:nvSpPr>
            <p:spPr>
              <a:xfrm>
                <a:off x="2383192" y="4518082"/>
                <a:ext cx="719588" cy="205596"/>
              </a:xfrm>
              <a:custGeom>
                <a:avLst/>
                <a:gdLst>
                  <a:gd name="connsiteX0" fmla="*/ 719588 w 719588"/>
                  <a:gd name="connsiteY0" fmla="*/ 102798 h 205596"/>
                  <a:gd name="connsiteX1" fmla="*/ 359794 w 719588"/>
                  <a:gd name="connsiteY1" fmla="*/ 205597 h 205596"/>
                  <a:gd name="connsiteX2" fmla="*/ 0 w 719588"/>
                  <a:gd name="connsiteY2" fmla="*/ 102798 h 205596"/>
                  <a:gd name="connsiteX3" fmla="*/ 359794 w 719588"/>
                  <a:gd name="connsiteY3" fmla="*/ 0 h 205596"/>
                  <a:gd name="connsiteX4" fmla="*/ 719588 w 719588"/>
                  <a:gd name="connsiteY4" fmla="*/ 102798 h 205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588" h="205596">
                    <a:moveTo>
                      <a:pt x="719588" y="102798"/>
                    </a:moveTo>
                    <a:cubicBezTo>
                      <a:pt x="719588" y="159572"/>
                      <a:pt x="558503" y="205597"/>
                      <a:pt x="359794" y="205597"/>
                    </a:cubicBezTo>
                    <a:cubicBezTo>
                      <a:pt x="161085" y="205597"/>
                      <a:pt x="0" y="159572"/>
                      <a:pt x="0" y="102798"/>
                    </a:cubicBezTo>
                    <a:cubicBezTo>
                      <a:pt x="0" y="46024"/>
                      <a:pt x="161085" y="0"/>
                      <a:pt x="359794" y="0"/>
                    </a:cubicBezTo>
                    <a:cubicBezTo>
                      <a:pt x="558503" y="0"/>
                      <a:pt x="719588" y="46024"/>
                      <a:pt x="719588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798D0346-9130-830A-A11E-7E2B18621FBF}"/>
                  </a:ext>
                </a:extLst>
              </p:cNvPr>
              <p:cNvSpPr/>
              <p:nvPr/>
            </p:nvSpPr>
            <p:spPr>
              <a:xfrm>
                <a:off x="2383192" y="4672279"/>
                <a:ext cx="719588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sz="90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m/z</a:t>
                </a:r>
                <a:endParaRPr lang="en-NL" sz="90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Freeform: Shape 13">
                    <a:extLst>
                      <a:ext uri="{FF2B5EF4-FFF2-40B4-BE49-F238E27FC236}">
                        <a16:creationId xmlns:a16="http://schemas.microsoft.com/office/drawing/2014/main" id="{1720B36A-F758-E051-DABF-C217F50E0709}"/>
                      </a:ext>
                    </a:extLst>
                  </p:cNvPr>
                  <p:cNvSpPr/>
                  <p:nvPr/>
                </p:nvSpPr>
                <p:spPr>
                  <a:xfrm>
                    <a:off x="2383192" y="4929276"/>
                    <a:ext cx="719588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solidFill>
                    <a:srgbClr val="763737"/>
                  </a:solidFill>
                  <a:ln w="1279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oMath>
                      </m:oMathPara>
                    </a14:m>
                    <a:endParaRPr lang="en-NL" sz="90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4" name="Freeform: Shape 13">
                    <a:extLst>
                      <a:ext uri="{FF2B5EF4-FFF2-40B4-BE49-F238E27FC236}">
                        <a16:creationId xmlns:a16="http://schemas.microsoft.com/office/drawing/2014/main" id="{1720B36A-F758-E051-DABF-C217F50E070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3192" y="4929276"/>
                    <a:ext cx="719588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blipFill>
                    <a:blip r:embed="rId13"/>
                    <a:stretch>
                      <a:fillRect/>
                    </a:stretch>
                  </a:blipFill>
                  <a:ln w="1279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EB43F32A-EF46-126F-73B2-52197457EA1C}"/>
                  </a:ext>
                </a:extLst>
              </p:cNvPr>
              <p:cNvSpPr/>
              <p:nvPr/>
            </p:nvSpPr>
            <p:spPr>
              <a:xfrm>
                <a:off x="2383192" y="5186272"/>
                <a:ext cx="719588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84FCA17-7F0B-A938-F2AB-F5118E0E6C37}"/>
                </a:ext>
              </a:extLst>
            </p:cNvPr>
            <p:cNvSpPr/>
            <p:nvPr/>
          </p:nvSpPr>
          <p:spPr>
            <a:xfrm>
              <a:off x="2343331" y="4910213"/>
              <a:ext cx="719588" cy="308395"/>
            </a:xfrm>
            <a:custGeom>
              <a:avLst/>
              <a:gdLst>
                <a:gd name="connsiteX0" fmla="*/ 616790 w 719588"/>
                <a:gd name="connsiteY0" fmla="*/ 205597 h 308395"/>
                <a:gd name="connsiteX1" fmla="*/ 591090 w 719588"/>
                <a:gd name="connsiteY1" fmla="*/ 179897 h 308395"/>
                <a:gd name="connsiteX2" fmla="*/ 616790 w 719588"/>
                <a:gd name="connsiteY2" fmla="*/ 154198 h 308395"/>
                <a:gd name="connsiteX3" fmla="*/ 642490 w 719588"/>
                <a:gd name="connsiteY3" fmla="*/ 179897 h 308395"/>
                <a:gd name="connsiteX4" fmla="*/ 616790 w 719588"/>
                <a:gd name="connsiteY4" fmla="*/ 205597 h 308395"/>
                <a:gd name="connsiteX5" fmla="*/ 359794 w 719588"/>
                <a:gd name="connsiteY5" fmla="*/ 102798 h 308395"/>
                <a:gd name="connsiteX6" fmla="*/ 0 w 719588"/>
                <a:gd name="connsiteY6" fmla="*/ 0 h 308395"/>
                <a:gd name="connsiteX7" fmla="*/ 0 w 719588"/>
                <a:gd name="connsiteY7" fmla="*/ 205597 h 308395"/>
                <a:gd name="connsiteX8" fmla="*/ 359794 w 719588"/>
                <a:gd name="connsiteY8" fmla="*/ 308395 h 308395"/>
                <a:gd name="connsiteX9" fmla="*/ 719588 w 719588"/>
                <a:gd name="connsiteY9" fmla="*/ 205597 h 308395"/>
                <a:gd name="connsiteX10" fmla="*/ 719588 w 719588"/>
                <a:gd name="connsiteY10" fmla="*/ 0 h 308395"/>
                <a:gd name="connsiteX11" fmla="*/ 359794 w 719588"/>
                <a:gd name="connsiteY11" fmla="*/ 102798 h 308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9588" h="308395">
                  <a:moveTo>
                    <a:pt x="616790" y="205597"/>
                  </a:moveTo>
                  <a:cubicBezTo>
                    <a:pt x="601370" y="205597"/>
                    <a:pt x="591090" y="195317"/>
                    <a:pt x="591090" y="179897"/>
                  </a:cubicBezTo>
                  <a:cubicBezTo>
                    <a:pt x="591090" y="164477"/>
                    <a:pt x="601370" y="154198"/>
                    <a:pt x="616790" y="154198"/>
                  </a:cubicBezTo>
                  <a:cubicBezTo>
                    <a:pt x="632210" y="154198"/>
                    <a:pt x="642490" y="164477"/>
                    <a:pt x="642490" y="179897"/>
                  </a:cubicBezTo>
                  <a:cubicBezTo>
                    <a:pt x="642490" y="195317"/>
                    <a:pt x="632210" y="205597"/>
                    <a:pt x="616790" y="205597"/>
                  </a:cubicBezTo>
                  <a:close/>
                  <a:moveTo>
                    <a:pt x="359794" y="102798"/>
                  </a:moveTo>
                  <a:cubicBezTo>
                    <a:pt x="161907" y="102798"/>
                    <a:pt x="0" y="56539"/>
                    <a:pt x="0" y="0"/>
                  </a:cubicBezTo>
                  <a:lnTo>
                    <a:pt x="0" y="205597"/>
                  </a:lnTo>
                  <a:cubicBezTo>
                    <a:pt x="0" y="262136"/>
                    <a:pt x="161907" y="308395"/>
                    <a:pt x="359794" y="308395"/>
                  </a:cubicBezTo>
                  <a:cubicBezTo>
                    <a:pt x="557681" y="308395"/>
                    <a:pt x="719588" y="262136"/>
                    <a:pt x="719588" y="205597"/>
                  </a:cubicBezTo>
                  <a:lnTo>
                    <a:pt x="719588" y="0"/>
                  </a:lnTo>
                  <a:cubicBezTo>
                    <a:pt x="719588" y="56539"/>
                    <a:pt x="557681" y="102798"/>
                    <a:pt x="359794" y="102798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27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18B3E4F-30F7-DA11-9021-299DA7BF4310}"/>
              </a:ext>
            </a:extLst>
          </p:cNvPr>
          <p:cNvGrpSpPr/>
          <p:nvPr/>
        </p:nvGrpSpPr>
        <p:grpSpPr>
          <a:xfrm>
            <a:off x="584355" y="4453663"/>
            <a:ext cx="533601" cy="907898"/>
            <a:chOff x="1701298" y="3994261"/>
            <a:chExt cx="719588" cy="1224347"/>
          </a:xfrm>
        </p:grpSpPr>
        <p:grpSp>
          <p:nvGrpSpPr>
            <p:cNvPr id="21" name="Graphic 2" descr="Database with solid fill">
              <a:extLst>
                <a:ext uri="{FF2B5EF4-FFF2-40B4-BE49-F238E27FC236}">
                  <a16:creationId xmlns:a16="http://schemas.microsoft.com/office/drawing/2014/main" id="{C972D18A-0196-7BA7-747B-38C8A9773C3E}"/>
                </a:ext>
              </a:extLst>
            </p:cNvPr>
            <p:cNvGrpSpPr/>
            <p:nvPr/>
          </p:nvGrpSpPr>
          <p:grpSpPr>
            <a:xfrm>
              <a:off x="1701298" y="3994261"/>
              <a:ext cx="719588" cy="976585"/>
              <a:chOff x="1741159" y="4518082"/>
              <a:chExt cx="719588" cy="976585"/>
            </a:xfrm>
            <a:solidFill>
              <a:schemeClr val="bg1">
                <a:lumMod val="75000"/>
              </a:schemeClr>
            </a:solidFill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9389499-EF8A-9A8A-5726-FB03F190576C}"/>
                  </a:ext>
                </a:extLst>
              </p:cNvPr>
              <p:cNvSpPr/>
              <p:nvPr/>
            </p:nvSpPr>
            <p:spPr>
              <a:xfrm>
                <a:off x="1741159" y="4518082"/>
                <a:ext cx="719588" cy="205596"/>
              </a:xfrm>
              <a:custGeom>
                <a:avLst/>
                <a:gdLst>
                  <a:gd name="connsiteX0" fmla="*/ 719588 w 719588"/>
                  <a:gd name="connsiteY0" fmla="*/ 102798 h 205596"/>
                  <a:gd name="connsiteX1" fmla="*/ 359794 w 719588"/>
                  <a:gd name="connsiteY1" fmla="*/ 205597 h 205596"/>
                  <a:gd name="connsiteX2" fmla="*/ 0 w 719588"/>
                  <a:gd name="connsiteY2" fmla="*/ 102798 h 205596"/>
                  <a:gd name="connsiteX3" fmla="*/ 359794 w 719588"/>
                  <a:gd name="connsiteY3" fmla="*/ 0 h 205596"/>
                  <a:gd name="connsiteX4" fmla="*/ 719588 w 719588"/>
                  <a:gd name="connsiteY4" fmla="*/ 102798 h 205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588" h="205596">
                    <a:moveTo>
                      <a:pt x="719588" y="102798"/>
                    </a:moveTo>
                    <a:cubicBezTo>
                      <a:pt x="719588" y="159572"/>
                      <a:pt x="558503" y="205597"/>
                      <a:pt x="359794" y="205597"/>
                    </a:cubicBezTo>
                    <a:cubicBezTo>
                      <a:pt x="161085" y="205597"/>
                      <a:pt x="0" y="159572"/>
                      <a:pt x="0" y="102798"/>
                    </a:cubicBezTo>
                    <a:cubicBezTo>
                      <a:pt x="0" y="46024"/>
                      <a:pt x="161085" y="0"/>
                      <a:pt x="359794" y="0"/>
                    </a:cubicBezTo>
                    <a:cubicBezTo>
                      <a:pt x="558503" y="0"/>
                      <a:pt x="719588" y="46024"/>
                      <a:pt x="719588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1C75A58-824F-DA66-DF88-530B6524828B}"/>
                  </a:ext>
                </a:extLst>
              </p:cNvPr>
              <p:cNvSpPr/>
              <p:nvPr/>
            </p:nvSpPr>
            <p:spPr>
              <a:xfrm>
                <a:off x="1741159" y="4672279"/>
                <a:ext cx="719588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sz="90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m/z</a:t>
                </a:r>
                <a:endParaRPr lang="en-NL" sz="90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CF15BC6C-7876-EC97-9C54-4225C099C546}"/>
                  </a:ext>
                </a:extLst>
              </p:cNvPr>
              <p:cNvSpPr/>
              <p:nvPr/>
            </p:nvSpPr>
            <p:spPr>
              <a:xfrm>
                <a:off x="1741159" y="4929276"/>
                <a:ext cx="719588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97E600D5-B8FE-A192-9699-F354E7ACD31A}"/>
                  </a:ext>
                </a:extLst>
              </p:cNvPr>
              <p:cNvSpPr/>
              <p:nvPr/>
            </p:nvSpPr>
            <p:spPr>
              <a:xfrm>
                <a:off x="1741159" y="5186272"/>
                <a:ext cx="719588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E63EA19-4DAC-E537-BFB5-D3598EAE15B2}"/>
                </a:ext>
              </a:extLst>
            </p:cNvPr>
            <p:cNvSpPr/>
            <p:nvPr/>
          </p:nvSpPr>
          <p:spPr>
            <a:xfrm>
              <a:off x="1701298" y="4910213"/>
              <a:ext cx="719588" cy="308395"/>
            </a:xfrm>
            <a:custGeom>
              <a:avLst/>
              <a:gdLst>
                <a:gd name="connsiteX0" fmla="*/ 616790 w 719588"/>
                <a:gd name="connsiteY0" fmla="*/ 205597 h 308395"/>
                <a:gd name="connsiteX1" fmla="*/ 591090 w 719588"/>
                <a:gd name="connsiteY1" fmla="*/ 179897 h 308395"/>
                <a:gd name="connsiteX2" fmla="*/ 616790 w 719588"/>
                <a:gd name="connsiteY2" fmla="*/ 154198 h 308395"/>
                <a:gd name="connsiteX3" fmla="*/ 642490 w 719588"/>
                <a:gd name="connsiteY3" fmla="*/ 179897 h 308395"/>
                <a:gd name="connsiteX4" fmla="*/ 616790 w 719588"/>
                <a:gd name="connsiteY4" fmla="*/ 205597 h 308395"/>
                <a:gd name="connsiteX5" fmla="*/ 359794 w 719588"/>
                <a:gd name="connsiteY5" fmla="*/ 102798 h 308395"/>
                <a:gd name="connsiteX6" fmla="*/ 0 w 719588"/>
                <a:gd name="connsiteY6" fmla="*/ 0 h 308395"/>
                <a:gd name="connsiteX7" fmla="*/ 0 w 719588"/>
                <a:gd name="connsiteY7" fmla="*/ 205597 h 308395"/>
                <a:gd name="connsiteX8" fmla="*/ 359794 w 719588"/>
                <a:gd name="connsiteY8" fmla="*/ 308395 h 308395"/>
                <a:gd name="connsiteX9" fmla="*/ 719588 w 719588"/>
                <a:gd name="connsiteY9" fmla="*/ 205597 h 308395"/>
                <a:gd name="connsiteX10" fmla="*/ 719588 w 719588"/>
                <a:gd name="connsiteY10" fmla="*/ 0 h 308395"/>
                <a:gd name="connsiteX11" fmla="*/ 359794 w 719588"/>
                <a:gd name="connsiteY11" fmla="*/ 102798 h 308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9588" h="308395">
                  <a:moveTo>
                    <a:pt x="616790" y="205597"/>
                  </a:moveTo>
                  <a:cubicBezTo>
                    <a:pt x="601370" y="205597"/>
                    <a:pt x="591090" y="195317"/>
                    <a:pt x="591090" y="179897"/>
                  </a:cubicBezTo>
                  <a:cubicBezTo>
                    <a:pt x="591090" y="164477"/>
                    <a:pt x="601370" y="154198"/>
                    <a:pt x="616790" y="154198"/>
                  </a:cubicBezTo>
                  <a:cubicBezTo>
                    <a:pt x="632210" y="154198"/>
                    <a:pt x="642490" y="164477"/>
                    <a:pt x="642490" y="179897"/>
                  </a:cubicBezTo>
                  <a:cubicBezTo>
                    <a:pt x="642490" y="195317"/>
                    <a:pt x="632210" y="205597"/>
                    <a:pt x="616790" y="205597"/>
                  </a:cubicBezTo>
                  <a:close/>
                  <a:moveTo>
                    <a:pt x="359794" y="102798"/>
                  </a:moveTo>
                  <a:cubicBezTo>
                    <a:pt x="161907" y="102798"/>
                    <a:pt x="0" y="56539"/>
                    <a:pt x="0" y="0"/>
                  </a:cubicBezTo>
                  <a:lnTo>
                    <a:pt x="0" y="205597"/>
                  </a:lnTo>
                  <a:cubicBezTo>
                    <a:pt x="0" y="262136"/>
                    <a:pt x="161907" y="308395"/>
                    <a:pt x="359794" y="308395"/>
                  </a:cubicBezTo>
                  <a:cubicBezTo>
                    <a:pt x="557681" y="308395"/>
                    <a:pt x="719588" y="262136"/>
                    <a:pt x="719588" y="205597"/>
                  </a:cubicBezTo>
                  <a:lnTo>
                    <a:pt x="719588" y="0"/>
                  </a:lnTo>
                  <a:cubicBezTo>
                    <a:pt x="719588" y="56539"/>
                    <a:pt x="557681" y="102798"/>
                    <a:pt x="359794" y="102798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27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35203A4-6409-9064-279B-4796B3AAE095}"/>
              </a:ext>
            </a:extLst>
          </p:cNvPr>
          <p:cNvGrpSpPr/>
          <p:nvPr/>
        </p:nvGrpSpPr>
        <p:grpSpPr>
          <a:xfrm>
            <a:off x="4675432" y="4455460"/>
            <a:ext cx="533607" cy="907898"/>
            <a:chOff x="1853932" y="3994261"/>
            <a:chExt cx="719600" cy="1224347"/>
          </a:xfrm>
        </p:grpSpPr>
        <p:grpSp>
          <p:nvGrpSpPr>
            <p:cNvPr id="35" name="Graphic 2" descr="Database with solid fill">
              <a:extLst>
                <a:ext uri="{FF2B5EF4-FFF2-40B4-BE49-F238E27FC236}">
                  <a16:creationId xmlns:a16="http://schemas.microsoft.com/office/drawing/2014/main" id="{F8B6A8F6-8DFC-16B9-0A76-98959D202E18}"/>
                </a:ext>
              </a:extLst>
            </p:cNvPr>
            <p:cNvGrpSpPr/>
            <p:nvPr/>
          </p:nvGrpSpPr>
          <p:grpSpPr>
            <a:xfrm>
              <a:off x="1853932" y="3994261"/>
              <a:ext cx="719600" cy="976585"/>
              <a:chOff x="1893793" y="4518082"/>
              <a:chExt cx="719600" cy="976585"/>
            </a:xfrm>
            <a:solidFill>
              <a:schemeClr val="bg1">
                <a:lumMod val="75000"/>
              </a:schemeClr>
            </a:solidFill>
          </p:grpSpPr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FC28EBAE-B5A9-21F1-83B3-37B0297B47A5}"/>
                  </a:ext>
                </a:extLst>
              </p:cNvPr>
              <p:cNvSpPr/>
              <p:nvPr/>
            </p:nvSpPr>
            <p:spPr>
              <a:xfrm>
                <a:off x="1893793" y="4518082"/>
                <a:ext cx="719594" cy="205596"/>
              </a:xfrm>
              <a:custGeom>
                <a:avLst/>
                <a:gdLst>
                  <a:gd name="connsiteX0" fmla="*/ 719588 w 719588"/>
                  <a:gd name="connsiteY0" fmla="*/ 102798 h 205596"/>
                  <a:gd name="connsiteX1" fmla="*/ 359794 w 719588"/>
                  <a:gd name="connsiteY1" fmla="*/ 205597 h 205596"/>
                  <a:gd name="connsiteX2" fmla="*/ 0 w 719588"/>
                  <a:gd name="connsiteY2" fmla="*/ 102798 h 205596"/>
                  <a:gd name="connsiteX3" fmla="*/ 359794 w 719588"/>
                  <a:gd name="connsiteY3" fmla="*/ 0 h 205596"/>
                  <a:gd name="connsiteX4" fmla="*/ 719588 w 719588"/>
                  <a:gd name="connsiteY4" fmla="*/ 102798 h 205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588" h="205596">
                    <a:moveTo>
                      <a:pt x="719588" y="102798"/>
                    </a:moveTo>
                    <a:cubicBezTo>
                      <a:pt x="719588" y="159572"/>
                      <a:pt x="558503" y="205597"/>
                      <a:pt x="359794" y="205597"/>
                    </a:cubicBezTo>
                    <a:cubicBezTo>
                      <a:pt x="161085" y="205597"/>
                      <a:pt x="0" y="159572"/>
                      <a:pt x="0" y="102798"/>
                    </a:cubicBezTo>
                    <a:cubicBezTo>
                      <a:pt x="0" y="46024"/>
                      <a:pt x="161085" y="0"/>
                      <a:pt x="359794" y="0"/>
                    </a:cubicBezTo>
                    <a:cubicBezTo>
                      <a:pt x="558503" y="0"/>
                      <a:pt x="719588" y="46024"/>
                      <a:pt x="719588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6759730-70AB-DED3-9A4E-5BB5F25B6D93}"/>
                  </a:ext>
                </a:extLst>
              </p:cNvPr>
              <p:cNvSpPr/>
              <p:nvPr/>
            </p:nvSpPr>
            <p:spPr>
              <a:xfrm>
                <a:off x="1893798" y="4672279"/>
                <a:ext cx="719595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sz="100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m/z</a:t>
                </a:r>
                <a:endParaRPr lang="en-NL" sz="100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Freeform: Shape 38">
                    <a:extLst>
                      <a:ext uri="{FF2B5EF4-FFF2-40B4-BE49-F238E27FC236}">
                        <a16:creationId xmlns:a16="http://schemas.microsoft.com/office/drawing/2014/main" id="{39058B58-4A98-DAA8-BDFD-24174189347B}"/>
                      </a:ext>
                    </a:extLst>
                  </p:cNvPr>
                  <p:cNvSpPr/>
                  <p:nvPr/>
                </p:nvSpPr>
                <p:spPr>
                  <a:xfrm>
                    <a:off x="1893798" y="4929276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solidFill>
                    <a:srgbClr val="763737"/>
                  </a:solidFill>
                  <a:ln w="1279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oMath>
                      </m:oMathPara>
                    </a14:m>
                    <a:endParaRPr lang="en-NL" sz="100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9" name="Freeform: Shape 38">
                    <a:extLst>
                      <a:ext uri="{FF2B5EF4-FFF2-40B4-BE49-F238E27FC236}">
                        <a16:creationId xmlns:a16="http://schemas.microsoft.com/office/drawing/2014/main" id="{39058B58-4A98-DAA8-BDFD-24174189347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3798" y="4929276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blipFill>
                    <a:blip r:embed="rId14"/>
                    <a:stretch>
                      <a:fillRect/>
                    </a:stretch>
                  </a:blipFill>
                  <a:ln w="1279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Freeform: Shape 39">
                    <a:extLst>
                      <a:ext uri="{FF2B5EF4-FFF2-40B4-BE49-F238E27FC236}">
                        <a16:creationId xmlns:a16="http://schemas.microsoft.com/office/drawing/2014/main" id="{94E2A195-0CFE-FB4E-18E0-9FC0110EDF91}"/>
                      </a:ext>
                    </a:extLst>
                  </p:cNvPr>
                  <p:cNvSpPr/>
                  <p:nvPr/>
                </p:nvSpPr>
                <p:spPr>
                  <a:xfrm>
                    <a:off x="1893798" y="5186272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solidFill>
                    <a:srgbClr val="8BAAC9"/>
                  </a:solidFill>
                  <a:ln w="1279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oMath>
                      </m:oMathPara>
                    </a14:m>
                    <a:endParaRPr lang="en-NL" sz="100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40" name="Freeform: Shape 39">
                    <a:extLst>
                      <a:ext uri="{FF2B5EF4-FFF2-40B4-BE49-F238E27FC236}">
                        <a16:creationId xmlns:a16="http://schemas.microsoft.com/office/drawing/2014/main" id="{94E2A195-0CFE-FB4E-18E0-9FC0110EDF9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3798" y="5186272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blipFill>
                    <a:blip r:embed="rId15"/>
                    <a:stretch>
                      <a:fillRect/>
                    </a:stretch>
                  </a:blipFill>
                  <a:ln w="1279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DAFE857-625C-4F4B-FFB6-F55779E2E191}"/>
                </a:ext>
              </a:extLst>
            </p:cNvPr>
            <p:cNvSpPr/>
            <p:nvPr/>
          </p:nvSpPr>
          <p:spPr>
            <a:xfrm>
              <a:off x="1853937" y="4910213"/>
              <a:ext cx="719595" cy="308395"/>
            </a:xfrm>
            <a:custGeom>
              <a:avLst/>
              <a:gdLst>
                <a:gd name="connsiteX0" fmla="*/ 616790 w 719588"/>
                <a:gd name="connsiteY0" fmla="*/ 205597 h 308395"/>
                <a:gd name="connsiteX1" fmla="*/ 591090 w 719588"/>
                <a:gd name="connsiteY1" fmla="*/ 179897 h 308395"/>
                <a:gd name="connsiteX2" fmla="*/ 616790 w 719588"/>
                <a:gd name="connsiteY2" fmla="*/ 154198 h 308395"/>
                <a:gd name="connsiteX3" fmla="*/ 642490 w 719588"/>
                <a:gd name="connsiteY3" fmla="*/ 179897 h 308395"/>
                <a:gd name="connsiteX4" fmla="*/ 616790 w 719588"/>
                <a:gd name="connsiteY4" fmla="*/ 205597 h 308395"/>
                <a:gd name="connsiteX5" fmla="*/ 359794 w 719588"/>
                <a:gd name="connsiteY5" fmla="*/ 102798 h 308395"/>
                <a:gd name="connsiteX6" fmla="*/ 0 w 719588"/>
                <a:gd name="connsiteY6" fmla="*/ 0 h 308395"/>
                <a:gd name="connsiteX7" fmla="*/ 0 w 719588"/>
                <a:gd name="connsiteY7" fmla="*/ 205597 h 308395"/>
                <a:gd name="connsiteX8" fmla="*/ 359794 w 719588"/>
                <a:gd name="connsiteY8" fmla="*/ 308395 h 308395"/>
                <a:gd name="connsiteX9" fmla="*/ 719588 w 719588"/>
                <a:gd name="connsiteY9" fmla="*/ 205597 h 308395"/>
                <a:gd name="connsiteX10" fmla="*/ 719588 w 719588"/>
                <a:gd name="connsiteY10" fmla="*/ 0 h 308395"/>
                <a:gd name="connsiteX11" fmla="*/ 359794 w 719588"/>
                <a:gd name="connsiteY11" fmla="*/ 102798 h 308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9588" h="308395">
                  <a:moveTo>
                    <a:pt x="616790" y="205597"/>
                  </a:moveTo>
                  <a:cubicBezTo>
                    <a:pt x="601370" y="205597"/>
                    <a:pt x="591090" y="195317"/>
                    <a:pt x="591090" y="179897"/>
                  </a:cubicBezTo>
                  <a:cubicBezTo>
                    <a:pt x="591090" y="164477"/>
                    <a:pt x="601370" y="154198"/>
                    <a:pt x="616790" y="154198"/>
                  </a:cubicBezTo>
                  <a:cubicBezTo>
                    <a:pt x="632210" y="154198"/>
                    <a:pt x="642490" y="164477"/>
                    <a:pt x="642490" y="179897"/>
                  </a:cubicBezTo>
                  <a:cubicBezTo>
                    <a:pt x="642490" y="195317"/>
                    <a:pt x="632210" y="205597"/>
                    <a:pt x="616790" y="205597"/>
                  </a:cubicBezTo>
                  <a:close/>
                  <a:moveTo>
                    <a:pt x="359794" y="102798"/>
                  </a:moveTo>
                  <a:cubicBezTo>
                    <a:pt x="161907" y="102798"/>
                    <a:pt x="0" y="56539"/>
                    <a:pt x="0" y="0"/>
                  </a:cubicBezTo>
                  <a:lnTo>
                    <a:pt x="0" y="205597"/>
                  </a:lnTo>
                  <a:cubicBezTo>
                    <a:pt x="0" y="262136"/>
                    <a:pt x="161907" y="308395"/>
                    <a:pt x="359794" y="308395"/>
                  </a:cubicBezTo>
                  <a:cubicBezTo>
                    <a:pt x="557681" y="308395"/>
                    <a:pt x="719588" y="262136"/>
                    <a:pt x="719588" y="205597"/>
                  </a:cubicBezTo>
                  <a:lnTo>
                    <a:pt x="719588" y="0"/>
                  </a:lnTo>
                  <a:cubicBezTo>
                    <a:pt x="719588" y="56539"/>
                    <a:pt x="557681" y="102798"/>
                    <a:pt x="359794" y="102798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27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7" name="Tekstvak 23">
            <a:extLst>
              <a:ext uri="{FF2B5EF4-FFF2-40B4-BE49-F238E27FC236}">
                <a16:creationId xmlns:a16="http://schemas.microsoft.com/office/drawing/2014/main" id="{56ADDA76-9468-331E-E67D-A1130024D66C}"/>
              </a:ext>
            </a:extLst>
          </p:cNvPr>
          <p:cNvSpPr txBox="1"/>
          <p:nvPr/>
        </p:nvSpPr>
        <p:spPr>
          <a:xfrm>
            <a:off x="10266" y="5513171"/>
            <a:ext cx="1735011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fasta </a:t>
            </a:r>
          </a:p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</a:t>
            </a:r>
          </a:p>
        </p:txBody>
      </p:sp>
      <p:pic>
        <p:nvPicPr>
          <p:cNvPr id="141" name="Picture 140" descr="Logo, icon&#10;&#10;Description automatically generated">
            <a:extLst>
              <a:ext uri="{FF2B5EF4-FFF2-40B4-BE49-F238E27FC236}">
                <a16:creationId xmlns:a16="http://schemas.microsoft.com/office/drawing/2014/main" id="{EBDBA295-CDEF-75C9-E4C0-7BF5A2E941D0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761" y="5472456"/>
            <a:ext cx="697999" cy="697999"/>
          </a:xfrm>
          <a:prstGeom prst="rect">
            <a:avLst/>
          </a:prstGeom>
          <a:effectLst/>
        </p:spPr>
      </p:pic>
      <p:pic>
        <p:nvPicPr>
          <p:cNvPr id="144" name="Picture 143" descr="Icon, circle&#10;&#10;Description automatically generated">
            <a:extLst>
              <a:ext uri="{FF2B5EF4-FFF2-40B4-BE49-F238E27FC236}">
                <a16:creationId xmlns:a16="http://schemas.microsoft.com/office/drawing/2014/main" id="{116D0316-71F9-DA9F-9E52-BAB139612636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689" y="5555288"/>
            <a:ext cx="709854" cy="709854"/>
          </a:xfrm>
          <a:prstGeom prst="rect">
            <a:avLst/>
          </a:prstGeom>
          <a:effectLst>
            <a:glow rad="101600">
              <a:srgbClr val="FF0000">
                <a:alpha val="60000"/>
              </a:srgbClr>
            </a:glow>
          </a:effectLst>
        </p:spPr>
      </p:pic>
      <p:pic>
        <p:nvPicPr>
          <p:cNvPr id="158" name="Picture 157" descr="Diagram&#10;&#10;Description automatically generated">
            <a:extLst>
              <a:ext uri="{FF2B5EF4-FFF2-40B4-BE49-F238E27FC236}">
                <a16:creationId xmlns:a16="http://schemas.microsoft.com/office/drawing/2014/main" id="{80708DF3-9D09-CA96-136D-42E2AD8B4A44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507" y="3464773"/>
            <a:ext cx="601611" cy="6016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kstvak 25">
                <a:extLst>
                  <a:ext uri="{FF2B5EF4-FFF2-40B4-BE49-F238E27FC236}">
                    <a16:creationId xmlns:a16="http://schemas.microsoft.com/office/drawing/2014/main" id="{071B41AF-FC8A-06D7-87FA-1E2101FADEEA}"/>
                  </a:ext>
                </a:extLst>
              </p:cNvPr>
              <p:cNvSpPr txBox="1"/>
              <p:nvPr/>
            </p:nvSpPr>
            <p:spPr>
              <a:xfrm>
                <a:off x="1117957" y="4532024"/>
                <a:ext cx="1318096" cy="418923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noAutofit/>
              </a:bodyPr>
              <a:lstStyle/>
              <a:p>
                <a:pPr algn="ctr" defTabSz="457200">
                  <a:lnSpc>
                    <a:spcPct val="150000"/>
                  </a:lnSpc>
                </a:pPr>
                <a:r>
                  <a:rPr lang="nl-BE" sz="1600" b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Predict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endParaRPr lang="nl-BE" sz="16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9" name="Tekstvak 25">
                <a:extLst>
                  <a:ext uri="{FF2B5EF4-FFF2-40B4-BE49-F238E27FC236}">
                    <a16:creationId xmlns:a16="http://schemas.microsoft.com/office/drawing/2014/main" id="{071B41AF-FC8A-06D7-87FA-1E2101FAD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957" y="4532024"/>
                <a:ext cx="1318096" cy="418923"/>
              </a:xfrm>
              <a:prstGeom prst="rect">
                <a:avLst/>
              </a:prstGeom>
              <a:blipFill>
                <a:blip r:embed="rId19"/>
                <a:stretch>
                  <a:fillRect b="-18841"/>
                </a:stretch>
              </a:blipFill>
              <a:effectLst/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88FF132B-4591-4A99-4FFB-98A151FB4FA2}"/>
              </a:ext>
            </a:extLst>
          </p:cNvPr>
          <p:cNvGrpSpPr/>
          <p:nvPr/>
        </p:nvGrpSpPr>
        <p:grpSpPr>
          <a:xfrm>
            <a:off x="11121456" y="4534654"/>
            <a:ext cx="533607" cy="907898"/>
            <a:chOff x="1853932" y="3994261"/>
            <a:chExt cx="719600" cy="1224347"/>
          </a:xfrm>
        </p:grpSpPr>
        <p:grpSp>
          <p:nvGrpSpPr>
            <p:cNvPr id="65" name="Graphic 2" descr="Database with solid fill">
              <a:extLst>
                <a:ext uri="{FF2B5EF4-FFF2-40B4-BE49-F238E27FC236}">
                  <a16:creationId xmlns:a16="http://schemas.microsoft.com/office/drawing/2014/main" id="{98BFA118-AD02-61FD-E1E9-46BFB54C7215}"/>
                </a:ext>
              </a:extLst>
            </p:cNvPr>
            <p:cNvGrpSpPr/>
            <p:nvPr/>
          </p:nvGrpSpPr>
          <p:grpSpPr>
            <a:xfrm>
              <a:off x="1853932" y="3994261"/>
              <a:ext cx="719600" cy="976585"/>
              <a:chOff x="1893793" y="4518082"/>
              <a:chExt cx="719600" cy="976585"/>
            </a:xfrm>
            <a:solidFill>
              <a:schemeClr val="bg1">
                <a:lumMod val="75000"/>
              </a:schemeClr>
            </a:solidFill>
          </p:grpSpPr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9208AB04-E459-7FE2-8A9C-8ACAACAA677B}"/>
                  </a:ext>
                </a:extLst>
              </p:cNvPr>
              <p:cNvSpPr/>
              <p:nvPr/>
            </p:nvSpPr>
            <p:spPr>
              <a:xfrm>
                <a:off x="1893793" y="4518082"/>
                <a:ext cx="719594" cy="205596"/>
              </a:xfrm>
              <a:custGeom>
                <a:avLst/>
                <a:gdLst>
                  <a:gd name="connsiteX0" fmla="*/ 719588 w 719588"/>
                  <a:gd name="connsiteY0" fmla="*/ 102798 h 205596"/>
                  <a:gd name="connsiteX1" fmla="*/ 359794 w 719588"/>
                  <a:gd name="connsiteY1" fmla="*/ 205597 h 205596"/>
                  <a:gd name="connsiteX2" fmla="*/ 0 w 719588"/>
                  <a:gd name="connsiteY2" fmla="*/ 102798 h 205596"/>
                  <a:gd name="connsiteX3" fmla="*/ 359794 w 719588"/>
                  <a:gd name="connsiteY3" fmla="*/ 0 h 205596"/>
                  <a:gd name="connsiteX4" fmla="*/ 719588 w 719588"/>
                  <a:gd name="connsiteY4" fmla="*/ 102798 h 205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588" h="205596">
                    <a:moveTo>
                      <a:pt x="719588" y="102798"/>
                    </a:moveTo>
                    <a:cubicBezTo>
                      <a:pt x="719588" y="159572"/>
                      <a:pt x="558503" y="205597"/>
                      <a:pt x="359794" y="205597"/>
                    </a:cubicBezTo>
                    <a:cubicBezTo>
                      <a:pt x="161085" y="205597"/>
                      <a:pt x="0" y="159572"/>
                      <a:pt x="0" y="102798"/>
                    </a:cubicBezTo>
                    <a:cubicBezTo>
                      <a:pt x="0" y="46024"/>
                      <a:pt x="161085" y="0"/>
                      <a:pt x="359794" y="0"/>
                    </a:cubicBezTo>
                    <a:cubicBezTo>
                      <a:pt x="558503" y="0"/>
                      <a:pt x="719588" y="46024"/>
                      <a:pt x="719588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B9CF4D44-590F-541C-FD2E-3D9853CB4652}"/>
                  </a:ext>
                </a:extLst>
              </p:cNvPr>
              <p:cNvSpPr/>
              <p:nvPr/>
            </p:nvSpPr>
            <p:spPr>
              <a:xfrm>
                <a:off x="1893798" y="4672279"/>
                <a:ext cx="719595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sz="100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m/z</a:t>
                </a:r>
                <a:endParaRPr lang="en-NL" sz="100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Freeform: Shape 68">
                    <a:extLst>
                      <a:ext uri="{FF2B5EF4-FFF2-40B4-BE49-F238E27FC236}">
                        <a16:creationId xmlns:a16="http://schemas.microsoft.com/office/drawing/2014/main" id="{16887F38-B2DA-4941-E6B5-7B2F7319AEE2}"/>
                      </a:ext>
                    </a:extLst>
                  </p:cNvPr>
                  <p:cNvSpPr/>
                  <p:nvPr/>
                </p:nvSpPr>
                <p:spPr>
                  <a:xfrm>
                    <a:off x="1893798" y="4929276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solidFill>
                    <a:srgbClr val="763737"/>
                  </a:solidFill>
                  <a:ln w="1279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oMath>
                      </m:oMathPara>
                    </a14:m>
                    <a:endParaRPr lang="en-NL" sz="100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9" name="Freeform: Shape 68">
                    <a:extLst>
                      <a:ext uri="{FF2B5EF4-FFF2-40B4-BE49-F238E27FC236}">
                        <a16:creationId xmlns:a16="http://schemas.microsoft.com/office/drawing/2014/main" id="{16887F38-B2DA-4941-E6B5-7B2F7319AEE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3798" y="4929276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blipFill>
                    <a:blip r:embed="rId14"/>
                    <a:stretch>
                      <a:fillRect/>
                    </a:stretch>
                  </a:blipFill>
                  <a:ln w="1279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Freeform: Shape 69">
                    <a:extLst>
                      <a:ext uri="{FF2B5EF4-FFF2-40B4-BE49-F238E27FC236}">
                        <a16:creationId xmlns:a16="http://schemas.microsoft.com/office/drawing/2014/main" id="{D903B079-0AC6-1AE1-EA08-B6F341E5D7E0}"/>
                      </a:ext>
                    </a:extLst>
                  </p:cNvPr>
                  <p:cNvSpPr/>
                  <p:nvPr/>
                </p:nvSpPr>
                <p:spPr>
                  <a:xfrm>
                    <a:off x="1893798" y="5186272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solidFill>
                    <a:srgbClr val="8BAAC9"/>
                  </a:solidFill>
                  <a:ln w="1279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oMath>
                      </m:oMathPara>
                    </a14:m>
                    <a:endParaRPr lang="en-NL" sz="100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70" name="Freeform: Shape 69">
                    <a:extLst>
                      <a:ext uri="{FF2B5EF4-FFF2-40B4-BE49-F238E27FC236}">
                        <a16:creationId xmlns:a16="http://schemas.microsoft.com/office/drawing/2014/main" id="{D903B079-0AC6-1AE1-EA08-B6F341E5D7E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3798" y="5186272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blipFill>
                    <a:blip r:embed="rId15"/>
                    <a:stretch>
                      <a:fillRect/>
                    </a:stretch>
                  </a:blipFill>
                  <a:ln w="1279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F07D086-E041-864E-CA50-B3E354822D1B}"/>
                </a:ext>
              </a:extLst>
            </p:cNvPr>
            <p:cNvSpPr/>
            <p:nvPr/>
          </p:nvSpPr>
          <p:spPr>
            <a:xfrm>
              <a:off x="1853937" y="4910213"/>
              <a:ext cx="719595" cy="308395"/>
            </a:xfrm>
            <a:custGeom>
              <a:avLst/>
              <a:gdLst>
                <a:gd name="connsiteX0" fmla="*/ 616790 w 719588"/>
                <a:gd name="connsiteY0" fmla="*/ 205597 h 308395"/>
                <a:gd name="connsiteX1" fmla="*/ 591090 w 719588"/>
                <a:gd name="connsiteY1" fmla="*/ 179897 h 308395"/>
                <a:gd name="connsiteX2" fmla="*/ 616790 w 719588"/>
                <a:gd name="connsiteY2" fmla="*/ 154198 h 308395"/>
                <a:gd name="connsiteX3" fmla="*/ 642490 w 719588"/>
                <a:gd name="connsiteY3" fmla="*/ 179897 h 308395"/>
                <a:gd name="connsiteX4" fmla="*/ 616790 w 719588"/>
                <a:gd name="connsiteY4" fmla="*/ 205597 h 308395"/>
                <a:gd name="connsiteX5" fmla="*/ 359794 w 719588"/>
                <a:gd name="connsiteY5" fmla="*/ 102798 h 308395"/>
                <a:gd name="connsiteX6" fmla="*/ 0 w 719588"/>
                <a:gd name="connsiteY6" fmla="*/ 0 h 308395"/>
                <a:gd name="connsiteX7" fmla="*/ 0 w 719588"/>
                <a:gd name="connsiteY7" fmla="*/ 205597 h 308395"/>
                <a:gd name="connsiteX8" fmla="*/ 359794 w 719588"/>
                <a:gd name="connsiteY8" fmla="*/ 308395 h 308395"/>
                <a:gd name="connsiteX9" fmla="*/ 719588 w 719588"/>
                <a:gd name="connsiteY9" fmla="*/ 205597 h 308395"/>
                <a:gd name="connsiteX10" fmla="*/ 719588 w 719588"/>
                <a:gd name="connsiteY10" fmla="*/ 0 h 308395"/>
                <a:gd name="connsiteX11" fmla="*/ 359794 w 719588"/>
                <a:gd name="connsiteY11" fmla="*/ 102798 h 308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9588" h="308395">
                  <a:moveTo>
                    <a:pt x="616790" y="205597"/>
                  </a:moveTo>
                  <a:cubicBezTo>
                    <a:pt x="601370" y="205597"/>
                    <a:pt x="591090" y="195317"/>
                    <a:pt x="591090" y="179897"/>
                  </a:cubicBezTo>
                  <a:cubicBezTo>
                    <a:pt x="591090" y="164477"/>
                    <a:pt x="601370" y="154198"/>
                    <a:pt x="616790" y="154198"/>
                  </a:cubicBezTo>
                  <a:cubicBezTo>
                    <a:pt x="632210" y="154198"/>
                    <a:pt x="642490" y="164477"/>
                    <a:pt x="642490" y="179897"/>
                  </a:cubicBezTo>
                  <a:cubicBezTo>
                    <a:pt x="642490" y="195317"/>
                    <a:pt x="632210" y="205597"/>
                    <a:pt x="616790" y="205597"/>
                  </a:cubicBezTo>
                  <a:close/>
                  <a:moveTo>
                    <a:pt x="359794" y="102798"/>
                  </a:moveTo>
                  <a:cubicBezTo>
                    <a:pt x="161907" y="102798"/>
                    <a:pt x="0" y="56539"/>
                    <a:pt x="0" y="0"/>
                  </a:cubicBezTo>
                  <a:lnTo>
                    <a:pt x="0" y="205597"/>
                  </a:lnTo>
                  <a:cubicBezTo>
                    <a:pt x="0" y="262136"/>
                    <a:pt x="161907" y="308395"/>
                    <a:pt x="359794" y="308395"/>
                  </a:cubicBezTo>
                  <a:cubicBezTo>
                    <a:pt x="557681" y="308395"/>
                    <a:pt x="719588" y="262136"/>
                    <a:pt x="719588" y="205597"/>
                  </a:cubicBezTo>
                  <a:lnTo>
                    <a:pt x="719588" y="0"/>
                  </a:lnTo>
                  <a:cubicBezTo>
                    <a:pt x="719588" y="56539"/>
                    <a:pt x="557681" y="102798"/>
                    <a:pt x="359794" y="102798"/>
                  </a:cubicBezTo>
                  <a:close/>
                </a:path>
              </a:pathLst>
            </a:custGeom>
            <a:solidFill>
              <a:srgbClr val="15A387"/>
            </a:solidFill>
            <a:ln w="1279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Int.</a:t>
              </a:r>
              <a:endParaRPr lang="en-NL" sz="1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72" name="Tekstvak 25">
            <a:extLst>
              <a:ext uri="{FF2B5EF4-FFF2-40B4-BE49-F238E27FC236}">
                <a16:creationId xmlns:a16="http://schemas.microsoft.com/office/drawing/2014/main" id="{B8FCC6A8-CB9B-0001-EF9A-EECD935F6FE7}"/>
              </a:ext>
            </a:extLst>
          </p:cNvPr>
          <p:cNvSpPr txBox="1"/>
          <p:nvPr/>
        </p:nvSpPr>
        <p:spPr>
          <a:xfrm>
            <a:off x="2975282" y="4526033"/>
            <a:ext cx="1700145" cy="418923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 mobility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DCF560A-552B-4F14-3017-6E5E15E35952}"/>
              </a:ext>
            </a:extLst>
          </p:cNvPr>
          <p:cNvSpPr/>
          <p:nvPr/>
        </p:nvSpPr>
        <p:spPr>
          <a:xfrm>
            <a:off x="353815" y="1429101"/>
            <a:ext cx="11492147" cy="1861732"/>
          </a:xfrm>
          <a:prstGeom prst="roundRect">
            <a:avLst>
              <a:gd name="adj" fmla="val 4688"/>
            </a:avLst>
          </a:pr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03F18C0D-489B-7290-1A83-F686DB32DDE6}"/>
              </a:ext>
            </a:extLst>
          </p:cNvPr>
          <p:cNvSpPr/>
          <p:nvPr/>
        </p:nvSpPr>
        <p:spPr>
          <a:xfrm>
            <a:off x="353814" y="4264266"/>
            <a:ext cx="11492147" cy="2078870"/>
          </a:xfrm>
          <a:prstGeom prst="roundRect">
            <a:avLst>
              <a:gd name="adj" fmla="val 4688"/>
            </a:avLst>
          </a:pr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60A41E1-15DA-8C60-81B3-C6D3E4D7C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91" y="365125"/>
            <a:ext cx="11594171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Predicted behavior for better </a:t>
            </a:r>
            <a:r>
              <a:rPr lang="en-US" sz="32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silico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representation of the signal</a:t>
            </a:r>
            <a:endParaRPr lang="en-BE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45801B-BA73-5F59-2B07-A43962507F84}"/>
              </a:ext>
            </a:extLst>
          </p:cNvPr>
          <p:cNvSpPr txBox="1"/>
          <p:nvPr/>
        </p:nvSpPr>
        <p:spPr>
          <a:xfrm>
            <a:off x="8525979" y="3278247"/>
            <a:ext cx="1382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Identification</a:t>
            </a:r>
            <a:endParaRPr kumimoji="0" lang="en-NL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024024-1D3D-A32E-98D2-AD3E974812E9}"/>
              </a:ext>
            </a:extLst>
          </p:cNvPr>
          <p:cNvSpPr txBox="1"/>
          <p:nvPr/>
        </p:nvSpPr>
        <p:spPr>
          <a:xfrm>
            <a:off x="9809504" y="3274497"/>
            <a:ext cx="1382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Quantification</a:t>
            </a:r>
            <a:endParaRPr kumimoji="0" lang="en-NL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384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A7410B6-1955-A0D3-086B-F1E2A0FE5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MS²PIP fragmentation models accurately predict</a:t>
            </a:r>
            <a:b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peptide fragmentation behavior in varying conditions</a:t>
            </a:r>
          </a:p>
        </p:txBody>
      </p:sp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036DBAAE-6DCF-7BFA-5C8F-88E6A08006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777" y="2258645"/>
            <a:ext cx="6195164" cy="3097580"/>
          </a:xfrm>
          <a:prstGeom prst="rect">
            <a:avLst/>
          </a:prstGeom>
        </p:spPr>
      </p:pic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57558332-AC7F-AB83-78DF-A45E1EE98D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6451" y="5836760"/>
            <a:ext cx="9719900" cy="884715"/>
          </a:xfrm>
        </p:spPr>
        <p:txBody>
          <a:bodyPr/>
          <a:lstStyle/>
          <a:p>
            <a:r>
              <a:rPr lang="en-US" sz="1100" dirty="0"/>
              <a:t>Degroeve, Bioinformatics (2013)</a:t>
            </a:r>
          </a:p>
          <a:p>
            <a:r>
              <a:rPr lang="en-US" sz="1100" dirty="0"/>
              <a:t>Degroeve, Nucleic Acids Research (2015)</a:t>
            </a:r>
          </a:p>
          <a:p>
            <a:r>
              <a:rPr lang="en-US" sz="1100" dirty="0"/>
              <a:t>Gabriels, Nucleic Acids Research (2019)</a:t>
            </a:r>
          </a:p>
          <a:p>
            <a:r>
              <a:rPr lang="en-US" sz="1100" dirty="0"/>
              <a:t>Declercq, Nucleic Acids Research (2023</a:t>
            </a:r>
            <a:endParaRPr lang="nl-BE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47F4995-5CDE-15B9-1D85-2F20243D78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12</a:t>
            </a:fld>
            <a:endParaRPr lang="nl-BE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8CCF761-6053-7D20-DAE4-10A9C1BF085B}"/>
              </a:ext>
            </a:extLst>
          </p:cNvPr>
          <p:cNvGrpSpPr/>
          <p:nvPr/>
        </p:nvGrpSpPr>
        <p:grpSpPr>
          <a:xfrm>
            <a:off x="10804891" y="1587765"/>
            <a:ext cx="548908" cy="685878"/>
            <a:chOff x="5746287" y="1687877"/>
            <a:chExt cx="874155" cy="109228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A31CC8D-6183-E18C-939D-DC3C9C90D8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233"/>
            <a:stretch/>
          </p:blipFill>
          <p:spPr>
            <a:xfrm>
              <a:off x="5748284" y="1687877"/>
              <a:ext cx="872158" cy="1065853"/>
            </a:xfrm>
            <a:prstGeom prst="rect">
              <a:avLst/>
            </a:prstGeom>
            <a:ln w="38100">
              <a:noFill/>
            </a:ln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569C07B-5F1B-7DB6-EC1B-689DCFCCE718}"/>
                </a:ext>
              </a:extLst>
            </p:cNvPr>
            <p:cNvSpPr/>
            <p:nvPr/>
          </p:nvSpPr>
          <p:spPr bwMode="auto">
            <a:xfrm>
              <a:off x="5746287" y="2708153"/>
              <a:ext cx="873379" cy="7200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342900" indent="-342900"/>
              <a:endParaRPr lang="nl-BE" dirty="0">
                <a:solidFill>
                  <a:srgbClr val="003366"/>
                </a:solidFill>
                <a:latin typeface="Tahoma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05FEC77-8F4B-9FA7-47A4-3E93EF47AA7B}"/>
              </a:ext>
            </a:extLst>
          </p:cNvPr>
          <p:cNvGrpSpPr/>
          <p:nvPr/>
        </p:nvGrpSpPr>
        <p:grpSpPr>
          <a:xfrm>
            <a:off x="10158818" y="1593384"/>
            <a:ext cx="539898" cy="680762"/>
            <a:chOff x="7828705" y="319385"/>
            <a:chExt cx="770535" cy="97157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47A1C07-8633-4658-FB8D-63349B4EF994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13" t="3125" r="4705" b="14458"/>
            <a:stretch/>
          </p:blipFill>
          <p:spPr bwMode="auto">
            <a:xfrm>
              <a:off x="7828705" y="319385"/>
              <a:ext cx="770535" cy="94944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16EA2C9-5334-9F1F-C39B-2A20E9A6D242}"/>
                </a:ext>
              </a:extLst>
            </p:cNvPr>
            <p:cNvSpPr/>
            <p:nvPr/>
          </p:nvSpPr>
          <p:spPr bwMode="auto">
            <a:xfrm>
              <a:off x="7828705" y="1225709"/>
              <a:ext cx="770535" cy="65249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38DEFC7-C918-B842-0D6D-6D8A1DEDE9C8}"/>
              </a:ext>
            </a:extLst>
          </p:cNvPr>
          <p:cNvGrpSpPr/>
          <p:nvPr/>
        </p:nvGrpSpPr>
        <p:grpSpPr>
          <a:xfrm>
            <a:off x="11462408" y="1592171"/>
            <a:ext cx="499038" cy="661579"/>
            <a:chOff x="7775853" y="1678051"/>
            <a:chExt cx="864033" cy="114545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1EE32A-1C95-14C5-2328-0FB395BEB46F}"/>
                </a:ext>
              </a:extLst>
            </p:cNvPr>
            <p:cNvSpPr/>
            <p:nvPr/>
          </p:nvSpPr>
          <p:spPr bwMode="auto">
            <a:xfrm>
              <a:off x="7775886" y="2751506"/>
              <a:ext cx="864000" cy="720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endParaRPr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0803A468-2A00-4D05-3062-ADC6AA48E3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75853" y="1678051"/>
              <a:ext cx="864000" cy="10734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" name="Picture 12" descr="A picture containing text, screenshot, font, line&#10;&#10;Description automatically generated">
            <a:extLst>
              <a:ext uri="{FF2B5EF4-FFF2-40B4-BE49-F238E27FC236}">
                <a16:creationId xmlns:a16="http://schemas.microsoft.com/office/drawing/2014/main" id="{3E5B67EA-4B67-FD3F-F6A6-699285908D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28427"/>
            <a:ext cx="5093864" cy="293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687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80DDA-2ED9-146D-5042-9C559D5A5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AA32345-12C4-67F3-8845-8AC016F43A85}"/>
              </a:ext>
            </a:extLst>
          </p:cNvPr>
          <p:cNvSpPr/>
          <p:nvPr/>
        </p:nvSpPr>
        <p:spPr>
          <a:xfrm>
            <a:off x="2343129" y="5496751"/>
            <a:ext cx="645406" cy="649215"/>
          </a:xfrm>
          <a:prstGeom prst="ellipse">
            <a:avLst/>
          </a:prstGeom>
          <a:noFill/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3ACA0F9D-8505-0B08-658A-E79B9A398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9230" y="6356350"/>
            <a:ext cx="11045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B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Dens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E3F558-74D7-4DE7-865B-0F3399673619}" type="slidenum">
              <a:rPr lang="nl-BE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13</a:t>
            </a:fld>
            <a:endParaRPr lang="nl-BE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1EEE5D95-FCFF-4379-AFE3-5CC0736829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736" y="1889876"/>
            <a:ext cx="1895906" cy="778461"/>
          </a:xfrm>
          <a:prstGeom prst="rect">
            <a:avLst/>
          </a:prstGeom>
        </p:spPr>
      </p:pic>
      <p:pic>
        <p:nvPicPr>
          <p:cNvPr id="98" name="Afbeelding 20">
            <a:extLst>
              <a:ext uri="{FF2B5EF4-FFF2-40B4-BE49-F238E27FC236}">
                <a16:creationId xmlns:a16="http://schemas.microsoft.com/office/drawing/2014/main" id="{74847511-EDCD-9B05-7A74-B2F5E6208927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/>
          <a:srcRect r="16657"/>
          <a:stretch/>
        </p:blipFill>
        <p:spPr>
          <a:xfrm>
            <a:off x="6327076" y="1858927"/>
            <a:ext cx="2110127" cy="988196"/>
          </a:xfrm>
          <a:prstGeom prst="rect">
            <a:avLst/>
          </a:prstGeom>
          <a:effectLst/>
          <a:scene3d>
            <a:camera prst="orthographicFront"/>
            <a:lightRig rig="threePt" dir="t"/>
          </a:scene3d>
          <a:sp3d>
            <a:contourClr>
              <a:schemeClr val="accent1"/>
            </a:contourClr>
          </a:sp3d>
        </p:spPr>
      </p:pic>
      <p:sp>
        <p:nvSpPr>
          <p:cNvPr id="100" name="Tekstvak 30">
            <a:extLst>
              <a:ext uri="{FF2B5EF4-FFF2-40B4-BE49-F238E27FC236}">
                <a16:creationId xmlns:a16="http://schemas.microsoft.com/office/drawing/2014/main" id="{97F7A546-FB20-EE61-A7E7-C19296E8FBB6}"/>
              </a:ext>
            </a:extLst>
          </p:cNvPr>
          <p:cNvSpPr txBox="1"/>
          <p:nvPr/>
        </p:nvSpPr>
        <p:spPr>
          <a:xfrm>
            <a:off x="5500294" y="1998761"/>
            <a:ext cx="480387" cy="45870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 scan</a:t>
            </a:r>
            <a:endParaRPr lang="nl-BE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1" name="Rechte verbindingslijn met pijl 24">
            <a:extLst>
              <a:ext uri="{FF2B5EF4-FFF2-40B4-BE49-F238E27FC236}">
                <a16:creationId xmlns:a16="http://schemas.microsoft.com/office/drawing/2014/main" id="{16C4562B-5EE4-183F-6330-3D496A986772}"/>
              </a:ext>
            </a:extLst>
          </p:cNvPr>
          <p:cNvCxnSpPr>
            <a:cxnSpLocks/>
          </p:cNvCxnSpPr>
          <p:nvPr/>
        </p:nvCxnSpPr>
        <p:spPr>
          <a:xfrm>
            <a:off x="1226512" y="2351488"/>
            <a:ext cx="42253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Tekstvak 25">
            <a:extLst>
              <a:ext uri="{FF2B5EF4-FFF2-40B4-BE49-F238E27FC236}">
                <a16:creationId xmlns:a16="http://schemas.microsoft.com/office/drawing/2014/main" id="{2AC37608-7E67-611A-61B4-84BC8778AEF6}"/>
              </a:ext>
            </a:extLst>
          </p:cNvPr>
          <p:cNvSpPr txBox="1"/>
          <p:nvPr/>
        </p:nvSpPr>
        <p:spPr>
          <a:xfrm>
            <a:off x="1226512" y="1976787"/>
            <a:ext cx="471292" cy="907897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LC</a:t>
            </a:r>
          </a:p>
        </p:txBody>
      </p:sp>
      <p:cxnSp>
        <p:nvCxnSpPr>
          <p:cNvPr id="103" name="Rechte verbindingslijn met pijl 24">
            <a:extLst>
              <a:ext uri="{FF2B5EF4-FFF2-40B4-BE49-F238E27FC236}">
                <a16:creationId xmlns:a16="http://schemas.microsoft.com/office/drawing/2014/main" id="{71C11962-2EA5-6673-D08D-DF9B82AF4A53}"/>
              </a:ext>
            </a:extLst>
          </p:cNvPr>
          <p:cNvCxnSpPr/>
          <p:nvPr/>
        </p:nvCxnSpPr>
        <p:spPr>
          <a:xfrm>
            <a:off x="5570808" y="2373896"/>
            <a:ext cx="75057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Tekstvak 30">
            <a:extLst>
              <a:ext uri="{FF2B5EF4-FFF2-40B4-BE49-F238E27FC236}">
                <a16:creationId xmlns:a16="http://schemas.microsoft.com/office/drawing/2014/main" id="{CA6952F5-2055-5237-A339-F3CEA7947CDD}"/>
              </a:ext>
            </a:extLst>
          </p:cNvPr>
          <p:cNvSpPr txBox="1"/>
          <p:nvPr/>
        </p:nvSpPr>
        <p:spPr>
          <a:xfrm>
            <a:off x="8631821" y="2010385"/>
            <a:ext cx="480387" cy="45870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fragmentation</a:t>
            </a:r>
          </a:p>
        </p:txBody>
      </p:sp>
      <p:cxnSp>
        <p:nvCxnSpPr>
          <p:cNvPr id="105" name="Rechte verbindingslijn met pijl 24">
            <a:extLst>
              <a:ext uri="{FF2B5EF4-FFF2-40B4-BE49-F238E27FC236}">
                <a16:creationId xmlns:a16="http://schemas.microsoft.com/office/drawing/2014/main" id="{A91AC2E5-0764-AF60-639D-CDC994650FAD}"/>
              </a:ext>
            </a:extLst>
          </p:cNvPr>
          <p:cNvCxnSpPr>
            <a:cxnSpLocks/>
          </p:cNvCxnSpPr>
          <p:nvPr/>
        </p:nvCxnSpPr>
        <p:spPr>
          <a:xfrm>
            <a:off x="8608251" y="2392845"/>
            <a:ext cx="12382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Tekstvak 23">
            <a:extLst>
              <a:ext uri="{FF2B5EF4-FFF2-40B4-BE49-F238E27FC236}">
                <a16:creationId xmlns:a16="http://schemas.microsoft.com/office/drawing/2014/main" id="{30C4333D-8A8A-6FE3-16B7-B08D1E1ED135}"/>
              </a:ext>
            </a:extLst>
          </p:cNvPr>
          <p:cNvSpPr txBox="1"/>
          <p:nvPr/>
        </p:nvSpPr>
        <p:spPr>
          <a:xfrm>
            <a:off x="1900072" y="2872924"/>
            <a:ext cx="784346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chromatogram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4534B8F-C8D3-AB64-167E-D0F2A4AE9471}"/>
              </a:ext>
            </a:extLst>
          </p:cNvPr>
          <p:cNvSpPr txBox="1"/>
          <p:nvPr/>
        </p:nvSpPr>
        <p:spPr>
          <a:xfrm>
            <a:off x="640080" y="1064520"/>
            <a:ext cx="5032806" cy="7383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457200"/>
            <a:r>
              <a:rPr lang="nl-NL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experimental</a:t>
            </a:r>
          </a:p>
        </p:txBody>
      </p:sp>
      <p:sp>
        <p:nvSpPr>
          <p:cNvPr id="119" name="Tekstvak 30">
            <a:extLst>
              <a:ext uri="{FF2B5EF4-FFF2-40B4-BE49-F238E27FC236}">
                <a16:creationId xmlns:a16="http://schemas.microsoft.com/office/drawing/2014/main" id="{DA64B840-4DDC-9918-6B19-1B29D643647C}"/>
              </a:ext>
            </a:extLst>
          </p:cNvPr>
          <p:cNvSpPr txBox="1"/>
          <p:nvPr/>
        </p:nvSpPr>
        <p:spPr>
          <a:xfrm>
            <a:off x="6510407" y="3357787"/>
            <a:ext cx="287615" cy="498548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Scoring function</a:t>
            </a:r>
            <a:endParaRPr lang="nl-BE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0" name="Rechte verbindingslijn met pijl 24">
            <a:extLst>
              <a:ext uri="{FF2B5EF4-FFF2-40B4-BE49-F238E27FC236}">
                <a16:creationId xmlns:a16="http://schemas.microsoft.com/office/drawing/2014/main" id="{00CAF72E-BFD7-6652-4F34-477EF1C4BA73}"/>
              </a:ext>
            </a:extLst>
          </p:cNvPr>
          <p:cNvCxnSpPr>
            <a:cxnSpLocks/>
          </p:cNvCxnSpPr>
          <p:nvPr/>
        </p:nvCxnSpPr>
        <p:spPr>
          <a:xfrm>
            <a:off x="6391631" y="3768333"/>
            <a:ext cx="185438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Tekstvak 30">
            <a:extLst>
              <a:ext uri="{FF2B5EF4-FFF2-40B4-BE49-F238E27FC236}">
                <a16:creationId xmlns:a16="http://schemas.microsoft.com/office/drawing/2014/main" id="{4A05BC90-C880-A107-1A4A-CEB0D3009E9C}"/>
              </a:ext>
            </a:extLst>
          </p:cNvPr>
          <p:cNvSpPr txBox="1"/>
          <p:nvPr/>
        </p:nvSpPr>
        <p:spPr>
          <a:xfrm>
            <a:off x="3323433" y="1946318"/>
            <a:ext cx="759279" cy="45870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TIMS</a:t>
            </a:r>
          </a:p>
        </p:txBody>
      </p:sp>
      <p:cxnSp>
        <p:nvCxnSpPr>
          <p:cNvPr id="122" name="Rechte verbindingslijn met pijl 24">
            <a:extLst>
              <a:ext uri="{FF2B5EF4-FFF2-40B4-BE49-F238E27FC236}">
                <a16:creationId xmlns:a16="http://schemas.microsoft.com/office/drawing/2014/main" id="{573BE299-AB47-516D-E712-8C7757D43FAB}"/>
              </a:ext>
            </a:extLst>
          </p:cNvPr>
          <p:cNvCxnSpPr/>
          <p:nvPr/>
        </p:nvCxnSpPr>
        <p:spPr>
          <a:xfrm>
            <a:off x="3342397" y="2362973"/>
            <a:ext cx="75057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Tekstvak 23">
            <a:extLst>
              <a:ext uri="{FF2B5EF4-FFF2-40B4-BE49-F238E27FC236}">
                <a16:creationId xmlns:a16="http://schemas.microsoft.com/office/drawing/2014/main" id="{3373E194-AB66-9137-270E-45DDC8C783FC}"/>
              </a:ext>
            </a:extLst>
          </p:cNvPr>
          <p:cNvSpPr txBox="1"/>
          <p:nvPr/>
        </p:nvSpPr>
        <p:spPr>
          <a:xfrm>
            <a:off x="3953114" y="2872924"/>
            <a:ext cx="1735011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mobilogram</a:t>
            </a:r>
          </a:p>
        </p:txBody>
      </p:sp>
      <p:cxnSp>
        <p:nvCxnSpPr>
          <p:cNvPr id="124" name="Rechte verbindingslijn met pijl 24">
            <a:extLst>
              <a:ext uri="{FF2B5EF4-FFF2-40B4-BE49-F238E27FC236}">
                <a16:creationId xmlns:a16="http://schemas.microsoft.com/office/drawing/2014/main" id="{222B57B3-34E0-37C3-3B3E-216E790B7113}"/>
              </a:ext>
            </a:extLst>
          </p:cNvPr>
          <p:cNvCxnSpPr>
            <a:cxnSpLocks/>
          </p:cNvCxnSpPr>
          <p:nvPr/>
        </p:nvCxnSpPr>
        <p:spPr>
          <a:xfrm flipV="1">
            <a:off x="6391631" y="3310365"/>
            <a:ext cx="0" cy="905072"/>
          </a:xfrm>
          <a:prstGeom prst="straightConnector1">
            <a:avLst/>
          </a:prstGeom>
          <a:ln w="19050"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01C44023-CA07-F87C-1C9A-4A3E51B1DA84}"/>
              </a:ext>
            </a:extLst>
          </p:cNvPr>
          <p:cNvSpPr/>
          <p:nvPr/>
        </p:nvSpPr>
        <p:spPr>
          <a:xfrm>
            <a:off x="428482" y="1957904"/>
            <a:ext cx="69602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HPYLEDR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3069986-D09D-072E-A802-6109BEC823E6}"/>
              </a:ext>
            </a:extLst>
          </p:cNvPr>
          <p:cNvSpPr/>
          <p:nvPr/>
        </p:nvSpPr>
        <p:spPr>
          <a:xfrm>
            <a:off x="453820" y="2209414"/>
            <a:ext cx="77457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GDLVLFDR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83E8139-6F5A-F42A-84C1-C7244011682E}"/>
              </a:ext>
            </a:extLst>
          </p:cNvPr>
          <p:cNvSpPr/>
          <p:nvPr/>
        </p:nvSpPr>
        <p:spPr>
          <a:xfrm>
            <a:off x="353815" y="2454025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AAAAGSLDK</a:t>
            </a: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9B7613F9-274E-03C7-1C99-2ADE9F6EE1C1}"/>
              </a:ext>
            </a:extLst>
          </p:cNvPr>
          <p:cNvGrpSpPr/>
          <p:nvPr/>
        </p:nvGrpSpPr>
        <p:grpSpPr>
          <a:xfrm>
            <a:off x="9878498" y="1689786"/>
            <a:ext cx="1792392" cy="1346046"/>
            <a:chOff x="10061378" y="1833369"/>
            <a:chExt cx="1792392" cy="1346046"/>
          </a:xfrm>
        </p:grpSpPr>
        <p:pic>
          <p:nvPicPr>
            <p:cNvPr id="160" name="Graphic 159">
              <a:extLst>
                <a:ext uri="{FF2B5EF4-FFF2-40B4-BE49-F238E27FC236}">
                  <a16:creationId xmlns:a16="http://schemas.microsoft.com/office/drawing/2014/main" id="{95D073FF-B5EC-0387-4923-1F8C0EE94EF0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21469" t="8634"/>
            <a:stretch/>
          </p:blipFill>
          <p:spPr>
            <a:xfrm>
              <a:off x="10212550" y="1833369"/>
              <a:ext cx="1641220" cy="1325564"/>
            </a:xfrm>
            <a:prstGeom prst="rect">
              <a:avLst/>
            </a:prstGeom>
          </p:spPr>
        </p:pic>
        <p:pic>
          <p:nvPicPr>
            <p:cNvPr id="161" name="Graphic 160">
              <a:extLst>
                <a:ext uri="{FF2B5EF4-FFF2-40B4-BE49-F238E27FC236}">
                  <a16:creationId xmlns:a16="http://schemas.microsoft.com/office/drawing/2014/main" id="{E5D58D44-BF5C-32EC-73ED-D9BB2F3E0A4F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-967" t="8634" r="92590"/>
            <a:stretch/>
          </p:blipFill>
          <p:spPr>
            <a:xfrm>
              <a:off x="10061378" y="1853851"/>
              <a:ext cx="175072" cy="1325564"/>
            </a:xfrm>
            <a:prstGeom prst="rect">
              <a:avLst/>
            </a:prstGeom>
          </p:spPr>
        </p:pic>
      </p:grpSp>
      <p:grpSp>
        <p:nvGrpSpPr>
          <p:cNvPr id="1105" name="Group 1104">
            <a:extLst>
              <a:ext uri="{FF2B5EF4-FFF2-40B4-BE49-F238E27FC236}">
                <a16:creationId xmlns:a16="http://schemas.microsoft.com/office/drawing/2014/main" id="{39E60B58-C9DC-0DED-CE49-597A8B437E97}"/>
              </a:ext>
            </a:extLst>
          </p:cNvPr>
          <p:cNvGrpSpPr/>
          <p:nvPr/>
        </p:nvGrpSpPr>
        <p:grpSpPr>
          <a:xfrm>
            <a:off x="4147402" y="1541847"/>
            <a:ext cx="1398331" cy="676612"/>
            <a:chOff x="9589567" y="873804"/>
            <a:chExt cx="1827771" cy="884406"/>
          </a:xfrm>
        </p:grpSpPr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945F390E-ACE3-C3A0-197A-A8AAEFA9A7BB}"/>
                </a:ext>
              </a:extLst>
            </p:cNvPr>
            <p:cNvCxnSpPr/>
            <p:nvPr/>
          </p:nvCxnSpPr>
          <p:spPr>
            <a:xfrm>
              <a:off x="9589567" y="1752775"/>
              <a:ext cx="315478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CBD43AE3-BF86-4449-1454-EB3493304E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045" y="1469736"/>
              <a:ext cx="60401" cy="288474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54D5D6B2-C764-87BE-1064-0C53BF94EE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63337" y="961279"/>
              <a:ext cx="812449" cy="508457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712C8FE7-C97F-5687-29D1-5F6CC49639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75786" y="958340"/>
              <a:ext cx="449427" cy="2939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04CD245B-565B-FDD0-E360-DAFA2A2C2B1B}"/>
                </a:ext>
              </a:extLst>
            </p:cNvPr>
            <p:cNvCxnSpPr>
              <a:cxnSpLocks/>
            </p:cNvCxnSpPr>
            <p:nvPr/>
          </p:nvCxnSpPr>
          <p:spPr>
            <a:xfrm>
              <a:off x="11223159" y="956845"/>
              <a:ext cx="194179" cy="526102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4747BD69-DBAB-D3DA-4A4C-24D67B70A3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9229" y="1070694"/>
              <a:ext cx="816557" cy="441809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0C81E782-76DC-2DB0-0DE2-4406EB990B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9229" y="1165483"/>
              <a:ext cx="768638" cy="362203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04E97AB5-7179-4F02-175D-6BEA1873E6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69554" y="1291565"/>
              <a:ext cx="672255" cy="234149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46A088E9-7CB7-D210-F1B8-2B8BFCDD3D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79894" y="1064983"/>
              <a:ext cx="449427" cy="2939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5" name="Straight Connector 1024">
              <a:extLst>
                <a:ext uri="{FF2B5EF4-FFF2-40B4-BE49-F238E27FC236}">
                  <a16:creationId xmlns:a16="http://schemas.microsoft.com/office/drawing/2014/main" id="{7A5A2D7B-7CCE-A498-1E57-8DA156942047}"/>
                </a:ext>
              </a:extLst>
            </p:cNvPr>
            <p:cNvCxnSpPr>
              <a:cxnSpLocks/>
            </p:cNvCxnSpPr>
            <p:nvPr/>
          </p:nvCxnSpPr>
          <p:spPr>
            <a:xfrm>
              <a:off x="11229321" y="1069306"/>
              <a:ext cx="188017" cy="426786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Straight Connector 1029">
              <a:extLst>
                <a:ext uri="{FF2B5EF4-FFF2-40B4-BE49-F238E27FC236}">
                  <a16:creationId xmlns:a16="http://schemas.microsoft.com/office/drawing/2014/main" id="{68FDA3E4-9C1D-EC27-DDFF-BA98B39E68EF}"/>
                </a:ext>
              </a:extLst>
            </p:cNvPr>
            <p:cNvCxnSpPr>
              <a:cxnSpLocks/>
            </p:cNvCxnSpPr>
            <p:nvPr/>
          </p:nvCxnSpPr>
          <p:spPr>
            <a:xfrm>
              <a:off x="10722693" y="1162022"/>
              <a:ext cx="462895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1" name="Straight Connector 1030">
              <a:extLst>
                <a:ext uri="{FF2B5EF4-FFF2-40B4-BE49-F238E27FC236}">
                  <a16:creationId xmlns:a16="http://schemas.microsoft.com/office/drawing/2014/main" id="{B1C6368B-F665-10E4-EE01-B3D7ED05EEC8}"/>
                </a:ext>
              </a:extLst>
            </p:cNvPr>
            <p:cNvCxnSpPr>
              <a:cxnSpLocks/>
            </p:cNvCxnSpPr>
            <p:nvPr/>
          </p:nvCxnSpPr>
          <p:spPr>
            <a:xfrm>
              <a:off x="11185588" y="1169303"/>
              <a:ext cx="231750" cy="31868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A3AA8297-FEE2-DF8F-BFA5-74BA64342734}"/>
                </a:ext>
              </a:extLst>
            </p:cNvPr>
            <p:cNvCxnSpPr>
              <a:cxnSpLocks/>
            </p:cNvCxnSpPr>
            <p:nvPr/>
          </p:nvCxnSpPr>
          <p:spPr>
            <a:xfrm>
              <a:off x="10645917" y="1291565"/>
              <a:ext cx="577242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35AF8ED4-1B3C-70A1-BB0B-60D87AE070A0}"/>
                </a:ext>
              </a:extLst>
            </p:cNvPr>
            <p:cNvCxnSpPr>
              <a:cxnSpLocks/>
            </p:cNvCxnSpPr>
            <p:nvPr/>
          </p:nvCxnSpPr>
          <p:spPr>
            <a:xfrm>
              <a:off x="11223159" y="1291565"/>
              <a:ext cx="194179" cy="197802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60" name="Oval 1059">
              <a:extLst>
                <a:ext uri="{FF2B5EF4-FFF2-40B4-BE49-F238E27FC236}">
                  <a16:creationId xmlns:a16="http://schemas.microsoft.com/office/drawing/2014/main" id="{571FBB47-B5E0-187F-CD89-E9D0E907B5C4}"/>
                </a:ext>
              </a:extLst>
            </p:cNvPr>
            <p:cNvSpPr/>
            <p:nvPr/>
          </p:nvSpPr>
          <p:spPr>
            <a:xfrm>
              <a:off x="10577937" y="942918"/>
              <a:ext cx="99321" cy="96884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>
              <a:solidFill>
                <a:schemeClr val="accent1">
                  <a:shade val="15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1" name="Oval 1060">
              <a:extLst>
                <a:ext uri="{FF2B5EF4-FFF2-40B4-BE49-F238E27FC236}">
                  <a16:creationId xmlns:a16="http://schemas.microsoft.com/office/drawing/2014/main" id="{C5368206-5661-9870-7F83-0346554A65FF}"/>
                </a:ext>
              </a:extLst>
            </p:cNvPr>
            <p:cNvSpPr/>
            <p:nvPr/>
          </p:nvSpPr>
          <p:spPr>
            <a:xfrm>
              <a:off x="10618936" y="874997"/>
              <a:ext cx="99321" cy="96884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>
              <a:solidFill>
                <a:schemeClr val="accent1">
                  <a:shade val="15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2" name="Oval 1061">
              <a:extLst>
                <a:ext uri="{FF2B5EF4-FFF2-40B4-BE49-F238E27FC236}">
                  <a16:creationId xmlns:a16="http://schemas.microsoft.com/office/drawing/2014/main" id="{A6E5E3FA-D067-7576-E2DD-AF8C676C43FC}"/>
                </a:ext>
              </a:extLst>
            </p:cNvPr>
            <p:cNvSpPr/>
            <p:nvPr/>
          </p:nvSpPr>
          <p:spPr>
            <a:xfrm>
              <a:off x="10668596" y="887935"/>
              <a:ext cx="99321" cy="96884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>
              <a:solidFill>
                <a:schemeClr val="accent1">
                  <a:shade val="15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3" name="Oval 1062">
              <a:extLst>
                <a:ext uri="{FF2B5EF4-FFF2-40B4-BE49-F238E27FC236}">
                  <a16:creationId xmlns:a16="http://schemas.microsoft.com/office/drawing/2014/main" id="{1EFFFF14-158A-6794-581C-49082A3DAC03}"/>
                </a:ext>
              </a:extLst>
            </p:cNvPr>
            <p:cNvSpPr/>
            <p:nvPr/>
          </p:nvSpPr>
          <p:spPr>
            <a:xfrm>
              <a:off x="10651678" y="969002"/>
              <a:ext cx="99321" cy="96884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>
              <a:solidFill>
                <a:schemeClr val="accent1">
                  <a:shade val="15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4" name="Oval 1063">
              <a:extLst>
                <a:ext uri="{FF2B5EF4-FFF2-40B4-BE49-F238E27FC236}">
                  <a16:creationId xmlns:a16="http://schemas.microsoft.com/office/drawing/2014/main" id="{660CCE82-B3E4-BAF2-D983-2E43DB820A1E}"/>
                </a:ext>
              </a:extLst>
            </p:cNvPr>
            <p:cNvSpPr/>
            <p:nvPr/>
          </p:nvSpPr>
          <p:spPr>
            <a:xfrm>
              <a:off x="10243751" y="1041131"/>
              <a:ext cx="99321" cy="96884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solidFill>
                <a:schemeClr val="accent2">
                  <a:lumMod val="7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5" name="Oval 1064">
              <a:extLst>
                <a:ext uri="{FF2B5EF4-FFF2-40B4-BE49-F238E27FC236}">
                  <a16:creationId xmlns:a16="http://schemas.microsoft.com/office/drawing/2014/main" id="{A8A01ED6-0DCE-5F07-8916-800A8561D9D2}"/>
                </a:ext>
              </a:extLst>
            </p:cNvPr>
            <p:cNvSpPr/>
            <p:nvPr/>
          </p:nvSpPr>
          <p:spPr>
            <a:xfrm>
              <a:off x="10312197" y="1096178"/>
              <a:ext cx="99321" cy="96884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solidFill>
                <a:schemeClr val="accent2">
                  <a:lumMod val="7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6" name="Oval 1065">
              <a:extLst>
                <a:ext uri="{FF2B5EF4-FFF2-40B4-BE49-F238E27FC236}">
                  <a16:creationId xmlns:a16="http://schemas.microsoft.com/office/drawing/2014/main" id="{42C660AA-D80E-533A-C8A5-A27822A24992}"/>
                </a:ext>
              </a:extLst>
            </p:cNvPr>
            <p:cNvSpPr/>
            <p:nvPr/>
          </p:nvSpPr>
          <p:spPr>
            <a:xfrm>
              <a:off x="10115883" y="1149006"/>
              <a:ext cx="99321" cy="9688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7" name="Oval 1066">
              <a:extLst>
                <a:ext uri="{FF2B5EF4-FFF2-40B4-BE49-F238E27FC236}">
                  <a16:creationId xmlns:a16="http://schemas.microsoft.com/office/drawing/2014/main" id="{2E5322A1-9CEA-82C0-D55B-3330B9B6004F}"/>
                </a:ext>
              </a:extLst>
            </p:cNvPr>
            <p:cNvSpPr/>
            <p:nvPr/>
          </p:nvSpPr>
          <p:spPr>
            <a:xfrm>
              <a:off x="10164610" y="1197448"/>
              <a:ext cx="99321" cy="9688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8" name="Oval 1067">
              <a:extLst>
                <a:ext uri="{FF2B5EF4-FFF2-40B4-BE49-F238E27FC236}">
                  <a16:creationId xmlns:a16="http://schemas.microsoft.com/office/drawing/2014/main" id="{C2B94B46-4804-1393-763F-73968CBC05F5}"/>
                </a:ext>
              </a:extLst>
            </p:cNvPr>
            <p:cNvSpPr/>
            <p:nvPr/>
          </p:nvSpPr>
          <p:spPr>
            <a:xfrm>
              <a:off x="9989589" y="1259947"/>
              <a:ext cx="99321" cy="96884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0" name="Oval 1089">
              <a:extLst>
                <a:ext uri="{FF2B5EF4-FFF2-40B4-BE49-F238E27FC236}">
                  <a16:creationId xmlns:a16="http://schemas.microsoft.com/office/drawing/2014/main" id="{2F87ACBE-5720-741F-90F4-FDD778626977}"/>
                </a:ext>
              </a:extLst>
            </p:cNvPr>
            <p:cNvSpPr/>
            <p:nvPr/>
          </p:nvSpPr>
          <p:spPr>
            <a:xfrm>
              <a:off x="10733035" y="941725"/>
              <a:ext cx="99321" cy="96884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1" name="Oval 1090">
              <a:extLst>
                <a:ext uri="{FF2B5EF4-FFF2-40B4-BE49-F238E27FC236}">
                  <a16:creationId xmlns:a16="http://schemas.microsoft.com/office/drawing/2014/main" id="{E3A81F2B-4B1C-45D4-83F4-0731EDF85492}"/>
                </a:ext>
              </a:extLst>
            </p:cNvPr>
            <p:cNvSpPr/>
            <p:nvPr/>
          </p:nvSpPr>
          <p:spPr>
            <a:xfrm>
              <a:off x="10774034" y="873804"/>
              <a:ext cx="99321" cy="96884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2" name="Oval 1091">
              <a:extLst>
                <a:ext uri="{FF2B5EF4-FFF2-40B4-BE49-F238E27FC236}">
                  <a16:creationId xmlns:a16="http://schemas.microsoft.com/office/drawing/2014/main" id="{2A36DC25-D9F1-52BD-A30E-D3E1AEAEF9CA}"/>
                </a:ext>
              </a:extLst>
            </p:cNvPr>
            <p:cNvSpPr/>
            <p:nvPr/>
          </p:nvSpPr>
          <p:spPr>
            <a:xfrm>
              <a:off x="10823694" y="886742"/>
              <a:ext cx="99321" cy="96884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3" name="Oval 1092">
              <a:extLst>
                <a:ext uri="{FF2B5EF4-FFF2-40B4-BE49-F238E27FC236}">
                  <a16:creationId xmlns:a16="http://schemas.microsoft.com/office/drawing/2014/main" id="{D88B2FE9-F34E-322B-8289-A48C3901D387}"/>
                </a:ext>
              </a:extLst>
            </p:cNvPr>
            <p:cNvSpPr/>
            <p:nvPr/>
          </p:nvSpPr>
          <p:spPr>
            <a:xfrm>
              <a:off x="10806776" y="967809"/>
              <a:ext cx="99321" cy="96884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5" name="Oval 1094">
              <a:extLst>
                <a:ext uri="{FF2B5EF4-FFF2-40B4-BE49-F238E27FC236}">
                  <a16:creationId xmlns:a16="http://schemas.microsoft.com/office/drawing/2014/main" id="{FF3F760B-6D12-B3D8-9B69-A01EEF7CFE44}"/>
                </a:ext>
              </a:extLst>
            </p:cNvPr>
            <p:cNvSpPr/>
            <p:nvPr/>
          </p:nvSpPr>
          <p:spPr>
            <a:xfrm>
              <a:off x="10895897" y="962385"/>
              <a:ext cx="99321" cy="968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6" name="Oval 1095">
              <a:extLst>
                <a:ext uri="{FF2B5EF4-FFF2-40B4-BE49-F238E27FC236}">
                  <a16:creationId xmlns:a16="http://schemas.microsoft.com/office/drawing/2014/main" id="{3F794285-DD45-D636-7968-21D77EDD40A7}"/>
                </a:ext>
              </a:extLst>
            </p:cNvPr>
            <p:cNvSpPr/>
            <p:nvPr/>
          </p:nvSpPr>
          <p:spPr>
            <a:xfrm>
              <a:off x="10936896" y="894464"/>
              <a:ext cx="99321" cy="968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7" name="Oval 1096">
              <a:extLst>
                <a:ext uri="{FF2B5EF4-FFF2-40B4-BE49-F238E27FC236}">
                  <a16:creationId xmlns:a16="http://schemas.microsoft.com/office/drawing/2014/main" id="{C25AFE34-B517-F070-2240-121294CE07F9}"/>
                </a:ext>
              </a:extLst>
            </p:cNvPr>
            <p:cNvSpPr/>
            <p:nvPr/>
          </p:nvSpPr>
          <p:spPr>
            <a:xfrm>
              <a:off x="10986556" y="907402"/>
              <a:ext cx="99321" cy="968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8" name="Oval 1097">
              <a:extLst>
                <a:ext uri="{FF2B5EF4-FFF2-40B4-BE49-F238E27FC236}">
                  <a16:creationId xmlns:a16="http://schemas.microsoft.com/office/drawing/2014/main" id="{9C4150FA-F0DB-E54B-5280-63F1E25EA258}"/>
                </a:ext>
              </a:extLst>
            </p:cNvPr>
            <p:cNvSpPr/>
            <p:nvPr/>
          </p:nvSpPr>
          <p:spPr>
            <a:xfrm>
              <a:off x="10969638" y="988469"/>
              <a:ext cx="99321" cy="968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00" name="Oval 1099">
              <a:extLst>
                <a:ext uri="{FF2B5EF4-FFF2-40B4-BE49-F238E27FC236}">
                  <a16:creationId xmlns:a16="http://schemas.microsoft.com/office/drawing/2014/main" id="{A52C02A9-879F-5F4F-B2D3-A0044AA2A2D0}"/>
                </a:ext>
              </a:extLst>
            </p:cNvPr>
            <p:cNvSpPr/>
            <p:nvPr/>
          </p:nvSpPr>
          <p:spPr>
            <a:xfrm>
              <a:off x="10377444" y="1027920"/>
              <a:ext cx="99321" cy="9688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01" name="Oval 1100">
              <a:extLst>
                <a:ext uri="{FF2B5EF4-FFF2-40B4-BE49-F238E27FC236}">
                  <a16:creationId xmlns:a16="http://schemas.microsoft.com/office/drawing/2014/main" id="{70AA86AE-E80E-3EDE-9499-A0B6CAD5D865}"/>
                </a:ext>
              </a:extLst>
            </p:cNvPr>
            <p:cNvSpPr/>
            <p:nvPr/>
          </p:nvSpPr>
          <p:spPr>
            <a:xfrm>
              <a:off x="10445890" y="1082967"/>
              <a:ext cx="99321" cy="9688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120" name="Group 1119">
            <a:extLst>
              <a:ext uri="{FF2B5EF4-FFF2-40B4-BE49-F238E27FC236}">
                <a16:creationId xmlns:a16="http://schemas.microsoft.com/office/drawing/2014/main" id="{6F243BE1-D096-DBB3-4212-748F7C07ED93}"/>
              </a:ext>
            </a:extLst>
          </p:cNvPr>
          <p:cNvGrpSpPr/>
          <p:nvPr/>
        </p:nvGrpSpPr>
        <p:grpSpPr>
          <a:xfrm>
            <a:off x="4155441" y="2278323"/>
            <a:ext cx="1459113" cy="579292"/>
            <a:chOff x="9642902" y="233626"/>
            <a:chExt cx="1612472" cy="640178"/>
          </a:xfrm>
        </p:grpSpPr>
        <p:cxnSp>
          <p:nvCxnSpPr>
            <p:cNvPr id="1104" name="Straight Arrow Connector 1103">
              <a:extLst>
                <a:ext uri="{FF2B5EF4-FFF2-40B4-BE49-F238E27FC236}">
                  <a16:creationId xmlns:a16="http://schemas.microsoft.com/office/drawing/2014/main" id="{DC622A3A-1CB2-BEC5-2A98-A9BDC1938360}"/>
                </a:ext>
              </a:extLst>
            </p:cNvPr>
            <p:cNvCxnSpPr>
              <a:cxnSpLocks/>
            </p:cNvCxnSpPr>
            <p:nvPr/>
          </p:nvCxnSpPr>
          <p:spPr>
            <a:xfrm>
              <a:off x="9642902" y="579120"/>
              <a:ext cx="16124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109" name="Group 1108">
              <a:extLst>
                <a:ext uri="{FF2B5EF4-FFF2-40B4-BE49-F238E27FC236}">
                  <a16:creationId xmlns:a16="http://schemas.microsoft.com/office/drawing/2014/main" id="{1CAF9BA8-802C-59C3-7E6F-D39BA60394F0}"/>
                </a:ext>
              </a:extLst>
            </p:cNvPr>
            <p:cNvGrpSpPr/>
            <p:nvPr/>
          </p:nvGrpSpPr>
          <p:grpSpPr>
            <a:xfrm>
              <a:off x="9711958" y="241911"/>
              <a:ext cx="223287" cy="631893"/>
              <a:chOff x="9838091" y="148530"/>
              <a:chExt cx="223287" cy="631893"/>
            </a:xfrm>
          </p:grpSpPr>
          <p:sp>
            <p:nvSpPr>
              <p:cNvPr id="1107" name="Arc 1106">
                <a:extLst>
                  <a:ext uri="{FF2B5EF4-FFF2-40B4-BE49-F238E27FC236}">
                    <a16:creationId xmlns:a16="http://schemas.microsoft.com/office/drawing/2014/main" id="{8BC9C499-C823-FA6E-9DB0-61FA7EFA5AB6}"/>
                  </a:ext>
                </a:extLst>
              </p:cNvPr>
              <p:cNvSpPr/>
              <p:nvPr/>
            </p:nvSpPr>
            <p:spPr>
              <a:xfrm>
                <a:off x="9838091" y="148530"/>
                <a:ext cx="223287" cy="631893"/>
              </a:xfrm>
              <a:prstGeom prst="arc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08" name="Arc 1107">
                <a:extLst>
                  <a:ext uri="{FF2B5EF4-FFF2-40B4-BE49-F238E27FC236}">
                    <a16:creationId xmlns:a16="http://schemas.microsoft.com/office/drawing/2014/main" id="{B758E8C6-8BF7-8D27-48B7-1D397838F510}"/>
                  </a:ext>
                </a:extLst>
              </p:cNvPr>
              <p:cNvSpPr/>
              <p:nvPr/>
            </p:nvSpPr>
            <p:spPr>
              <a:xfrm flipH="1">
                <a:off x="9838091" y="148530"/>
                <a:ext cx="223287" cy="631893"/>
              </a:xfrm>
              <a:prstGeom prst="arc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10" name="Group 1109">
              <a:extLst>
                <a:ext uri="{FF2B5EF4-FFF2-40B4-BE49-F238E27FC236}">
                  <a16:creationId xmlns:a16="http://schemas.microsoft.com/office/drawing/2014/main" id="{675D7136-390D-FB29-9C2F-5FB6CCAF92E4}"/>
                </a:ext>
              </a:extLst>
            </p:cNvPr>
            <p:cNvGrpSpPr/>
            <p:nvPr/>
          </p:nvGrpSpPr>
          <p:grpSpPr>
            <a:xfrm>
              <a:off x="10082394" y="233626"/>
              <a:ext cx="223287" cy="631893"/>
              <a:chOff x="9838091" y="148530"/>
              <a:chExt cx="223287" cy="631893"/>
            </a:xfrm>
          </p:grpSpPr>
          <p:sp>
            <p:nvSpPr>
              <p:cNvPr id="1111" name="Arc 1110">
                <a:extLst>
                  <a:ext uri="{FF2B5EF4-FFF2-40B4-BE49-F238E27FC236}">
                    <a16:creationId xmlns:a16="http://schemas.microsoft.com/office/drawing/2014/main" id="{E34C71B3-751E-A6EF-A593-A9AADEA1F9B2}"/>
                  </a:ext>
                </a:extLst>
              </p:cNvPr>
              <p:cNvSpPr/>
              <p:nvPr/>
            </p:nvSpPr>
            <p:spPr>
              <a:xfrm>
                <a:off x="9838091" y="148530"/>
                <a:ext cx="223287" cy="631893"/>
              </a:xfrm>
              <a:prstGeom prst="arc">
                <a:avLst/>
              </a:prstGeom>
              <a:ln w="12700">
                <a:solidFill>
                  <a:srgbClr val="ED7D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12" name="Arc 1111">
                <a:extLst>
                  <a:ext uri="{FF2B5EF4-FFF2-40B4-BE49-F238E27FC236}">
                    <a16:creationId xmlns:a16="http://schemas.microsoft.com/office/drawing/2014/main" id="{5D630A4E-A9EA-13B6-1705-CA50ED4E85ED}"/>
                  </a:ext>
                </a:extLst>
              </p:cNvPr>
              <p:cNvSpPr/>
              <p:nvPr/>
            </p:nvSpPr>
            <p:spPr>
              <a:xfrm flipH="1">
                <a:off x="9838091" y="148530"/>
                <a:ext cx="223287" cy="631893"/>
              </a:xfrm>
              <a:prstGeom prst="arc">
                <a:avLst/>
              </a:prstGeom>
              <a:ln w="12700">
                <a:solidFill>
                  <a:srgbClr val="ED7D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13" name="Group 1112">
              <a:extLst>
                <a:ext uri="{FF2B5EF4-FFF2-40B4-BE49-F238E27FC236}">
                  <a16:creationId xmlns:a16="http://schemas.microsoft.com/office/drawing/2014/main" id="{213128E7-B30B-75DA-60F3-0200E64184F3}"/>
                </a:ext>
              </a:extLst>
            </p:cNvPr>
            <p:cNvGrpSpPr/>
            <p:nvPr/>
          </p:nvGrpSpPr>
          <p:grpSpPr>
            <a:xfrm>
              <a:off x="10443754" y="241911"/>
              <a:ext cx="223287" cy="631893"/>
              <a:chOff x="9838091" y="148530"/>
              <a:chExt cx="223287" cy="631893"/>
            </a:xfrm>
          </p:grpSpPr>
          <p:sp>
            <p:nvSpPr>
              <p:cNvPr id="1114" name="Arc 1113">
                <a:extLst>
                  <a:ext uri="{FF2B5EF4-FFF2-40B4-BE49-F238E27FC236}">
                    <a16:creationId xmlns:a16="http://schemas.microsoft.com/office/drawing/2014/main" id="{A367F821-0C61-B135-4FB9-1844BBBCF60B}"/>
                  </a:ext>
                </a:extLst>
              </p:cNvPr>
              <p:cNvSpPr/>
              <p:nvPr/>
            </p:nvSpPr>
            <p:spPr>
              <a:xfrm>
                <a:off x="9838091" y="148530"/>
                <a:ext cx="223287" cy="631893"/>
              </a:xfrm>
              <a:prstGeom prst="arc">
                <a:avLst/>
              </a:prstGeom>
              <a:ln w="12700">
                <a:solidFill>
                  <a:srgbClr val="A9D18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15" name="Arc 1114">
                <a:extLst>
                  <a:ext uri="{FF2B5EF4-FFF2-40B4-BE49-F238E27FC236}">
                    <a16:creationId xmlns:a16="http://schemas.microsoft.com/office/drawing/2014/main" id="{08D6D7AE-55AB-BF4F-F49E-A0EFF8D85122}"/>
                  </a:ext>
                </a:extLst>
              </p:cNvPr>
              <p:cNvSpPr/>
              <p:nvPr/>
            </p:nvSpPr>
            <p:spPr>
              <a:xfrm flipH="1">
                <a:off x="9838091" y="148530"/>
                <a:ext cx="223287" cy="631893"/>
              </a:xfrm>
              <a:prstGeom prst="arc">
                <a:avLst/>
              </a:prstGeom>
              <a:ln w="12700">
                <a:solidFill>
                  <a:srgbClr val="A9D18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16" name="Group 1115">
              <a:extLst>
                <a:ext uri="{FF2B5EF4-FFF2-40B4-BE49-F238E27FC236}">
                  <a16:creationId xmlns:a16="http://schemas.microsoft.com/office/drawing/2014/main" id="{CA0AB947-C47A-4EA6-183A-0008A363BBD6}"/>
                </a:ext>
              </a:extLst>
            </p:cNvPr>
            <p:cNvGrpSpPr/>
            <p:nvPr/>
          </p:nvGrpSpPr>
          <p:grpSpPr>
            <a:xfrm>
              <a:off x="10917261" y="239064"/>
              <a:ext cx="223287" cy="631893"/>
              <a:chOff x="9838091" y="148530"/>
              <a:chExt cx="223287" cy="631893"/>
            </a:xfrm>
            <a:solidFill>
              <a:srgbClr val="FFFFFF"/>
            </a:solidFill>
          </p:grpSpPr>
          <p:sp>
            <p:nvSpPr>
              <p:cNvPr id="1117" name="Arc 1116">
                <a:extLst>
                  <a:ext uri="{FF2B5EF4-FFF2-40B4-BE49-F238E27FC236}">
                    <a16:creationId xmlns:a16="http://schemas.microsoft.com/office/drawing/2014/main" id="{A0D74B99-DC70-4AFD-A8B5-F45F25632563}"/>
                  </a:ext>
                </a:extLst>
              </p:cNvPr>
              <p:cNvSpPr/>
              <p:nvPr/>
            </p:nvSpPr>
            <p:spPr>
              <a:xfrm>
                <a:off x="9838091" y="148530"/>
                <a:ext cx="223287" cy="631893"/>
              </a:xfrm>
              <a:prstGeom prst="arc">
                <a:avLst/>
              </a:prstGeom>
              <a:grpFill/>
              <a:ln w="12700">
                <a:solidFill>
                  <a:srgbClr val="FFE6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18" name="Arc 1117">
                <a:extLst>
                  <a:ext uri="{FF2B5EF4-FFF2-40B4-BE49-F238E27FC236}">
                    <a16:creationId xmlns:a16="http://schemas.microsoft.com/office/drawing/2014/main" id="{32F883A8-8D2A-5B61-CCDE-FEF56BB121C6}"/>
                  </a:ext>
                </a:extLst>
              </p:cNvPr>
              <p:cNvSpPr/>
              <p:nvPr/>
            </p:nvSpPr>
            <p:spPr>
              <a:xfrm flipH="1">
                <a:off x="9838091" y="148530"/>
                <a:ext cx="223287" cy="631893"/>
              </a:xfrm>
              <a:prstGeom prst="arc">
                <a:avLst/>
              </a:prstGeom>
              <a:grpFill/>
              <a:ln w="12700">
                <a:solidFill>
                  <a:srgbClr val="FFE6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83F6FD0C-6971-4EB1-2265-897E39524871}"/>
                    </a:ext>
                  </a:extLst>
                </p:cNvPr>
                <p:cNvSpPr txBox="1"/>
                <p:nvPr/>
              </p:nvSpPr>
              <p:spPr>
                <a:xfrm>
                  <a:off x="10046205" y="554451"/>
                  <a:ext cx="770265" cy="2550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oMath>
                    </m:oMathPara>
                  </a14:m>
                  <a:endParaRPr lang="en-NL" sz="9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83F6FD0C-6971-4EB1-2265-897E395248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6205" y="554451"/>
                  <a:ext cx="770265" cy="25509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128" name="Picture 1127">
            <a:extLst>
              <a:ext uri="{FF2B5EF4-FFF2-40B4-BE49-F238E27FC236}">
                <a16:creationId xmlns:a16="http://schemas.microsoft.com/office/drawing/2014/main" id="{E07DD34F-EC9D-4536-B2FE-045918C9187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7484" r="59849"/>
          <a:stretch/>
        </p:blipFill>
        <p:spPr>
          <a:xfrm>
            <a:off x="8812423" y="3501424"/>
            <a:ext cx="613476" cy="714013"/>
          </a:xfrm>
          <a:prstGeom prst="rect">
            <a:avLst/>
          </a:prstGeom>
        </p:spPr>
      </p:pic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4B0069C6-6BA6-120D-C215-E58D334D58CA}"/>
              </a:ext>
            </a:extLst>
          </p:cNvPr>
          <p:cNvGrpSpPr/>
          <p:nvPr/>
        </p:nvGrpSpPr>
        <p:grpSpPr>
          <a:xfrm>
            <a:off x="10177748" y="3610851"/>
            <a:ext cx="679893" cy="623670"/>
            <a:chOff x="9541305" y="3628691"/>
            <a:chExt cx="679893" cy="623670"/>
          </a:xfrm>
        </p:grpSpPr>
        <p:grpSp>
          <p:nvGrpSpPr>
            <p:cNvPr id="1130" name="Group 1129">
              <a:extLst>
                <a:ext uri="{FF2B5EF4-FFF2-40B4-BE49-F238E27FC236}">
                  <a16:creationId xmlns:a16="http://schemas.microsoft.com/office/drawing/2014/main" id="{676AB6FD-CE8B-ECCE-F38D-B9AB34579B76}"/>
                </a:ext>
              </a:extLst>
            </p:cNvPr>
            <p:cNvGrpSpPr/>
            <p:nvPr/>
          </p:nvGrpSpPr>
          <p:grpSpPr>
            <a:xfrm>
              <a:off x="9541305" y="4021529"/>
              <a:ext cx="679893" cy="230832"/>
              <a:chOff x="9642902" y="554451"/>
              <a:chExt cx="1612472" cy="255093"/>
            </a:xfrm>
          </p:grpSpPr>
          <p:cxnSp>
            <p:nvCxnSpPr>
              <p:cNvPr id="1132" name="Straight Arrow Connector 1131">
                <a:extLst>
                  <a:ext uri="{FF2B5EF4-FFF2-40B4-BE49-F238E27FC236}">
                    <a16:creationId xmlns:a16="http://schemas.microsoft.com/office/drawing/2014/main" id="{C5D1183D-8E47-921A-79CB-17AA172F34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42902" y="579120"/>
                <a:ext cx="161247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33" name="TextBox 1132">
                    <a:extLst>
                      <a:ext uri="{FF2B5EF4-FFF2-40B4-BE49-F238E27FC236}">
                        <a16:creationId xmlns:a16="http://schemas.microsoft.com/office/drawing/2014/main" id="{2D5F9137-4921-51AE-C4F5-A3A7854E800D}"/>
                      </a:ext>
                    </a:extLst>
                  </p:cNvPr>
                  <p:cNvSpPr txBox="1"/>
                  <p:nvPr/>
                </p:nvSpPr>
                <p:spPr>
                  <a:xfrm>
                    <a:off x="9864350" y="554451"/>
                    <a:ext cx="770266" cy="2550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oMath>
                      </m:oMathPara>
                    </a14:m>
                    <a:endParaRPr lang="en-NL" sz="90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133" name="TextBox 1132">
                    <a:extLst>
                      <a:ext uri="{FF2B5EF4-FFF2-40B4-BE49-F238E27FC236}">
                        <a16:creationId xmlns:a16="http://schemas.microsoft.com/office/drawing/2014/main" id="{2D5F9137-4921-51AE-C4F5-A3A7854E80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64350" y="554451"/>
                    <a:ext cx="770266" cy="25509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CA153F50-06C4-199E-FFC1-7D5FC0B62225}"/>
                </a:ext>
              </a:extLst>
            </p:cNvPr>
            <p:cNvSpPr/>
            <p:nvPr/>
          </p:nvSpPr>
          <p:spPr>
            <a:xfrm>
              <a:off x="9564808" y="3628691"/>
              <a:ext cx="594290" cy="346950"/>
            </a:xfrm>
            <a:custGeom>
              <a:avLst/>
              <a:gdLst>
                <a:gd name="connsiteX0" fmla="*/ 0 w 1094098"/>
                <a:gd name="connsiteY0" fmla="*/ 346733 h 346950"/>
                <a:gd name="connsiteX1" fmla="*/ 286512 w 1094098"/>
                <a:gd name="connsiteY1" fmla="*/ 285773 h 346950"/>
                <a:gd name="connsiteX2" fmla="*/ 451104 w 1094098"/>
                <a:gd name="connsiteY2" fmla="*/ 11453 h 346950"/>
                <a:gd name="connsiteX3" fmla="*/ 573024 w 1094098"/>
                <a:gd name="connsiteY3" fmla="*/ 78509 h 346950"/>
                <a:gd name="connsiteX4" fmla="*/ 804672 w 1094098"/>
                <a:gd name="connsiteY4" fmla="*/ 322349 h 346950"/>
                <a:gd name="connsiteX5" fmla="*/ 1066800 w 1094098"/>
                <a:gd name="connsiteY5" fmla="*/ 340637 h 346950"/>
                <a:gd name="connsiteX6" fmla="*/ 1072896 w 1094098"/>
                <a:gd name="connsiteY6" fmla="*/ 340637 h 346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94098" h="346950">
                  <a:moveTo>
                    <a:pt x="0" y="346733"/>
                  </a:moveTo>
                  <a:cubicBezTo>
                    <a:pt x="105664" y="344193"/>
                    <a:pt x="211328" y="341653"/>
                    <a:pt x="286512" y="285773"/>
                  </a:cubicBezTo>
                  <a:cubicBezTo>
                    <a:pt x="361696" y="229893"/>
                    <a:pt x="403352" y="45997"/>
                    <a:pt x="451104" y="11453"/>
                  </a:cubicBezTo>
                  <a:cubicBezTo>
                    <a:pt x="498856" y="-23091"/>
                    <a:pt x="514096" y="26693"/>
                    <a:pt x="573024" y="78509"/>
                  </a:cubicBezTo>
                  <a:cubicBezTo>
                    <a:pt x="631952" y="130325"/>
                    <a:pt x="722376" y="278661"/>
                    <a:pt x="804672" y="322349"/>
                  </a:cubicBezTo>
                  <a:cubicBezTo>
                    <a:pt x="886968" y="366037"/>
                    <a:pt x="1022096" y="337589"/>
                    <a:pt x="1066800" y="340637"/>
                  </a:cubicBezTo>
                  <a:cubicBezTo>
                    <a:pt x="1111504" y="343685"/>
                    <a:pt x="1092200" y="342161"/>
                    <a:pt x="1072896" y="340637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36" name="TextBox 1135">
            <a:extLst>
              <a:ext uri="{FF2B5EF4-FFF2-40B4-BE49-F238E27FC236}">
                <a16:creationId xmlns:a16="http://schemas.microsoft.com/office/drawing/2014/main" id="{0EF49EF3-A991-1368-DFFC-D3B0DFBB255F}"/>
              </a:ext>
            </a:extLst>
          </p:cNvPr>
          <p:cNvSpPr txBox="1"/>
          <p:nvPr/>
        </p:nvSpPr>
        <p:spPr>
          <a:xfrm>
            <a:off x="9609131" y="3602622"/>
            <a:ext cx="613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endParaRPr lang="en-NL" sz="3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kstvak 23">
            <a:extLst>
              <a:ext uri="{FF2B5EF4-FFF2-40B4-BE49-F238E27FC236}">
                <a16:creationId xmlns:a16="http://schemas.microsoft.com/office/drawing/2014/main" id="{F9433732-62D6-72EF-11C8-814EC10A2AC9}"/>
              </a:ext>
            </a:extLst>
          </p:cNvPr>
          <p:cNvSpPr txBox="1"/>
          <p:nvPr/>
        </p:nvSpPr>
        <p:spPr>
          <a:xfrm>
            <a:off x="6568253" y="2872924"/>
            <a:ext cx="1735011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MS1</a:t>
            </a:r>
          </a:p>
        </p:txBody>
      </p:sp>
      <p:sp>
        <p:nvSpPr>
          <p:cNvPr id="54" name="Tekstvak 23">
            <a:extLst>
              <a:ext uri="{FF2B5EF4-FFF2-40B4-BE49-F238E27FC236}">
                <a16:creationId xmlns:a16="http://schemas.microsoft.com/office/drawing/2014/main" id="{2E1E81A3-CC81-E7FF-17CA-356859AD04B9}"/>
              </a:ext>
            </a:extLst>
          </p:cNvPr>
          <p:cNvSpPr txBox="1"/>
          <p:nvPr/>
        </p:nvSpPr>
        <p:spPr>
          <a:xfrm>
            <a:off x="9994725" y="2872924"/>
            <a:ext cx="1735011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MS2</a:t>
            </a:r>
          </a:p>
        </p:txBody>
      </p:sp>
      <p:sp>
        <p:nvSpPr>
          <p:cNvPr id="55" name="Tekstvak 23">
            <a:extLst>
              <a:ext uri="{FF2B5EF4-FFF2-40B4-BE49-F238E27FC236}">
                <a16:creationId xmlns:a16="http://schemas.microsoft.com/office/drawing/2014/main" id="{B6BC0CA1-30C5-07B9-CB53-5A4B254A75BB}"/>
              </a:ext>
            </a:extLst>
          </p:cNvPr>
          <p:cNvSpPr txBox="1"/>
          <p:nvPr/>
        </p:nvSpPr>
        <p:spPr>
          <a:xfrm>
            <a:off x="377109" y="2872924"/>
            <a:ext cx="784346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peptides</a:t>
            </a:r>
          </a:p>
        </p:txBody>
      </p:sp>
      <p:pic>
        <p:nvPicPr>
          <p:cNvPr id="50" name="Picture 49" descr="Chart, box and whisker chart&#10;&#10;Description automatically generated">
            <a:extLst>
              <a:ext uri="{FF2B5EF4-FFF2-40B4-BE49-F238E27FC236}">
                <a16:creationId xmlns:a16="http://schemas.microsoft.com/office/drawing/2014/main" id="{36518492-BC38-0CF2-D908-3BD9D4F54BC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757" y="4477480"/>
            <a:ext cx="2002772" cy="1001386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95356A9E-1DE6-FA6B-9CF8-C036F195E58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6967" y="4336391"/>
            <a:ext cx="2165310" cy="1281159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AC63C8E4-C660-BCFF-55F6-E6C56F34FE9F}"/>
              </a:ext>
            </a:extLst>
          </p:cNvPr>
          <p:cNvSpPr txBox="1"/>
          <p:nvPr/>
        </p:nvSpPr>
        <p:spPr>
          <a:xfrm>
            <a:off x="655320" y="3886288"/>
            <a:ext cx="5032806" cy="7383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457200"/>
            <a:r>
              <a:rPr lang="nl-NL" sz="2000" b="1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silico</a:t>
            </a:r>
          </a:p>
        </p:txBody>
      </p:sp>
      <p:sp>
        <p:nvSpPr>
          <p:cNvPr id="111" name="Tekstvak 16">
            <a:extLst>
              <a:ext uri="{FF2B5EF4-FFF2-40B4-BE49-F238E27FC236}">
                <a16:creationId xmlns:a16="http://schemas.microsoft.com/office/drawing/2014/main" id="{1FB42B43-2E35-1F27-970C-D59A3EAEB359}"/>
              </a:ext>
            </a:extLst>
          </p:cNvPr>
          <p:cNvSpPr txBox="1"/>
          <p:nvPr/>
        </p:nvSpPr>
        <p:spPr>
          <a:xfrm>
            <a:off x="10389813" y="5508080"/>
            <a:ext cx="1595266" cy="453797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theoretical </a:t>
            </a:r>
          </a:p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spectra</a:t>
            </a:r>
          </a:p>
        </p:txBody>
      </p:sp>
      <p:cxnSp>
        <p:nvCxnSpPr>
          <p:cNvPr id="112" name="Rechte verbindingslijn met pijl 6">
            <a:extLst>
              <a:ext uri="{FF2B5EF4-FFF2-40B4-BE49-F238E27FC236}">
                <a16:creationId xmlns:a16="http://schemas.microsoft.com/office/drawing/2014/main" id="{E3B8AA81-5923-0998-40FD-019AEBFBF95D}"/>
              </a:ext>
            </a:extLst>
          </p:cNvPr>
          <p:cNvCxnSpPr>
            <a:cxnSpLocks/>
          </p:cNvCxnSpPr>
          <p:nvPr/>
        </p:nvCxnSpPr>
        <p:spPr>
          <a:xfrm>
            <a:off x="5397177" y="4988384"/>
            <a:ext cx="86138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8D3C142B-071F-74DE-09C4-717D978368A3}"/>
              </a:ext>
            </a:extLst>
          </p:cNvPr>
          <p:cNvSpPr txBox="1"/>
          <p:nvPr/>
        </p:nvSpPr>
        <p:spPr>
          <a:xfrm>
            <a:off x="7410528" y="5442906"/>
            <a:ext cx="525871" cy="13034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457200"/>
            <a:r>
              <a:rPr lang="nl-NL" sz="400">
                <a:solidFill>
                  <a:srgbClr val="1B29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m/z</a:t>
            </a:r>
          </a:p>
        </p:txBody>
      </p:sp>
      <p:sp>
        <p:nvSpPr>
          <p:cNvPr id="116" name="Tekstvak 4">
            <a:extLst>
              <a:ext uri="{FF2B5EF4-FFF2-40B4-BE49-F238E27FC236}">
                <a16:creationId xmlns:a16="http://schemas.microsoft.com/office/drawing/2014/main" id="{825578A2-C15F-934E-C864-C99B95ADCF74}"/>
              </a:ext>
            </a:extLst>
          </p:cNvPr>
          <p:cNvSpPr txBox="1"/>
          <p:nvPr/>
        </p:nvSpPr>
        <p:spPr>
          <a:xfrm>
            <a:off x="6770688" y="5508965"/>
            <a:ext cx="1404283" cy="453797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precursor mass </a:t>
            </a:r>
          </a:p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(and isotopic distribution)</a:t>
            </a:r>
          </a:p>
        </p:txBody>
      </p:sp>
      <p:sp>
        <p:nvSpPr>
          <p:cNvPr id="118" name="Tekstvak 25">
            <a:extLst>
              <a:ext uri="{FF2B5EF4-FFF2-40B4-BE49-F238E27FC236}">
                <a16:creationId xmlns:a16="http://schemas.microsoft.com/office/drawing/2014/main" id="{EE161FC8-CBFC-FBE3-F58F-6896236A3512}"/>
              </a:ext>
            </a:extLst>
          </p:cNvPr>
          <p:cNvSpPr txBox="1"/>
          <p:nvPr/>
        </p:nvSpPr>
        <p:spPr>
          <a:xfrm>
            <a:off x="5210841" y="4534435"/>
            <a:ext cx="1172356" cy="907897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 </a:t>
            </a:r>
          </a:p>
          <a:p>
            <a:pPr algn="ctr"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mass</a:t>
            </a:r>
          </a:p>
        </p:txBody>
      </p:sp>
      <p:cxnSp>
        <p:nvCxnSpPr>
          <p:cNvPr id="125" name="Rechte verbindingslijn met pijl 6">
            <a:extLst>
              <a:ext uri="{FF2B5EF4-FFF2-40B4-BE49-F238E27FC236}">
                <a16:creationId xmlns:a16="http://schemas.microsoft.com/office/drawing/2014/main" id="{634C2EBE-B7C6-6C9B-3460-6D6FF72E97C4}"/>
              </a:ext>
            </a:extLst>
          </p:cNvPr>
          <p:cNvCxnSpPr>
            <a:cxnSpLocks/>
          </p:cNvCxnSpPr>
          <p:nvPr/>
        </p:nvCxnSpPr>
        <p:spPr>
          <a:xfrm>
            <a:off x="3195178" y="4987264"/>
            <a:ext cx="132520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Rechte verbindingslijn met pijl 6">
            <a:extLst>
              <a:ext uri="{FF2B5EF4-FFF2-40B4-BE49-F238E27FC236}">
                <a16:creationId xmlns:a16="http://schemas.microsoft.com/office/drawing/2014/main" id="{0F065D73-1A5C-44C6-7E31-0674C050E418}"/>
              </a:ext>
            </a:extLst>
          </p:cNvPr>
          <p:cNvCxnSpPr>
            <a:cxnSpLocks/>
          </p:cNvCxnSpPr>
          <p:nvPr/>
        </p:nvCxnSpPr>
        <p:spPr>
          <a:xfrm>
            <a:off x="1286066" y="4969923"/>
            <a:ext cx="93710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Rechte verbindingslijn met pijl 10">
            <a:extLst>
              <a:ext uri="{FF2B5EF4-FFF2-40B4-BE49-F238E27FC236}">
                <a16:creationId xmlns:a16="http://schemas.microsoft.com/office/drawing/2014/main" id="{BFE87D1D-96A8-AC85-529A-444D79A1E20D}"/>
              </a:ext>
            </a:extLst>
          </p:cNvPr>
          <p:cNvCxnSpPr>
            <a:cxnSpLocks/>
          </p:cNvCxnSpPr>
          <p:nvPr/>
        </p:nvCxnSpPr>
        <p:spPr>
          <a:xfrm>
            <a:off x="8542277" y="5007451"/>
            <a:ext cx="1372480" cy="12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Rectangle 130">
            <a:extLst>
              <a:ext uri="{FF2B5EF4-FFF2-40B4-BE49-F238E27FC236}">
                <a16:creationId xmlns:a16="http://schemas.microsoft.com/office/drawing/2014/main" id="{32A34994-71CD-8889-88D5-E80BDAA5AC73}"/>
              </a:ext>
            </a:extLst>
          </p:cNvPr>
          <p:cNvSpPr/>
          <p:nvPr/>
        </p:nvSpPr>
        <p:spPr>
          <a:xfrm>
            <a:off x="8334579" y="4565448"/>
            <a:ext cx="1774589" cy="792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457200">
              <a:lnSpc>
                <a:spcPct val="150000"/>
              </a:lnSpc>
            </a:pPr>
            <a:r>
              <a:rPr lang="nl-BE" sz="1600" b="1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silico</a:t>
            </a:r>
          </a:p>
          <a:p>
            <a:pPr lvl="0" algn="ctr"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MS/MS</a:t>
            </a:r>
          </a:p>
        </p:txBody>
      </p:sp>
      <p:pic>
        <p:nvPicPr>
          <p:cNvPr id="159" name="Graphic 158">
            <a:extLst>
              <a:ext uri="{FF2B5EF4-FFF2-40B4-BE49-F238E27FC236}">
                <a16:creationId xmlns:a16="http://schemas.microsoft.com/office/drawing/2014/main" id="{137A4778-1780-DF8C-2710-8F826A95A1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19740" y="5472456"/>
            <a:ext cx="697999" cy="697999"/>
          </a:xfrm>
          <a:prstGeom prst="rect">
            <a:avLst/>
          </a:prstGeom>
          <a:effectLst/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3A0C2C4E-CE40-8DF2-1773-B3332208F98E}"/>
              </a:ext>
            </a:extLst>
          </p:cNvPr>
          <p:cNvGrpSpPr/>
          <p:nvPr/>
        </p:nvGrpSpPr>
        <p:grpSpPr>
          <a:xfrm>
            <a:off x="2441681" y="4453663"/>
            <a:ext cx="533601" cy="907898"/>
            <a:chOff x="2343331" y="3994261"/>
            <a:chExt cx="719588" cy="1224347"/>
          </a:xfrm>
        </p:grpSpPr>
        <p:grpSp>
          <p:nvGrpSpPr>
            <p:cNvPr id="11" name="Graphic 2" descr="Database with solid fill">
              <a:extLst>
                <a:ext uri="{FF2B5EF4-FFF2-40B4-BE49-F238E27FC236}">
                  <a16:creationId xmlns:a16="http://schemas.microsoft.com/office/drawing/2014/main" id="{6A176750-4108-C167-379C-C916FC42AA52}"/>
                </a:ext>
              </a:extLst>
            </p:cNvPr>
            <p:cNvGrpSpPr/>
            <p:nvPr/>
          </p:nvGrpSpPr>
          <p:grpSpPr>
            <a:xfrm>
              <a:off x="2343331" y="3994261"/>
              <a:ext cx="719588" cy="976585"/>
              <a:chOff x="2383192" y="4518082"/>
              <a:chExt cx="719588" cy="976585"/>
            </a:xfrm>
            <a:solidFill>
              <a:schemeClr val="bg1">
                <a:lumMod val="75000"/>
              </a:schemeClr>
            </a:solidFill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FE710DB5-837F-5E05-7756-9A761CD1D0A9}"/>
                  </a:ext>
                </a:extLst>
              </p:cNvPr>
              <p:cNvSpPr/>
              <p:nvPr/>
            </p:nvSpPr>
            <p:spPr>
              <a:xfrm>
                <a:off x="2383192" y="4518082"/>
                <a:ext cx="719588" cy="205596"/>
              </a:xfrm>
              <a:custGeom>
                <a:avLst/>
                <a:gdLst>
                  <a:gd name="connsiteX0" fmla="*/ 719588 w 719588"/>
                  <a:gd name="connsiteY0" fmla="*/ 102798 h 205596"/>
                  <a:gd name="connsiteX1" fmla="*/ 359794 w 719588"/>
                  <a:gd name="connsiteY1" fmla="*/ 205597 h 205596"/>
                  <a:gd name="connsiteX2" fmla="*/ 0 w 719588"/>
                  <a:gd name="connsiteY2" fmla="*/ 102798 h 205596"/>
                  <a:gd name="connsiteX3" fmla="*/ 359794 w 719588"/>
                  <a:gd name="connsiteY3" fmla="*/ 0 h 205596"/>
                  <a:gd name="connsiteX4" fmla="*/ 719588 w 719588"/>
                  <a:gd name="connsiteY4" fmla="*/ 102798 h 205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588" h="205596">
                    <a:moveTo>
                      <a:pt x="719588" y="102798"/>
                    </a:moveTo>
                    <a:cubicBezTo>
                      <a:pt x="719588" y="159572"/>
                      <a:pt x="558503" y="205597"/>
                      <a:pt x="359794" y="205597"/>
                    </a:cubicBezTo>
                    <a:cubicBezTo>
                      <a:pt x="161085" y="205597"/>
                      <a:pt x="0" y="159572"/>
                      <a:pt x="0" y="102798"/>
                    </a:cubicBezTo>
                    <a:cubicBezTo>
                      <a:pt x="0" y="46024"/>
                      <a:pt x="161085" y="0"/>
                      <a:pt x="359794" y="0"/>
                    </a:cubicBezTo>
                    <a:cubicBezTo>
                      <a:pt x="558503" y="0"/>
                      <a:pt x="719588" y="46024"/>
                      <a:pt x="719588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865929FC-76B9-50E4-91B7-2E3ED90B4851}"/>
                  </a:ext>
                </a:extLst>
              </p:cNvPr>
              <p:cNvSpPr/>
              <p:nvPr/>
            </p:nvSpPr>
            <p:spPr>
              <a:xfrm>
                <a:off x="2383192" y="4672279"/>
                <a:ext cx="719588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sz="90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m/z</a:t>
                </a:r>
                <a:endParaRPr lang="en-NL" sz="90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Freeform: Shape 13">
                    <a:extLst>
                      <a:ext uri="{FF2B5EF4-FFF2-40B4-BE49-F238E27FC236}">
                        <a16:creationId xmlns:a16="http://schemas.microsoft.com/office/drawing/2014/main" id="{661071AD-4546-A35D-A491-A43BE2EEA89C}"/>
                      </a:ext>
                    </a:extLst>
                  </p:cNvPr>
                  <p:cNvSpPr/>
                  <p:nvPr/>
                </p:nvSpPr>
                <p:spPr>
                  <a:xfrm>
                    <a:off x="2383192" y="4929276"/>
                    <a:ext cx="719588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solidFill>
                    <a:srgbClr val="763737"/>
                  </a:solidFill>
                  <a:ln w="1279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9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oMath>
                      </m:oMathPara>
                    </a14:m>
                    <a:endParaRPr lang="en-NL" sz="90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4" name="Freeform: Shape 13">
                    <a:extLst>
                      <a:ext uri="{FF2B5EF4-FFF2-40B4-BE49-F238E27FC236}">
                        <a16:creationId xmlns:a16="http://schemas.microsoft.com/office/drawing/2014/main" id="{661071AD-4546-A35D-A491-A43BE2EEA89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3192" y="4929276"/>
                    <a:ext cx="719588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blipFill>
                    <a:blip r:embed="rId13"/>
                    <a:stretch>
                      <a:fillRect/>
                    </a:stretch>
                  </a:blipFill>
                  <a:ln w="1279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102FA557-4C56-6CEA-F8FB-B85DB5A8154E}"/>
                  </a:ext>
                </a:extLst>
              </p:cNvPr>
              <p:cNvSpPr/>
              <p:nvPr/>
            </p:nvSpPr>
            <p:spPr>
              <a:xfrm>
                <a:off x="2383192" y="5186272"/>
                <a:ext cx="719588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374AFEA-B549-7EEA-DC27-087F1B6FDE6A}"/>
                </a:ext>
              </a:extLst>
            </p:cNvPr>
            <p:cNvSpPr/>
            <p:nvPr/>
          </p:nvSpPr>
          <p:spPr>
            <a:xfrm>
              <a:off x="2343331" y="4910213"/>
              <a:ext cx="719588" cy="308395"/>
            </a:xfrm>
            <a:custGeom>
              <a:avLst/>
              <a:gdLst>
                <a:gd name="connsiteX0" fmla="*/ 616790 w 719588"/>
                <a:gd name="connsiteY0" fmla="*/ 205597 h 308395"/>
                <a:gd name="connsiteX1" fmla="*/ 591090 w 719588"/>
                <a:gd name="connsiteY1" fmla="*/ 179897 h 308395"/>
                <a:gd name="connsiteX2" fmla="*/ 616790 w 719588"/>
                <a:gd name="connsiteY2" fmla="*/ 154198 h 308395"/>
                <a:gd name="connsiteX3" fmla="*/ 642490 w 719588"/>
                <a:gd name="connsiteY3" fmla="*/ 179897 h 308395"/>
                <a:gd name="connsiteX4" fmla="*/ 616790 w 719588"/>
                <a:gd name="connsiteY4" fmla="*/ 205597 h 308395"/>
                <a:gd name="connsiteX5" fmla="*/ 359794 w 719588"/>
                <a:gd name="connsiteY5" fmla="*/ 102798 h 308395"/>
                <a:gd name="connsiteX6" fmla="*/ 0 w 719588"/>
                <a:gd name="connsiteY6" fmla="*/ 0 h 308395"/>
                <a:gd name="connsiteX7" fmla="*/ 0 w 719588"/>
                <a:gd name="connsiteY7" fmla="*/ 205597 h 308395"/>
                <a:gd name="connsiteX8" fmla="*/ 359794 w 719588"/>
                <a:gd name="connsiteY8" fmla="*/ 308395 h 308395"/>
                <a:gd name="connsiteX9" fmla="*/ 719588 w 719588"/>
                <a:gd name="connsiteY9" fmla="*/ 205597 h 308395"/>
                <a:gd name="connsiteX10" fmla="*/ 719588 w 719588"/>
                <a:gd name="connsiteY10" fmla="*/ 0 h 308395"/>
                <a:gd name="connsiteX11" fmla="*/ 359794 w 719588"/>
                <a:gd name="connsiteY11" fmla="*/ 102798 h 308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9588" h="308395">
                  <a:moveTo>
                    <a:pt x="616790" y="205597"/>
                  </a:moveTo>
                  <a:cubicBezTo>
                    <a:pt x="601370" y="205597"/>
                    <a:pt x="591090" y="195317"/>
                    <a:pt x="591090" y="179897"/>
                  </a:cubicBezTo>
                  <a:cubicBezTo>
                    <a:pt x="591090" y="164477"/>
                    <a:pt x="601370" y="154198"/>
                    <a:pt x="616790" y="154198"/>
                  </a:cubicBezTo>
                  <a:cubicBezTo>
                    <a:pt x="632210" y="154198"/>
                    <a:pt x="642490" y="164477"/>
                    <a:pt x="642490" y="179897"/>
                  </a:cubicBezTo>
                  <a:cubicBezTo>
                    <a:pt x="642490" y="195317"/>
                    <a:pt x="632210" y="205597"/>
                    <a:pt x="616790" y="205597"/>
                  </a:cubicBezTo>
                  <a:close/>
                  <a:moveTo>
                    <a:pt x="359794" y="102798"/>
                  </a:moveTo>
                  <a:cubicBezTo>
                    <a:pt x="161907" y="102798"/>
                    <a:pt x="0" y="56539"/>
                    <a:pt x="0" y="0"/>
                  </a:cubicBezTo>
                  <a:lnTo>
                    <a:pt x="0" y="205597"/>
                  </a:lnTo>
                  <a:cubicBezTo>
                    <a:pt x="0" y="262136"/>
                    <a:pt x="161907" y="308395"/>
                    <a:pt x="359794" y="308395"/>
                  </a:cubicBezTo>
                  <a:cubicBezTo>
                    <a:pt x="557681" y="308395"/>
                    <a:pt x="719588" y="262136"/>
                    <a:pt x="719588" y="205597"/>
                  </a:cubicBezTo>
                  <a:lnTo>
                    <a:pt x="719588" y="0"/>
                  </a:lnTo>
                  <a:cubicBezTo>
                    <a:pt x="719588" y="56539"/>
                    <a:pt x="557681" y="102798"/>
                    <a:pt x="359794" y="102798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27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FFBA29F-D83A-2DBF-FC4C-9232B90380D4}"/>
              </a:ext>
            </a:extLst>
          </p:cNvPr>
          <p:cNvGrpSpPr/>
          <p:nvPr/>
        </p:nvGrpSpPr>
        <p:grpSpPr>
          <a:xfrm>
            <a:off x="584355" y="4453663"/>
            <a:ext cx="533601" cy="907898"/>
            <a:chOff x="1701298" y="3994261"/>
            <a:chExt cx="719588" cy="1224347"/>
          </a:xfrm>
        </p:grpSpPr>
        <p:grpSp>
          <p:nvGrpSpPr>
            <p:cNvPr id="21" name="Graphic 2" descr="Database with solid fill">
              <a:extLst>
                <a:ext uri="{FF2B5EF4-FFF2-40B4-BE49-F238E27FC236}">
                  <a16:creationId xmlns:a16="http://schemas.microsoft.com/office/drawing/2014/main" id="{5CF3DFAC-B224-08FE-B2A6-5FE10C303D49}"/>
                </a:ext>
              </a:extLst>
            </p:cNvPr>
            <p:cNvGrpSpPr/>
            <p:nvPr/>
          </p:nvGrpSpPr>
          <p:grpSpPr>
            <a:xfrm>
              <a:off x="1701298" y="3994261"/>
              <a:ext cx="719588" cy="976585"/>
              <a:chOff x="1741159" y="4518082"/>
              <a:chExt cx="719588" cy="976585"/>
            </a:xfrm>
            <a:solidFill>
              <a:schemeClr val="bg1">
                <a:lumMod val="75000"/>
              </a:schemeClr>
            </a:solidFill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E087EFDB-9618-E514-EEBF-85C914F7B54D}"/>
                  </a:ext>
                </a:extLst>
              </p:cNvPr>
              <p:cNvSpPr/>
              <p:nvPr/>
            </p:nvSpPr>
            <p:spPr>
              <a:xfrm>
                <a:off x="1741159" y="4518082"/>
                <a:ext cx="719588" cy="205596"/>
              </a:xfrm>
              <a:custGeom>
                <a:avLst/>
                <a:gdLst>
                  <a:gd name="connsiteX0" fmla="*/ 719588 w 719588"/>
                  <a:gd name="connsiteY0" fmla="*/ 102798 h 205596"/>
                  <a:gd name="connsiteX1" fmla="*/ 359794 w 719588"/>
                  <a:gd name="connsiteY1" fmla="*/ 205597 h 205596"/>
                  <a:gd name="connsiteX2" fmla="*/ 0 w 719588"/>
                  <a:gd name="connsiteY2" fmla="*/ 102798 h 205596"/>
                  <a:gd name="connsiteX3" fmla="*/ 359794 w 719588"/>
                  <a:gd name="connsiteY3" fmla="*/ 0 h 205596"/>
                  <a:gd name="connsiteX4" fmla="*/ 719588 w 719588"/>
                  <a:gd name="connsiteY4" fmla="*/ 102798 h 205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588" h="205596">
                    <a:moveTo>
                      <a:pt x="719588" y="102798"/>
                    </a:moveTo>
                    <a:cubicBezTo>
                      <a:pt x="719588" y="159572"/>
                      <a:pt x="558503" y="205597"/>
                      <a:pt x="359794" y="205597"/>
                    </a:cubicBezTo>
                    <a:cubicBezTo>
                      <a:pt x="161085" y="205597"/>
                      <a:pt x="0" y="159572"/>
                      <a:pt x="0" y="102798"/>
                    </a:cubicBezTo>
                    <a:cubicBezTo>
                      <a:pt x="0" y="46024"/>
                      <a:pt x="161085" y="0"/>
                      <a:pt x="359794" y="0"/>
                    </a:cubicBezTo>
                    <a:cubicBezTo>
                      <a:pt x="558503" y="0"/>
                      <a:pt x="719588" y="46024"/>
                      <a:pt x="719588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8ECA23AD-9B8F-03F4-93BB-EEEF3B2A8AD9}"/>
                  </a:ext>
                </a:extLst>
              </p:cNvPr>
              <p:cNvSpPr/>
              <p:nvPr/>
            </p:nvSpPr>
            <p:spPr>
              <a:xfrm>
                <a:off x="1741159" y="4672279"/>
                <a:ext cx="719588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sz="90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m/z</a:t>
                </a:r>
                <a:endParaRPr lang="en-NL" sz="90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AD8218C-3671-16FC-0E67-E55432DFE757}"/>
                  </a:ext>
                </a:extLst>
              </p:cNvPr>
              <p:cNvSpPr/>
              <p:nvPr/>
            </p:nvSpPr>
            <p:spPr>
              <a:xfrm>
                <a:off x="1741159" y="4929276"/>
                <a:ext cx="719588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4E42163C-7203-6124-82E6-A9F61FA5B625}"/>
                  </a:ext>
                </a:extLst>
              </p:cNvPr>
              <p:cNvSpPr/>
              <p:nvPr/>
            </p:nvSpPr>
            <p:spPr>
              <a:xfrm>
                <a:off x="1741159" y="5186272"/>
                <a:ext cx="719588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C6C815E-34A7-4A7B-D771-AE112695CE55}"/>
                </a:ext>
              </a:extLst>
            </p:cNvPr>
            <p:cNvSpPr/>
            <p:nvPr/>
          </p:nvSpPr>
          <p:spPr>
            <a:xfrm>
              <a:off x="1701298" y="4910213"/>
              <a:ext cx="719588" cy="308395"/>
            </a:xfrm>
            <a:custGeom>
              <a:avLst/>
              <a:gdLst>
                <a:gd name="connsiteX0" fmla="*/ 616790 w 719588"/>
                <a:gd name="connsiteY0" fmla="*/ 205597 h 308395"/>
                <a:gd name="connsiteX1" fmla="*/ 591090 w 719588"/>
                <a:gd name="connsiteY1" fmla="*/ 179897 h 308395"/>
                <a:gd name="connsiteX2" fmla="*/ 616790 w 719588"/>
                <a:gd name="connsiteY2" fmla="*/ 154198 h 308395"/>
                <a:gd name="connsiteX3" fmla="*/ 642490 w 719588"/>
                <a:gd name="connsiteY3" fmla="*/ 179897 h 308395"/>
                <a:gd name="connsiteX4" fmla="*/ 616790 w 719588"/>
                <a:gd name="connsiteY4" fmla="*/ 205597 h 308395"/>
                <a:gd name="connsiteX5" fmla="*/ 359794 w 719588"/>
                <a:gd name="connsiteY5" fmla="*/ 102798 h 308395"/>
                <a:gd name="connsiteX6" fmla="*/ 0 w 719588"/>
                <a:gd name="connsiteY6" fmla="*/ 0 h 308395"/>
                <a:gd name="connsiteX7" fmla="*/ 0 w 719588"/>
                <a:gd name="connsiteY7" fmla="*/ 205597 h 308395"/>
                <a:gd name="connsiteX8" fmla="*/ 359794 w 719588"/>
                <a:gd name="connsiteY8" fmla="*/ 308395 h 308395"/>
                <a:gd name="connsiteX9" fmla="*/ 719588 w 719588"/>
                <a:gd name="connsiteY9" fmla="*/ 205597 h 308395"/>
                <a:gd name="connsiteX10" fmla="*/ 719588 w 719588"/>
                <a:gd name="connsiteY10" fmla="*/ 0 h 308395"/>
                <a:gd name="connsiteX11" fmla="*/ 359794 w 719588"/>
                <a:gd name="connsiteY11" fmla="*/ 102798 h 308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9588" h="308395">
                  <a:moveTo>
                    <a:pt x="616790" y="205597"/>
                  </a:moveTo>
                  <a:cubicBezTo>
                    <a:pt x="601370" y="205597"/>
                    <a:pt x="591090" y="195317"/>
                    <a:pt x="591090" y="179897"/>
                  </a:cubicBezTo>
                  <a:cubicBezTo>
                    <a:pt x="591090" y="164477"/>
                    <a:pt x="601370" y="154198"/>
                    <a:pt x="616790" y="154198"/>
                  </a:cubicBezTo>
                  <a:cubicBezTo>
                    <a:pt x="632210" y="154198"/>
                    <a:pt x="642490" y="164477"/>
                    <a:pt x="642490" y="179897"/>
                  </a:cubicBezTo>
                  <a:cubicBezTo>
                    <a:pt x="642490" y="195317"/>
                    <a:pt x="632210" y="205597"/>
                    <a:pt x="616790" y="205597"/>
                  </a:cubicBezTo>
                  <a:close/>
                  <a:moveTo>
                    <a:pt x="359794" y="102798"/>
                  </a:moveTo>
                  <a:cubicBezTo>
                    <a:pt x="161907" y="102798"/>
                    <a:pt x="0" y="56539"/>
                    <a:pt x="0" y="0"/>
                  </a:cubicBezTo>
                  <a:lnTo>
                    <a:pt x="0" y="205597"/>
                  </a:lnTo>
                  <a:cubicBezTo>
                    <a:pt x="0" y="262136"/>
                    <a:pt x="161907" y="308395"/>
                    <a:pt x="359794" y="308395"/>
                  </a:cubicBezTo>
                  <a:cubicBezTo>
                    <a:pt x="557681" y="308395"/>
                    <a:pt x="719588" y="262136"/>
                    <a:pt x="719588" y="205597"/>
                  </a:cubicBezTo>
                  <a:lnTo>
                    <a:pt x="719588" y="0"/>
                  </a:lnTo>
                  <a:cubicBezTo>
                    <a:pt x="719588" y="56539"/>
                    <a:pt x="557681" y="102798"/>
                    <a:pt x="359794" y="102798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27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7DF7A96-128E-2B2C-FBD9-B6B677B81B5A}"/>
              </a:ext>
            </a:extLst>
          </p:cNvPr>
          <p:cNvGrpSpPr/>
          <p:nvPr/>
        </p:nvGrpSpPr>
        <p:grpSpPr>
          <a:xfrm>
            <a:off x="4675432" y="4455460"/>
            <a:ext cx="533607" cy="907898"/>
            <a:chOff x="1853932" y="3994261"/>
            <a:chExt cx="719600" cy="1224347"/>
          </a:xfrm>
        </p:grpSpPr>
        <p:grpSp>
          <p:nvGrpSpPr>
            <p:cNvPr id="35" name="Graphic 2" descr="Database with solid fill">
              <a:extLst>
                <a:ext uri="{FF2B5EF4-FFF2-40B4-BE49-F238E27FC236}">
                  <a16:creationId xmlns:a16="http://schemas.microsoft.com/office/drawing/2014/main" id="{54EF6D4F-BB05-B7B5-10E7-16F58CD8570C}"/>
                </a:ext>
              </a:extLst>
            </p:cNvPr>
            <p:cNvGrpSpPr/>
            <p:nvPr/>
          </p:nvGrpSpPr>
          <p:grpSpPr>
            <a:xfrm>
              <a:off x="1853932" y="3994261"/>
              <a:ext cx="719600" cy="976585"/>
              <a:chOff x="1893793" y="4518082"/>
              <a:chExt cx="719600" cy="976585"/>
            </a:xfrm>
            <a:solidFill>
              <a:schemeClr val="bg1">
                <a:lumMod val="75000"/>
              </a:schemeClr>
            </a:solidFill>
          </p:grpSpPr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2C32FBC6-C452-A26D-1B25-C511091BA5B9}"/>
                  </a:ext>
                </a:extLst>
              </p:cNvPr>
              <p:cNvSpPr/>
              <p:nvPr/>
            </p:nvSpPr>
            <p:spPr>
              <a:xfrm>
                <a:off x="1893793" y="4518082"/>
                <a:ext cx="719594" cy="205596"/>
              </a:xfrm>
              <a:custGeom>
                <a:avLst/>
                <a:gdLst>
                  <a:gd name="connsiteX0" fmla="*/ 719588 w 719588"/>
                  <a:gd name="connsiteY0" fmla="*/ 102798 h 205596"/>
                  <a:gd name="connsiteX1" fmla="*/ 359794 w 719588"/>
                  <a:gd name="connsiteY1" fmla="*/ 205597 h 205596"/>
                  <a:gd name="connsiteX2" fmla="*/ 0 w 719588"/>
                  <a:gd name="connsiteY2" fmla="*/ 102798 h 205596"/>
                  <a:gd name="connsiteX3" fmla="*/ 359794 w 719588"/>
                  <a:gd name="connsiteY3" fmla="*/ 0 h 205596"/>
                  <a:gd name="connsiteX4" fmla="*/ 719588 w 719588"/>
                  <a:gd name="connsiteY4" fmla="*/ 102798 h 205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588" h="205596">
                    <a:moveTo>
                      <a:pt x="719588" y="102798"/>
                    </a:moveTo>
                    <a:cubicBezTo>
                      <a:pt x="719588" y="159572"/>
                      <a:pt x="558503" y="205597"/>
                      <a:pt x="359794" y="205597"/>
                    </a:cubicBezTo>
                    <a:cubicBezTo>
                      <a:pt x="161085" y="205597"/>
                      <a:pt x="0" y="159572"/>
                      <a:pt x="0" y="102798"/>
                    </a:cubicBezTo>
                    <a:cubicBezTo>
                      <a:pt x="0" y="46024"/>
                      <a:pt x="161085" y="0"/>
                      <a:pt x="359794" y="0"/>
                    </a:cubicBezTo>
                    <a:cubicBezTo>
                      <a:pt x="558503" y="0"/>
                      <a:pt x="719588" y="46024"/>
                      <a:pt x="719588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C9DE3F81-22E7-B2E8-3D4E-67C3FD8EF643}"/>
                  </a:ext>
                </a:extLst>
              </p:cNvPr>
              <p:cNvSpPr/>
              <p:nvPr/>
            </p:nvSpPr>
            <p:spPr>
              <a:xfrm>
                <a:off x="1893798" y="4672279"/>
                <a:ext cx="719595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sz="100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m/z</a:t>
                </a:r>
                <a:endParaRPr lang="en-NL" sz="100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Freeform: Shape 38">
                    <a:extLst>
                      <a:ext uri="{FF2B5EF4-FFF2-40B4-BE49-F238E27FC236}">
                        <a16:creationId xmlns:a16="http://schemas.microsoft.com/office/drawing/2014/main" id="{B5CE8222-A62F-C010-5D6B-420507ACFB1B}"/>
                      </a:ext>
                    </a:extLst>
                  </p:cNvPr>
                  <p:cNvSpPr/>
                  <p:nvPr/>
                </p:nvSpPr>
                <p:spPr>
                  <a:xfrm>
                    <a:off x="1893798" y="4929276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solidFill>
                    <a:srgbClr val="763737"/>
                  </a:solidFill>
                  <a:ln w="1279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oMath>
                      </m:oMathPara>
                    </a14:m>
                    <a:endParaRPr lang="en-NL" sz="100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9" name="Freeform: Shape 38">
                    <a:extLst>
                      <a:ext uri="{FF2B5EF4-FFF2-40B4-BE49-F238E27FC236}">
                        <a16:creationId xmlns:a16="http://schemas.microsoft.com/office/drawing/2014/main" id="{B5CE8222-A62F-C010-5D6B-420507ACFB1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3798" y="4929276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blipFill>
                    <a:blip r:embed="rId14"/>
                    <a:stretch>
                      <a:fillRect/>
                    </a:stretch>
                  </a:blipFill>
                  <a:ln w="1279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Freeform: Shape 39">
                    <a:extLst>
                      <a:ext uri="{FF2B5EF4-FFF2-40B4-BE49-F238E27FC236}">
                        <a16:creationId xmlns:a16="http://schemas.microsoft.com/office/drawing/2014/main" id="{873D992E-D27F-0237-465D-6E94CD4AAC6E}"/>
                      </a:ext>
                    </a:extLst>
                  </p:cNvPr>
                  <p:cNvSpPr/>
                  <p:nvPr/>
                </p:nvSpPr>
                <p:spPr>
                  <a:xfrm>
                    <a:off x="1893798" y="5186272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solidFill>
                    <a:srgbClr val="8BAAC9"/>
                  </a:solidFill>
                  <a:ln w="1279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oMath>
                      </m:oMathPara>
                    </a14:m>
                    <a:endParaRPr lang="en-NL" sz="100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40" name="Freeform: Shape 39">
                    <a:extLst>
                      <a:ext uri="{FF2B5EF4-FFF2-40B4-BE49-F238E27FC236}">
                        <a16:creationId xmlns:a16="http://schemas.microsoft.com/office/drawing/2014/main" id="{873D992E-D27F-0237-465D-6E94CD4AAC6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3798" y="5186272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blipFill>
                    <a:blip r:embed="rId15"/>
                    <a:stretch>
                      <a:fillRect/>
                    </a:stretch>
                  </a:blipFill>
                  <a:ln w="1279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7B25B37-6F0B-7218-AB58-460A29EF21DF}"/>
                </a:ext>
              </a:extLst>
            </p:cNvPr>
            <p:cNvSpPr/>
            <p:nvPr/>
          </p:nvSpPr>
          <p:spPr>
            <a:xfrm>
              <a:off x="1853937" y="4910213"/>
              <a:ext cx="719595" cy="308395"/>
            </a:xfrm>
            <a:custGeom>
              <a:avLst/>
              <a:gdLst>
                <a:gd name="connsiteX0" fmla="*/ 616790 w 719588"/>
                <a:gd name="connsiteY0" fmla="*/ 205597 h 308395"/>
                <a:gd name="connsiteX1" fmla="*/ 591090 w 719588"/>
                <a:gd name="connsiteY1" fmla="*/ 179897 h 308395"/>
                <a:gd name="connsiteX2" fmla="*/ 616790 w 719588"/>
                <a:gd name="connsiteY2" fmla="*/ 154198 h 308395"/>
                <a:gd name="connsiteX3" fmla="*/ 642490 w 719588"/>
                <a:gd name="connsiteY3" fmla="*/ 179897 h 308395"/>
                <a:gd name="connsiteX4" fmla="*/ 616790 w 719588"/>
                <a:gd name="connsiteY4" fmla="*/ 205597 h 308395"/>
                <a:gd name="connsiteX5" fmla="*/ 359794 w 719588"/>
                <a:gd name="connsiteY5" fmla="*/ 102798 h 308395"/>
                <a:gd name="connsiteX6" fmla="*/ 0 w 719588"/>
                <a:gd name="connsiteY6" fmla="*/ 0 h 308395"/>
                <a:gd name="connsiteX7" fmla="*/ 0 w 719588"/>
                <a:gd name="connsiteY7" fmla="*/ 205597 h 308395"/>
                <a:gd name="connsiteX8" fmla="*/ 359794 w 719588"/>
                <a:gd name="connsiteY8" fmla="*/ 308395 h 308395"/>
                <a:gd name="connsiteX9" fmla="*/ 719588 w 719588"/>
                <a:gd name="connsiteY9" fmla="*/ 205597 h 308395"/>
                <a:gd name="connsiteX10" fmla="*/ 719588 w 719588"/>
                <a:gd name="connsiteY10" fmla="*/ 0 h 308395"/>
                <a:gd name="connsiteX11" fmla="*/ 359794 w 719588"/>
                <a:gd name="connsiteY11" fmla="*/ 102798 h 308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9588" h="308395">
                  <a:moveTo>
                    <a:pt x="616790" y="205597"/>
                  </a:moveTo>
                  <a:cubicBezTo>
                    <a:pt x="601370" y="205597"/>
                    <a:pt x="591090" y="195317"/>
                    <a:pt x="591090" y="179897"/>
                  </a:cubicBezTo>
                  <a:cubicBezTo>
                    <a:pt x="591090" y="164477"/>
                    <a:pt x="601370" y="154198"/>
                    <a:pt x="616790" y="154198"/>
                  </a:cubicBezTo>
                  <a:cubicBezTo>
                    <a:pt x="632210" y="154198"/>
                    <a:pt x="642490" y="164477"/>
                    <a:pt x="642490" y="179897"/>
                  </a:cubicBezTo>
                  <a:cubicBezTo>
                    <a:pt x="642490" y="195317"/>
                    <a:pt x="632210" y="205597"/>
                    <a:pt x="616790" y="205597"/>
                  </a:cubicBezTo>
                  <a:close/>
                  <a:moveTo>
                    <a:pt x="359794" y="102798"/>
                  </a:moveTo>
                  <a:cubicBezTo>
                    <a:pt x="161907" y="102798"/>
                    <a:pt x="0" y="56539"/>
                    <a:pt x="0" y="0"/>
                  </a:cubicBezTo>
                  <a:lnTo>
                    <a:pt x="0" y="205597"/>
                  </a:lnTo>
                  <a:cubicBezTo>
                    <a:pt x="0" y="262136"/>
                    <a:pt x="161907" y="308395"/>
                    <a:pt x="359794" y="308395"/>
                  </a:cubicBezTo>
                  <a:cubicBezTo>
                    <a:pt x="557681" y="308395"/>
                    <a:pt x="719588" y="262136"/>
                    <a:pt x="719588" y="205597"/>
                  </a:cubicBezTo>
                  <a:lnTo>
                    <a:pt x="719588" y="0"/>
                  </a:lnTo>
                  <a:cubicBezTo>
                    <a:pt x="719588" y="56539"/>
                    <a:pt x="557681" y="102798"/>
                    <a:pt x="359794" y="102798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27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7" name="Tekstvak 23">
            <a:extLst>
              <a:ext uri="{FF2B5EF4-FFF2-40B4-BE49-F238E27FC236}">
                <a16:creationId xmlns:a16="http://schemas.microsoft.com/office/drawing/2014/main" id="{CA6ABCF1-50DD-7B15-1985-75CCA24923DF}"/>
              </a:ext>
            </a:extLst>
          </p:cNvPr>
          <p:cNvSpPr txBox="1"/>
          <p:nvPr/>
        </p:nvSpPr>
        <p:spPr>
          <a:xfrm>
            <a:off x="10266" y="5513171"/>
            <a:ext cx="1735011" cy="351745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fasta </a:t>
            </a:r>
          </a:p>
          <a:p>
            <a:pPr algn="ctr" defTabSz="457200"/>
            <a:r>
              <a:rPr lang="nl-B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</a:t>
            </a:r>
          </a:p>
        </p:txBody>
      </p:sp>
      <p:pic>
        <p:nvPicPr>
          <p:cNvPr id="141" name="Picture 140" descr="Logo, icon&#10;&#10;Description automatically generated">
            <a:extLst>
              <a:ext uri="{FF2B5EF4-FFF2-40B4-BE49-F238E27FC236}">
                <a16:creationId xmlns:a16="http://schemas.microsoft.com/office/drawing/2014/main" id="{97B47A6A-7BFB-94A4-0C38-F3E35D84E772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761" y="5472456"/>
            <a:ext cx="697999" cy="697999"/>
          </a:xfrm>
          <a:prstGeom prst="rect">
            <a:avLst/>
          </a:prstGeom>
          <a:effectLst/>
        </p:spPr>
      </p:pic>
      <p:pic>
        <p:nvPicPr>
          <p:cNvPr id="144" name="Picture 143" descr="Icon, circle&#10;&#10;Description automatically generated">
            <a:extLst>
              <a:ext uri="{FF2B5EF4-FFF2-40B4-BE49-F238E27FC236}">
                <a16:creationId xmlns:a16="http://schemas.microsoft.com/office/drawing/2014/main" id="{5F91CE3F-39E5-D5A3-7319-A7A2896B67EA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689" y="5555288"/>
            <a:ext cx="709854" cy="709854"/>
          </a:xfrm>
          <a:prstGeom prst="rect">
            <a:avLst/>
          </a:prstGeom>
          <a:effectLst/>
        </p:spPr>
      </p:pic>
      <p:pic>
        <p:nvPicPr>
          <p:cNvPr id="158" name="Picture 157" descr="Diagram&#10;&#10;Description automatically generated">
            <a:extLst>
              <a:ext uri="{FF2B5EF4-FFF2-40B4-BE49-F238E27FC236}">
                <a16:creationId xmlns:a16="http://schemas.microsoft.com/office/drawing/2014/main" id="{B21EB87E-A5E3-B1F9-A939-F0628449CCA6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507" y="3464773"/>
            <a:ext cx="601611" cy="601611"/>
          </a:xfrm>
          <a:prstGeom prst="rect">
            <a:avLst/>
          </a:prstGeom>
          <a:effectLst>
            <a:glow rad="101600">
              <a:srgbClr val="FF0000">
                <a:alpha val="60000"/>
              </a:srgbClr>
            </a:glo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kstvak 25">
                <a:extLst>
                  <a:ext uri="{FF2B5EF4-FFF2-40B4-BE49-F238E27FC236}">
                    <a16:creationId xmlns:a16="http://schemas.microsoft.com/office/drawing/2014/main" id="{02D15410-91AA-0A01-90C0-8AD51C7223C7}"/>
                  </a:ext>
                </a:extLst>
              </p:cNvPr>
              <p:cNvSpPr txBox="1"/>
              <p:nvPr/>
            </p:nvSpPr>
            <p:spPr>
              <a:xfrm>
                <a:off x="1117957" y="4532024"/>
                <a:ext cx="1318096" cy="418923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noAutofit/>
              </a:bodyPr>
              <a:lstStyle/>
              <a:p>
                <a:pPr algn="ctr" defTabSz="457200">
                  <a:lnSpc>
                    <a:spcPct val="150000"/>
                  </a:lnSpc>
                </a:pPr>
                <a:r>
                  <a:rPr lang="nl-BE" sz="1600" b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Predict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endParaRPr lang="nl-BE" sz="16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9" name="Tekstvak 25">
                <a:extLst>
                  <a:ext uri="{FF2B5EF4-FFF2-40B4-BE49-F238E27FC236}">
                    <a16:creationId xmlns:a16="http://schemas.microsoft.com/office/drawing/2014/main" id="{02D15410-91AA-0A01-90C0-8AD51C722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957" y="4532024"/>
                <a:ext cx="1318096" cy="418923"/>
              </a:xfrm>
              <a:prstGeom prst="rect">
                <a:avLst/>
              </a:prstGeom>
              <a:blipFill>
                <a:blip r:embed="rId19"/>
                <a:stretch>
                  <a:fillRect b="-18841"/>
                </a:stretch>
              </a:blipFill>
              <a:effectLst/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2282E0A1-0C0E-7FE5-72DE-96875B851ED2}"/>
              </a:ext>
            </a:extLst>
          </p:cNvPr>
          <p:cNvGrpSpPr/>
          <p:nvPr/>
        </p:nvGrpSpPr>
        <p:grpSpPr>
          <a:xfrm>
            <a:off x="11121456" y="4534654"/>
            <a:ext cx="533607" cy="907898"/>
            <a:chOff x="1853932" y="3994261"/>
            <a:chExt cx="719600" cy="1224347"/>
          </a:xfrm>
        </p:grpSpPr>
        <p:grpSp>
          <p:nvGrpSpPr>
            <p:cNvPr id="65" name="Graphic 2" descr="Database with solid fill">
              <a:extLst>
                <a:ext uri="{FF2B5EF4-FFF2-40B4-BE49-F238E27FC236}">
                  <a16:creationId xmlns:a16="http://schemas.microsoft.com/office/drawing/2014/main" id="{C86E232B-DBE8-A305-7C1C-652090CEE19A}"/>
                </a:ext>
              </a:extLst>
            </p:cNvPr>
            <p:cNvGrpSpPr/>
            <p:nvPr/>
          </p:nvGrpSpPr>
          <p:grpSpPr>
            <a:xfrm>
              <a:off x="1853932" y="3994261"/>
              <a:ext cx="719600" cy="976585"/>
              <a:chOff x="1893793" y="4518082"/>
              <a:chExt cx="719600" cy="976585"/>
            </a:xfrm>
            <a:solidFill>
              <a:schemeClr val="bg1">
                <a:lumMod val="75000"/>
              </a:schemeClr>
            </a:solidFill>
          </p:grpSpPr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CDB41824-3393-CCFD-61AB-8B5B5BA1325B}"/>
                  </a:ext>
                </a:extLst>
              </p:cNvPr>
              <p:cNvSpPr/>
              <p:nvPr/>
            </p:nvSpPr>
            <p:spPr>
              <a:xfrm>
                <a:off x="1893793" y="4518082"/>
                <a:ext cx="719594" cy="205596"/>
              </a:xfrm>
              <a:custGeom>
                <a:avLst/>
                <a:gdLst>
                  <a:gd name="connsiteX0" fmla="*/ 719588 w 719588"/>
                  <a:gd name="connsiteY0" fmla="*/ 102798 h 205596"/>
                  <a:gd name="connsiteX1" fmla="*/ 359794 w 719588"/>
                  <a:gd name="connsiteY1" fmla="*/ 205597 h 205596"/>
                  <a:gd name="connsiteX2" fmla="*/ 0 w 719588"/>
                  <a:gd name="connsiteY2" fmla="*/ 102798 h 205596"/>
                  <a:gd name="connsiteX3" fmla="*/ 359794 w 719588"/>
                  <a:gd name="connsiteY3" fmla="*/ 0 h 205596"/>
                  <a:gd name="connsiteX4" fmla="*/ 719588 w 719588"/>
                  <a:gd name="connsiteY4" fmla="*/ 102798 h 205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588" h="205596">
                    <a:moveTo>
                      <a:pt x="719588" y="102798"/>
                    </a:moveTo>
                    <a:cubicBezTo>
                      <a:pt x="719588" y="159572"/>
                      <a:pt x="558503" y="205597"/>
                      <a:pt x="359794" y="205597"/>
                    </a:cubicBezTo>
                    <a:cubicBezTo>
                      <a:pt x="161085" y="205597"/>
                      <a:pt x="0" y="159572"/>
                      <a:pt x="0" y="102798"/>
                    </a:cubicBezTo>
                    <a:cubicBezTo>
                      <a:pt x="0" y="46024"/>
                      <a:pt x="161085" y="0"/>
                      <a:pt x="359794" y="0"/>
                    </a:cubicBezTo>
                    <a:cubicBezTo>
                      <a:pt x="558503" y="0"/>
                      <a:pt x="719588" y="46024"/>
                      <a:pt x="719588" y="1027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65ADE5BB-FEE7-F13D-788C-B0371EAB0D84}"/>
                  </a:ext>
                </a:extLst>
              </p:cNvPr>
              <p:cNvSpPr/>
              <p:nvPr/>
            </p:nvSpPr>
            <p:spPr>
              <a:xfrm>
                <a:off x="1893798" y="4672279"/>
                <a:ext cx="719595" cy="308395"/>
              </a:xfrm>
              <a:custGeom>
                <a:avLst/>
                <a:gdLst>
                  <a:gd name="connsiteX0" fmla="*/ 616790 w 719588"/>
                  <a:gd name="connsiteY0" fmla="*/ 205597 h 308395"/>
                  <a:gd name="connsiteX1" fmla="*/ 591090 w 719588"/>
                  <a:gd name="connsiteY1" fmla="*/ 179897 h 308395"/>
                  <a:gd name="connsiteX2" fmla="*/ 616790 w 719588"/>
                  <a:gd name="connsiteY2" fmla="*/ 154198 h 308395"/>
                  <a:gd name="connsiteX3" fmla="*/ 642490 w 719588"/>
                  <a:gd name="connsiteY3" fmla="*/ 179897 h 308395"/>
                  <a:gd name="connsiteX4" fmla="*/ 616790 w 719588"/>
                  <a:gd name="connsiteY4" fmla="*/ 205597 h 308395"/>
                  <a:gd name="connsiteX5" fmla="*/ 359794 w 719588"/>
                  <a:gd name="connsiteY5" fmla="*/ 102798 h 308395"/>
                  <a:gd name="connsiteX6" fmla="*/ 0 w 719588"/>
                  <a:gd name="connsiteY6" fmla="*/ 0 h 308395"/>
                  <a:gd name="connsiteX7" fmla="*/ 0 w 719588"/>
                  <a:gd name="connsiteY7" fmla="*/ 205597 h 308395"/>
                  <a:gd name="connsiteX8" fmla="*/ 359794 w 719588"/>
                  <a:gd name="connsiteY8" fmla="*/ 308395 h 308395"/>
                  <a:gd name="connsiteX9" fmla="*/ 719588 w 719588"/>
                  <a:gd name="connsiteY9" fmla="*/ 205597 h 308395"/>
                  <a:gd name="connsiteX10" fmla="*/ 719588 w 719588"/>
                  <a:gd name="connsiteY10" fmla="*/ 0 h 308395"/>
                  <a:gd name="connsiteX11" fmla="*/ 359794 w 719588"/>
                  <a:gd name="connsiteY11" fmla="*/ 102798 h 30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9588" h="308395">
                    <a:moveTo>
                      <a:pt x="616790" y="205597"/>
                    </a:moveTo>
                    <a:cubicBezTo>
                      <a:pt x="601370" y="205597"/>
                      <a:pt x="591090" y="195317"/>
                      <a:pt x="591090" y="179897"/>
                    </a:cubicBezTo>
                    <a:cubicBezTo>
                      <a:pt x="591090" y="164477"/>
                      <a:pt x="601370" y="154198"/>
                      <a:pt x="616790" y="154198"/>
                    </a:cubicBezTo>
                    <a:cubicBezTo>
                      <a:pt x="632210" y="154198"/>
                      <a:pt x="642490" y="164477"/>
                      <a:pt x="642490" y="179897"/>
                    </a:cubicBezTo>
                    <a:cubicBezTo>
                      <a:pt x="642490" y="195317"/>
                      <a:pt x="632210" y="205597"/>
                      <a:pt x="616790" y="205597"/>
                    </a:cubicBezTo>
                    <a:close/>
                    <a:moveTo>
                      <a:pt x="359794" y="102798"/>
                    </a:moveTo>
                    <a:cubicBezTo>
                      <a:pt x="161907" y="102798"/>
                      <a:pt x="0" y="56539"/>
                      <a:pt x="0" y="0"/>
                    </a:cubicBezTo>
                    <a:lnTo>
                      <a:pt x="0" y="205597"/>
                    </a:lnTo>
                    <a:cubicBezTo>
                      <a:pt x="0" y="262136"/>
                      <a:pt x="161907" y="308395"/>
                      <a:pt x="359794" y="308395"/>
                    </a:cubicBezTo>
                    <a:cubicBezTo>
                      <a:pt x="557681" y="308395"/>
                      <a:pt x="719588" y="262136"/>
                      <a:pt x="719588" y="205597"/>
                    </a:cubicBezTo>
                    <a:lnTo>
                      <a:pt x="719588" y="0"/>
                    </a:lnTo>
                    <a:cubicBezTo>
                      <a:pt x="719588" y="56539"/>
                      <a:pt x="557681" y="102798"/>
                      <a:pt x="359794" y="102798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127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sz="100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m/z</a:t>
                </a:r>
                <a:endParaRPr lang="en-NL" sz="100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Freeform: Shape 68">
                    <a:extLst>
                      <a:ext uri="{FF2B5EF4-FFF2-40B4-BE49-F238E27FC236}">
                        <a16:creationId xmlns:a16="http://schemas.microsoft.com/office/drawing/2014/main" id="{49B65614-EBC6-51A2-A9EA-DD85548274E9}"/>
                      </a:ext>
                    </a:extLst>
                  </p:cNvPr>
                  <p:cNvSpPr/>
                  <p:nvPr/>
                </p:nvSpPr>
                <p:spPr>
                  <a:xfrm>
                    <a:off x="1893798" y="4929276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solidFill>
                    <a:srgbClr val="763737"/>
                  </a:solidFill>
                  <a:ln w="1279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oMath>
                      </m:oMathPara>
                    </a14:m>
                    <a:endParaRPr lang="en-NL" sz="100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9" name="Freeform: Shape 68">
                    <a:extLst>
                      <a:ext uri="{FF2B5EF4-FFF2-40B4-BE49-F238E27FC236}">
                        <a16:creationId xmlns:a16="http://schemas.microsoft.com/office/drawing/2014/main" id="{49B65614-EBC6-51A2-A9EA-DD85548274E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3798" y="4929276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blipFill>
                    <a:blip r:embed="rId14"/>
                    <a:stretch>
                      <a:fillRect/>
                    </a:stretch>
                  </a:blipFill>
                  <a:ln w="1279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Freeform: Shape 69">
                    <a:extLst>
                      <a:ext uri="{FF2B5EF4-FFF2-40B4-BE49-F238E27FC236}">
                        <a16:creationId xmlns:a16="http://schemas.microsoft.com/office/drawing/2014/main" id="{335770EA-0BC5-7700-4898-6D574B793A3F}"/>
                      </a:ext>
                    </a:extLst>
                  </p:cNvPr>
                  <p:cNvSpPr/>
                  <p:nvPr/>
                </p:nvSpPr>
                <p:spPr>
                  <a:xfrm>
                    <a:off x="1893798" y="5186272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solidFill>
                    <a:srgbClr val="8BAAC9"/>
                  </a:solidFill>
                  <a:ln w="1279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oMath>
                      </m:oMathPara>
                    </a14:m>
                    <a:endParaRPr lang="en-NL" sz="100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70" name="Freeform: Shape 69">
                    <a:extLst>
                      <a:ext uri="{FF2B5EF4-FFF2-40B4-BE49-F238E27FC236}">
                        <a16:creationId xmlns:a16="http://schemas.microsoft.com/office/drawing/2014/main" id="{335770EA-0BC5-7700-4898-6D574B793A3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3798" y="5186272"/>
                    <a:ext cx="719595" cy="308395"/>
                  </a:xfrm>
                  <a:custGeom>
                    <a:avLst/>
                    <a:gdLst>
                      <a:gd name="connsiteX0" fmla="*/ 616790 w 719588"/>
                      <a:gd name="connsiteY0" fmla="*/ 205597 h 308395"/>
                      <a:gd name="connsiteX1" fmla="*/ 591090 w 719588"/>
                      <a:gd name="connsiteY1" fmla="*/ 179897 h 308395"/>
                      <a:gd name="connsiteX2" fmla="*/ 616790 w 719588"/>
                      <a:gd name="connsiteY2" fmla="*/ 154198 h 308395"/>
                      <a:gd name="connsiteX3" fmla="*/ 642490 w 719588"/>
                      <a:gd name="connsiteY3" fmla="*/ 179897 h 308395"/>
                      <a:gd name="connsiteX4" fmla="*/ 616790 w 719588"/>
                      <a:gd name="connsiteY4" fmla="*/ 205597 h 308395"/>
                      <a:gd name="connsiteX5" fmla="*/ 359794 w 719588"/>
                      <a:gd name="connsiteY5" fmla="*/ 102798 h 308395"/>
                      <a:gd name="connsiteX6" fmla="*/ 0 w 719588"/>
                      <a:gd name="connsiteY6" fmla="*/ 0 h 308395"/>
                      <a:gd name="connsiteX7" fmla="*/ 0 w 719588"/>
                      <a:gd name="connsiteY7" fmla="*/ 205597 h 308395"/>
                      <a:gd name="connsiteX8" fmla="*/ 359794 w 719588"/>
                      <a:gd name="connsiteY8" fmla="*/ 308395 h 308395"/>
                      <a:gd name="connsiteX9" fmla="*/ 719588 w 719588"/>
                      <a:gd name="connsiteY9" fmla="*/ 205597 h 308395"/>
                      <a:gd name="connsiteX10" fmla="*/ 719588 w 719588"/>
                      <a:gd name="connsiteY10" fmla="*/ 0 h 308395"/>
                      <a:gd name="connsiteX11" fmla="*/ 359794 w 719588"/>
                      <a:gd name="connsiteY11" fmla="*/ 102798 h 308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719588" h="308395">
                        <a:moveTo>
                          <a:pt x="616790" y="205597"/>
                        </a:moveTo>
                        <a:cubicBezTo>
                          <a:pt x="601370" y="205597"/>
                          <a:pt x="591090" y="195317"/>
                          <a:pt x="591090" y="179897"/>
                        </a:cubicBezTo>
                        <a:cubicBezTo>
                          <a:pt x="591090" y="164477"/>
                          <a:pt x="601370" y="154198"/>
                          <a:pt x="616790" y="154198"/>
                        </a:cubicBezTo>
                        <a:cubicBezTo>
                          <a:pt x="632210" y="154198"/>
                          <a:pt x="642490" y="164477"/>
                          <a:pt x="642490" y="179897"/>
                        </a:cubicBezTo>
                        <a:cubicBezTo>
                          <a:pt x="642490" y="195317"/>
                          <a:pt x="632210" y="205597"/>
                          <a:pt x="616790" y="205597"/>
                        </a:cubicBezTo>
                        <a:close/>
                        <a:moveTo>
                          <a:pt x="359794" y="102798"/>
                        </a:moveTo>
                        <a:cubicBezTo>
                          <a:pt x="161907" y="102798"/>
                          <a:pt x="0" y="56539"/>
                          <a:pt x="0" y="0"/>
                        </a:cubicBezTo>
                        <a:lnTo>
                          <a:pt x="0" y="205597"/>
                        </a:lnTo>
                        <a:cubicBezTo>
                          <a:pt x="0" y="262136"/>
                          <a:pt x="161907" y="308395"/>
                          <a:pt x="359794" y="308395"/>
                        </a:cubicBezTo>
                        <a:cubicBezTo>
                          <a:pt x="557681" y="308395"/>
                          <a:pt x="719588" y="262136"/>
                          <a:pt x="719588" y="205597"/>
                        </a:cubicBezTo>
                        <a:lnTo>
                          <a:pt x="719588" y="0"/>
                        </a:lnTo>
                        <a:cubicBezTo>
                          <a:pt x="719588" y="56539"/>
                          <a:pt x="557681" y="102798"/>
                          <a:pt x="359794" y="102798"/>
                        </a:cubicBezTo>
                        <a:close/>
                      </a:path>
                    </a:pathLst>
                  </a:custGeom>
                  <a:blipFill>
                    <a:blip r:embed="rId15"/>
                    <a:stretch>
                      <a:fillRect/>
                    </a:stretch>
                  </a:blipFill>
                  <a:ln w="1279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N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E50B26F-154F-7A23-B9CB-7EB4D46778AC}"/>
                </a:ext>
              </a:extLst>
            </p:cNvPr>
            <p:cNvSpPr/>
            <p:nvPr/>
          </p:nvSpPr>
          <p:spPr>
            <a:xfrm>
              <a:off x="1853937" y="4910213"/>
              <a:ext cx="719595" cy="308395"/>
            </a:xfrm>
            <a:custGeom>
              <a:avLst/>
              <a:gdLst>
                <a:gd name="connsiteX0" fmla="*/ 616790 w 719588"/>
                <a:gd name="connsiteY0" fmla="*/ 205597 h 308395"/>
                <a:gd name="connsiteX1" fmla="*/ 591090 w 719588"/>
                <a:gd name="connsiteY1" fmla="*/ 179897 h 308395"/>
                <a:gd name="connsiteX2" fmla="*/ 616790 w 719588"/>
                <a:gd name="connsiteY2" fmla="*/ 154198 h 308395"/>
                <a:gd name="connsiteX3" fmla="*/ 642490 w 719588"/>
                <a:gd name="connsiteY3" fmla="*/ 179897 h 308395"/>
                <a:gd name="connsiteX4" fmla="*/ 616790 w 719588"/>
                <a:gd name="connsiteY4" fmla="*/ 205597 h 308395"/>
                <a:gd name="connsiteX5" fmla="*/ 359794 w 719588"/>
                <a:gd name="connsiteY5" fmla="*/ 102798 h 308395"/>
                <a:gd name="connsiteX6" fmla="*/ 0 w 719588"/>
                <a:gd name="connsiteY6" fmla="*/ 0 h 308395"/>
                <a:gd name="connsiteX7" fmla="*/ 0 w 719588"/>
                <a:gd name="connsiteY7" fmla="*/ 205597 h 308395"/>
                <a:gd name="connsiteX8" fmla="*/ 359794 w 719588"/>
                <a:gd name="connsiteY8" fmla="*/ 308395 h 308395"/>
                <a:gd name="connsiteX9" fmla="*/ 719588 w 719588"/>
                <a:gd name="connsiteY9" fmla="*/ 205597 h 308395"/>
                <a:gd name="connsiteX10" fmla="*/ 719588 w 719588"/>
                <a:gd name="connsiteY10" fmla="*/ 0 h 308395"/>
                <a:gd name="connsiteX11" fmla="*/ 359794 w 719588"/>
                <a:gd name="connsiteY11" fmla="*/ 102798 h 308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9588" h="308395">
                  <a:moveTo>
                    <a:pt x="616790" y="205597"/>
                  </a:moveTo>
                  <a:cubicBezTo>
                    <a:pt x="601370" y="205597"/>
                    <a:pt x="591090" y="195317"/>
                    <a:pt x="591090" y="179897"/>
                  </a:cubicBezTo>
                  <a:cubicBezTo>
                    <a:pt x="591090" y="164477"/>
                    <a:pt x="601370" y="154198"/>
                    <a:pt x="616790" y="154198"/>
                  </a:cubicBezTo>
                  <a:cubicBezTo>
                    <a:pt x="632210" y="154198"/>
                    <a:pt x="642490" y="164477"/>
                    <a:pt x="642490" y="179897"/>
                  </a:cubicBezTo>
                  <a:cubicBezTo>
                    <a:pt x="642490" y="195317"/>
                    <a:pt x="632210" y="205597"/>
                    <a:pt x="616790" y="205597"/>
                  </a:cubicBezTo>
                  <a:close/>
                  <a:moveTo>
                    <a:pt x="359794" y="102798"/>
                  </a:moveTo>
                  <a:cubicBezTo>
                    <a:pt x="161907" y="102798"/>
                    <a:pt x="0" y="56539"/>
                    <a:pt x="0" y="0"/>
                  </a:cubicBezTo>
                  <a:lnTo>
                    <a:pt x="0" y="205597"/>
                  </a:lnTo>
                  <a:cubicBezTo>
                    <a:pt x="0" y="262136"/>
                    <a:pt x="161907" y="308395"/>
                    <a:pt x="359794" y="308395"/>
                  </a:cubicBezTo>
                  <a:cubicBezTo>
                    <a:pt x="557681" y="308395"/>
                    <a:pt x="719588" y="262136"/>
                    <a:pt x="719588" y="205597"/>
                  </a:cubicBezTo>
                  <a:lnTo>
                    <a:pt x="719588" y="0"/>
                  </a:lnTo>
                  <a:cubicBezTo>
                    <a:pt x="719588" y="56539"/>
                    <a:pt x="557681" y="102798"/>
                    <a:pt x="359794" y="102798"/>
                  </a:cubicBezTo>
                  <a:close/>
                </a:path>
              </a:pathLst>
            </a:custGeom>
            <a:solidFill>
              <a:srgbClr val="15A387"/>
            </a:solidFill>
            <a:ln w="1279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Int.</a:t>
              </a:r>
              <a:endParaRPr lang="en-NL" sz="1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72" name="Tekstvak 25">
            <a:extLst>
              <a:ext uri="{FF2B5EF4-FFF2-40B4-BE49-F238E27FC236}">
                <a16:creationId xmlns:a16="http://schemas.microsoft.com/office/drawing/2014/main" id="{677EA743-5526-064F-41C0-0CAD956E32E3}"/>
              </a:ext>
            </a:extLst>
          </p:cNvPr>
          <p:cNvSpPr txBox="1"/>
          <p:nvPr/>
        </p:nvSpPr>
        <p:spPr>
          <a:xfrm>
            <a:off x="2975282" y="4526033"/>
            <a:ext cx="1700145" cy="418923"/>
          </a:xfrm>
          <a:prstGeom prst="rect">
            <a:avLst/>
          </a:prstGeom>
          <a:noFill/>
          <a:effectLst/>
        </p:spPr>
        <p:txBody>
          <a:bodyPr wrap="none" rtlCol="0">
            <a:noAutofit/>
          </a:bodyPr>
          <a:lstStyle/>
          <a:p>
            <a:pPr algn="ctr" defTabSz="457200">
              <a:lnSpc>
                <a:spcPct val="150000"/>
              </a:lnSpc>
            </a:pPr>
            <a:r>
              <a:rPr lang="nl-BE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 mobility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F495016B-5B7F-E320-1C05-717E581C13D3}"/>
              </a:ext>
            </a:extLst>
          </p:cNvPr>
          <p:cNvSpPr/>
          <p:nvPr/>
        </p:nvSpPr>
        <p:spPr>
          <a:xfrm>
            <a:off x="353815" y="1429101"/>
            <a:ext cx="11492147" cy="1861732"/>
          </a:xfrm>
          <a:prstGeom prst="roundRect">
            <a:avLst>
              <a:gd name="adj" fmla="val 4688"/>
            </a:avLst>
          </a:pr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D4EAFB95-7AA3-A4D9-695F-47AD0CBDFB84}"/>
              </a:ext>
            </a:extLst>
          </p:cNvPr>
          <p:cNvSpPr/>
          <p:nvPr/>
        </p:nvSpPr>
        <p:spPr>
          <a:xfrm>
            <a:off x="353814" y="4264266"/>
            <a:ext cx="11492147" cy="2078870"/>
          </a:xfrm>
          <a:prstGeom prst="roundRect">
            <a:avLst>
              <a:gd name="adj" fmla="val 4688"/>
            </a:avLst>
          </a:pr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68CB9FE-D45F-F476-27E9-5C760E085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91" y="365125"/>
            <a:ext cx="11594171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Predicted behavior for better </a:t>
            </a:r>
            <a:r>
              <a:rPr lang="en-US" sz="32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silico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representation of the signal</a:t>
            </a:r>
            <a:endParaRPr lang="en-BE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BA4C72-A125-0EA4-E6A9-C14E738CEF39}"/>
              </a:ext>
            </a:extLst>
          </p:cNvPr>
          <p:cNvSpPr txBox="1"/>
          <p:nvPr/>
        </p:nvSpPr>
        <p:spPr>
          <a:xfrm>
            <a:off x="8525979" y="3278247"/>
            <a:ext cx="1382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Identification</a:t>
            </a:r>
            <a:endParaRPr kumimoji="0" lang="en-NL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388FF4-D11D-0C8F-554A-EF6EC49EBF61}"/>
              </a:ext>
            </a:extLst>
          </p:cNvPr>
          <p:cNvSpPr txBox="1"/>
          <p:nvPr/>
        </p:nvSpPr>
        <p:spPr>
          <a:xfrm>
            <a:off x="9809504" y="3274497"/>
            <a:ext cx="1382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Quantification</a:t>
            </a:r>
            <a:endParaRPr kumimoji="0" lang="en-NL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559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7D2F463-4E7E-B124-AC83-A0631012C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TIMS²Rescore combines the full workflow in </a:t>
            </a:r>
            <a:b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ProteoScape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(and is also available as a Python package)</a:t>
            </a:r>
            <a:endParaRPr lang="en-BE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21">
            <a:extLst>
              <a:ext uri="{FF2B5EF4-FFF2-40B4-BE49-F238E27FC236}">
                <a16:creationId xmlns:a16="http://schemas.microsoft.com/office/drawing/2014/main" id="{A81704AA-9710-31A9-3A70-3D5E0B3DF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6356350"/>
            <a:ext cx="101048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UGent Panno Text"/>
                <a:ea typeface="+mn-ea"/>
                <a:cs typeface="+mn-cs"/>
              </a:rPr>
              <a:t>Arthur Declercq</a:t>
            </a:r>
            <a:r>
              <a:rPr kumimoji="0" lang="nl-BE" sz="1200" b="0" i="0" u="none" strike="noStrike" kern="1200" cap="none" spc="0" normalizeH="0" baseline="3000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UGent Panno Text"/>
                <a:ea typeface="+mn-ea"/>
                <a:cs typeface="+mn-cs"/>
              </a:rPr>
              <a:t>*</a:t>
            </a:r>
            <a:r>
              <a:rPr kumimoji="0" lang="nl-B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UGent Panno Text"/>
                <a:ea typeface="+mn-ea"/>
                <a:cs typeface="+mn-cs"/>
              </a:rPr>
              <a:t>, Robbe Devreese</a:t>
            </a:r>
            <a:r>
              <a:rPr kumimoji="0" lang="nl-BE" sz="1200" b="0" i="0" u="none" strike="noStrike" kern="1200" cap="none" spc="0" normalizeH="0" baseline="3000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UGent Panno Text"/>
                <a:ea typeface="+mn-ea"/>
                <a:cs typeface="+mn-cs"/>
              </a:rPr>
              <a:t>*</a:t>
            </a:r>
            <a:r>
              <a:rPr kumimoji="0" lang="nl-B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UGent Panno Text"/>
                <a:ea typeface="+mn-ea"/>
                <a:cs typeface="+mn-cs"/>
              </a:rPr>
              <a:t>, […] Robbin Bouwmeester, Lennart Martens, Ralf Gabriels (2024) bioRXiv. doi:10.1101/2024.05.29.596400</a:t>
            </a:r>
          </a:p>
        </p:txBody>
      </p:sp>
      <p:pic>
        <p:nvPicPr>
          <p:cNvPr id="8" name="Picture 7" descr="A diagram of data processing&#10;&#10;Description automatically generated">
            <a:extLst>
              <a:ext uri="{FF2B5EF4-FFF2-40B4-BE49-F238E27FC236}">
                <a16:creationId xmlns:a16="http://schemas.microsoft.com/office/drawing/2014/main" id="{2BC5BFEF-4E37-0636-ED02-3E061BBA82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12"/>
          <a:stretch/>
        </p:blipFill>
        <p:spPr>
          <a:xfrm>
            <a:off x="785191" y="1986534"/>
            <a:ext cx="7411873" cy="365127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25A01F81-E7D6-3EC7-F2A8-501111CA6537}"/>
              </a:ext>
            </a:extLst>
          </p:cNvPr>
          <p:cNvGrpSpPr/>
          <p:nvPr/>
        </p:nvGrpSpPr>
        <p:grpSpPr>
          <a:xfrm>
            <a:off x="9237134" y="98694"/>
            <a:ext cx="2482544" cy="777632"/>
            <a:chOff x="8636000" y="2115671"/>
            <a:chExt cx="2482544" cy="777632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B8BADAE8-E396-769D-63D8-095F5FF097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636000" y="2115671"/>
              <a:ext cx="777632" cy="777632"/>
            </a:xfrm>
            <a:prstGeom prst="ellipse">
              <a:avLst/>
            </a:prstGeom>
          </p:spPr>
        </p:pic>
        <p:pic>
          <p:nvPicPr>
            <p:cNvPr id="5" name="Picture 4" descr="A person smiling for a picture&#10;&#10;Description automatically generated">
              <a:extLst>
                <a:ext uri="{FF2B5EF4-FFF2-40B4-BE49-F238E27FC236}">
                  <a16:creationId xmlns:a16="http://schemas.microsoft.com/office/drawing/2014/main" id="{70636508-C1C2-22ED-EA2C-D97105ABD3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88456" y="2115671"/>
              <a:ext cx="777632" cy="777632"/>
            </a:xfrm>
            <a:prstGeom prst="ellipse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1937C67-E0B8-9EF2-A5D8-6DB821E4168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340912" y="2115671"/>
              <a:ext cx="777632" cy="777632"/>
            </a:xfrm>
            <a:prstGeom prst="ellipse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82829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80499-D5EC-55B1-8DBC-C889619F6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1">
            <a:extLst>
              <a:ext uri="{FF2B5EF4-FFF2-40B4-BE49-F238E27FC236}">
                <a16:creationId xmlns:a16="http://schemas.microsoft.com/office/drawing/2014/main" id="{F1DB7C2E-164F-6431-1EEF-CF1B966B2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6356350"/>
            <a:ext cx="101048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UGent Panno Text"/>
                <a:ea typeface="+mn-ea"/>
                <a:cs typeface="+mn-cs"/>
              </a:rPr>
              <a:t>Arthur Declercq</a:t>
            </a:r>
            <a:r>
              <a:rPr kumimoji="0" lang="nl-BE" sz="1200" b="0" i="0" u="none" strike="noStrike" kern="1200" cap="none" spc="0" normalizeH="0" baseline="3000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UGent Panno Text"/>
                <a:ea typeface="+mn-ea"/>
                <a:cs typeface="+mn-cs"/>
              </a:rPr>
              <a:t>*</a:t>
            </a:r>
            <a:r>
              <a:rPr kumimoji="0" lang="nl-B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UGent Panno Text"/>
                <a:ea typeface="+mn-ea"/>
                <a:cs typeface="+mn-cs"/>
              </a:rPr>
              <a:t>, Robbe Devreese</a:t>
            </a:r>
            <a:r>
              <a:rPr kumimoji="0" lang="nl-BE" sz="1200" b="0" i="0" u="none" strike="noStrike" kern="1200" cap="none" spc="0" normalizeH="0" baseline="3000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UGent Panno Text"/>
                <a:ea typeface="+mn-ea"/>
                <a:cs typeface="+mn-cs"/>
              </a:rPr>
              <a:t>*</a:t>
            </a:r>
            <a:r>
              <a:rPr kumimoji="0" lang="nl-B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UGent Panno Text"/>
                <a:ea typeface="+mn-ea"/>
                <a:cs typeface="+mn-cs"/>
              </a:rPr>
              <a:t>, […] Robbin Bouwmeester, Lennart Martens, Ralf Gabriels (2024) bioRXiv. doi:10.1101/2024.05.29.596400</a:t>
            </a:r>
          </a:p>
        </p:txBody>
      </p:sp>
      <p:pic>
        <p:nvPicPr>
          <p:cNvPr id="8" name="Picture 7" descr="A diagram of data processing&#10;&#10;Description automatically generated">
            <a:extLst>
              <a:ext uri="{FF2B5EF4-FFF2-40B4-BE49-F238E27FC236}">
                <a16:creationId xmlns:a16="http://schemas.microsoft.com/office/drawing/2014/main" id="{BB3D9F3D-F24B-5496-04BA-FAED5EAF43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12"/>
          <a:stretch/>
        </p:blipFill>
        <p:spPr>
          <a:xfrm>
            <a:off x="785191" y="1986534"/>
            <a:ext cx="7411873" cy="365127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54E56C9-460A-F71C-5B4C-E4D0E21DC911}"/>
              </a:ext>
            </a:extLst>
          </p:cNvPr>
          <p:cNvGrpSpPr/>
          <p:nvPr/>
        </p:nvGrpSpPr>
        <p:grpSpPr>
          <a:xfrm>
            <a:off x="8169812" y="1841046"/>
            <a:ext cx="2693806" cy="4366728"/>
            <a:chOff x="3454510" y="1432948"/>
            <a:chExt cx="2886522" cy="4679125"/>
          </a:xfrm>
        </p:grpSpPr>
        <p:grpSp>
          <p:nvGrpSpPr>
            <p:cNvPr id="5" name="Graphic 988">
              <a:extLst>
                <a:ext uri="{FF2B5EF4-FFF2-40B4-BE49-F238E27FC236}">
                  <a16:creationId xmlns:a16="http://schemas.microsoft.com/office/drawing/2014/main" id="{7E90D68E-75AB-3C48-760E-E0BABD13D085}"/>
                </a:ext>
              </a:extLst>
            </p:cNvPr>
            <p:cNvGrpSpPr/>
            <p:nvPr/>
          </p:nvGrpSpPr>
          <p:grpSpPr>
            <a:xfrm>
              <a:off x="3555891" y="3781870"/>
              <a:ext cx="2684284" cy="2168735"/>
              <a:chOff x="2666339" y="4117175"/>
              <a:chExt cx="2684284" cy="2168735"/>
            </a:xfrm>
          </p:grpSpPr>
          <p:grpSp>
            <p:nvGrpSpPr>
              <p:cNvPr id="192" name="Graphic 988">
                <a:extLst>
                  <a:ext uri="{FF2B5EF4-FFF2-40B4-BE49-F238E27FC236}">
                    <a16:creationId xmlns:a16="http://schemas.microsoft.com/office/drawing/2014/main" id="{9FA25202-E2F7-B412-75E3-2F802B241A7F}"/>
                  </a:ext>
                </a:extLst>
              </p:cNvPr>
              <p:cNvGrpSpPr/>
              <p:nvPr/>
            </p:nvGrpSpPr>
            <p:grpSpPr>
              <a:xfrm>
                <a:off x="3325396" y="6214797"/>
                <a:ext cx="2025227" cy="71113"/>
                <a:chOff x="3325396" y="6214797"/>
                <a:chExt cx="2025227" cy="71113"/>
              </a:xfrm>
            </p:grpSpPr>
            <p:sp>
              <p:nvSpPr>
                <p:cNvPr id="237" name="Freeform: Shape 236">
                  <a:extLst>
                    <a:ext uri="{FF2B5EF4-FFF2-40B4-BE49-F238E27FC236}">
                      <a16:creationId xmlns:a16="http://schemas.microsoft.com/office/drawing/2014/main" id="{5222A23C-9A1D-D91D-39F0-FE63D9588646}"/>
                    </a:ext>
                  </a:extLst>
                </p:cNvPr>
                <p:cNvSpPr/>
                <p:nvPr/>
              </p:nvSpPr>
              <p:spPr>
                <a:xfrm>
                  <a:off x="3459480" y="6249904"/>
                  <a:ext cx="1891143" cy="8844"/>
                </a:xfrm>
                <a:custGeom>
                  <a:avLst/>
                  <a:gdLst>
                    <a:gd name="connsiteX0" fmla="*/ 0 w 1891143"/>
                    <a:gd name="connsiteY0" fmla="*/ 0 h 8844"/>
                    <a:gd name="connsiteX1" fmla="*/ 1891144 w 1891143"/>
                    <a:gd name="connsiteY1" fmla="*/ 0 h 8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891143" h="8844">
                      <a:moveTo>
                        <a:pt x="0" y="0"/>
                      </a:moveTo>
                      <a:lnTo>
                        <a:pt x="1891144" y="0"/>
                      </a:lnTo>
                    </a:path>
                  </a:pathLst>
                </a:custGeom>
                <a:noFill/>
                <a:ln w="8845" cap="rnd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8" name="Freeform: Shape 237">
                  <a:extLst>
                    <a:ext uri="{FF2B5EF4-FFF2-40B4-BE49-F238E27FC236}">
                      <a16:creationId xmlns:a16="http://schemas.microsoft.com/office/drawing/2014/main" id="{11DE1562-D4EB-2036-1644-315CBFFC458D}"/>
                    </a:ext>
                  </a:extLst>
                </p:cNvPr>
                <p:cNvSpPr/>
                <p:nvPr/>
              </p:nvSpPr>
              <p:spPr>
                <a:xfrm flipV="1">
                  <a:off x="3325396" y="6214797"/>
                  <a:ext cx="45407" cy="71113"/>
                </a:xfrm>
                <a:custGeom>
                  <a:avLst/>
                  <a:gdLst>
                    <a:gd name="connsiteX0" fmla="*/ -1570 w 45407"/>
                    <a:gd name="connsiteY0" fmla="*/ 33845 h 71113"/>
                    <a:gd name="connsiteX1" fmla="*/ 968 w 45407"/>
                    <a:gd name="connsiteY1" fmla="*/ 53729 h 71113"/>
                    <a:gd name="connsiteX2" fmla="*/ 8508 w 45407"/>
                    <a:gd name="connsiteY2" fmla="*/ 65343 h 71113"/>
                    <a:gd name="connsiteX3" fmla="*/ 21126 w 45407"/>
                    <a:gd name="connsiteY3" fmla="*/ 69432 h 71113"/>
                    <a:gd name="connsiteX4" fmla="*/ 30961 w 45407"/>
                    <a:gd name="connsiteY4" fmla="*/ 67167 h 71113"/>
                    <a:gd name="connsiteX5" fmla="*/ 37939 w 45407"/>
                    <a:gd name="connsiteY5" fmla="*/ 60661 h 71113"/>
                    <a:gd name="connsiteX6" fmla="*/ 42271 w 45407"/>
                    <a:gd name="connsiteY6" fmla="*/ 50308 h 71113"/>
                    <a:gd name="connsiteX7" fmla="*/ 43837 w 45407"/>
                    <a:gd name="connsiteY7" fmla="*/ 33845 h 71113"/>
                    <a:gd name="connsiteX8" fmla="*/ 41314 w 45407"/>
                    <a:gd name="connsiteY8" fmla="*/ 14067 h 71113"/>
                    <a:gd name="connsiteX9" fmla="*/ 33789 w 45407"/>
                    <a:gd name="connsiteY9" fmla="*/ 2423 h 71113"/>
                    <a:gd name="connsiteX10" fmla="*/ 21126 w 45407"/>
                    <a:gd name="connsiteY10" fmla="*/ -1682 h 71113"/>
                    <a:gd name="connsiteX11" fmla="*/ 5316 w 45407"/>
                    <a:gd name="connsiteY11" fmla="*/ 5539 h 71113"/>
                    <a:gd name="connsiteX12" fmla="*/ -1570 w 45407"/>
                    <a:gd name="connsiteY12" fmla="*/ 33845 h 71113"/>
                    <a:gd name="connsiteX13" fmla="*/ 7216 w 45407"/>
                    <a:gd name="connsiteY13" fmla="*/ 33845 h 71113"/>
                    <a:gd name="connsiteX14" fmla="*/ 11229 w 45407"/>
                    <a:gd name="connsiteY14" fmla="*/ 11012 h 71113"/>
                    <a:gd name="connsiteX15" fmla="*/ 21126 w 45407"/>
                    <a:gd name="connsiteY15" fmla="*/ 5341 h 71113"/>
                    <a:gd name="connsiteX16" fmla="*/ 31037 w 45407"/>
                    <a:gd name="connsiteY16" fmla="*/ 11042 h 71113"/>
                    <a:gd name="connsiteX17" fmla="*/ 35050 w 45407"/>
                    <a:gd name="connsiteY17" fmla="*/ 33845 h 71113"/>
                    <a:gd name="connsiteX18" fmla="*/ 31037 w 45407"/>
                    <a:gd name="connsiteY18" fmla="*/ 56693 h 71113"/>
                    <a:gd name="connsiteX19" fmla="*/ 21034 w 45407"/>
                    <a:gd name="connsiteY19" fmla="*/ 62348 h 71113"/>
                    <a:gd name="connsiteX20" fmla="*/ 11625 w 45407"/>
                    <a:gd name="connsiteY20" fmla="*/ 57362 h 71113"/>
                    <a:gd name="connsiteX21" fmla="*/ 7216 w 45407"/>
                    <a:gd name="connsiteY21" fmla="*/ 33845 h 711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5407" h="71113">
                      <a:moveTo>
                        <a:pt x="-1570" y="33845"/>
                      </a:moveTo>
                      <a:cubicBezTo>
                        <a:pt x="-1570" y="42084"/>
                        <a:pt x="-724" y="48712"/>
                        <a:pt x="968" y="53729"/>
                      </a:cubicBezTo>
                      <a:cubicBezTo>
                        <a:pt x="2661" y="58755"/>
                        <a:pt x="5174" y="62627"/>
                        <a:pt x="8508" y="65343"/>
                      </a:cubicBezTo>
                      <a:cubicBezTo>
                        <a:pt x="11853" y="68069"/>
                        <a:pt x="16058" y="69432"/>
                        <a:pt x="21126" y="69432"/>
                      </a:cubicBezTo>
                      <a:cubicBezTo>
                        <a:pt x="24865" y="69432"/>
                        <a:pt x="28144" y="68677"/>
                        <a:pt x="30961" y="67167"/>
                      </a:cubicBezTo>
                      <a:cubicBezTo>
                        <a:pt x="33779" y="65667"/>
                        <a:pt x="36104" y="63498"/>
                        <a:pt x="37939" y="60661"/>
                      </a:cubicBezTo>
                      <a:cubicBezTo>
                        <a:pt x="39783" y="57833"/>
                        <a:pt x="41227" y="54382"/>
                        <a:pt x="42271" y="50308"/>
                      </a:cubicBezTo>
                      <a:cubicBezTo>
                        <a:pt x="43315" y="46244"/>
                        <a:pt x="43837" y="40757"/>
                        <a:pt x="43837" y="33845"/>
                      </a:cubicBezTo>
                      <a:cubicBezTo>
                        <a:pt x="43837" y="25676"/>
                        <a:pt x="42996" y="19084"/>
                        <a:pt x="41314" y="14067"/>
                      </a:cubicBezTo>
                      <a:cubicBezTo>
                        <a:pt x="39641" y="9051"/>
                        <a:pt x="37133" y="5169"/>
                        <a:pt x="33789" y="2423"/>
                      </a:cubicBezTo>
                      <a:cubicBezTo>
                        <a:pt x="30455" y="-314"/>
                        <a:pt x="26233" y="-1682"/>
                        <a:pt x="21126" y="-1682"/>
                      </a:cubicBezTo>
                      <a:cubicBezTo>
                        <a:pt x="14417" y="-1682"/>
                        <a:pt x="9147" y="725"/>
                        <a:pt x="5316" y="5539"/>
                      </a:cubicBezTo>
                      <a:cubicBezTo>
                        <a:pt x="725" y="11336"/>
                        <a:pt x="-1570" y="20771"/>
                        <a:pt x="-1570" y="33845"/>
                      </a:cubicBezTo>
                      <a:close/>
                      <a:moveTo>
                        <a:pt x="7216" y="33845"/>
                      </a:moveTo>
                      <a:cubicBezTo>
                        <a:pt x="7216" y="22413"/>
                        <a:pt x="8554" y="14802"/>
                        <a:pt x="11229" y="11012"/>
                      </a:cubicBezTo>
                      <a:cubicBezTo>
                        <a:pt x="13905" y="7232"/>
                        <a:pt x="17204" y="5341"/>
                        <a:pt x="21126" y="5341"/>
                      </a:cubicBezTo>
                      <a:cubicBezTo>
                        <a:pt x="25058" y="5341"/>
                        <a:pt x="28362" y="7242"/>
                        <a:pt x="31037" y="11042"/>
                      </a:cubicBezTo>
                      <a:cubicBezTo>
                        <a:pt x="33713" y="14843"/>
                        <a:pt x="35050" y="22443"/>
                        <a:pt x="35050" y="33845"/>
                      </a:cubicBezTo>
                      <a:cubicBezTo>
                        <a:pt x="35050" y="45317"/>
                        <a:pt x="33713" y="52933"/>
                        <a:pt x="31037" y="56693"/>
                      </a:cubicBezTo>
                      <a:cubicBezTo>
                        <a:pt x="28362" y="60463"/>
                        <a:pt x="25028" y="62348"/>
                        <a:pt x="21034" y="62348"/>
                      </a:cubicBezTo>
                      <a:cubicBezTo>
                        <a:pt x="17112" y="62348"/>
                        <a:pt x="13976" y="60686"/>
                        <a:pt x="11625" y="57362"/>
                      </a:cubicBezTo>
                      <a:cubicBezTo>
                        <a:pt x="8686" y="53126"/>
                        <a:pt x="7216" y="45287"/>
                        <a:pt x="7216" y="33845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1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3" name="Graphic 988">
                <a:extLst>
                  <a:ext uri="{FF2B5EF4-FFF2-40B4-BE49-F238E27FC236}">
                    <a16:creationId xmlns:a16="http://schemas.microsoft.com/office/drawing/2014/main" id="{CFBEF42B-EBDF-F65C-8BCE-B250F58702F2}"/>
                  </a:ext>
                </a:extLst>
              </p:cNvPr>
              <p:cNvGrpSpPr/>
              <p:nvPr/>
            </p:nvGrpSpPr>
            <p:grpSpPr>
              <a:xfrm>
                <a:off x="3271294" y="5865195"/>
                <a:ext cx="2079329" cy="71113"/>
                <a:chOff x="3271294" y="5865195"/>
                <a:chExt cx="2079329" cy="71113"/>
              </a:xfrm>
            </p:grpSpPr>
            <p:sp>
              <p:nvSpPr>
                <p:cNvPr id="233" name="Freeform: Shape 232">
                  <a:extLst>
                    <a:ext uri="{FF2B5EF4-FFF2-40B4-BE49-F238E27FC236}">
                      <a16:creationId xmlns:a16="http://schemas.microsoft.com/office/drawing/2014/main" id="{8F8438B6-C148-3374-5A47-76BA76B948D6}"/>
                    </a:ext>
                  </a:extLst>
                </p:cNvPr>
                <p:cNvSpPr/>
                <p:nvPr/>
              </p:nvSpPr>
              <p:spPr>
                <a:xfrm>
                  <a:off x="3459480" y="5900301"/>
                  <a:ext cx="1891143" cy="8844"/>
                </a:xfrm>
                <a:custGeom>
                  <a:avLst/>
                  <a:gdLst>
                    <a:gd name="connsiteX0" fmla="*/ 0 w 1891143"/>
                    <a:gd name="connsiteY0" fmla="*/ 0 h 8844"/>
                    <a:gd name="connsiteX1" fmla="*/ 1891144 w 1891143"/>
                    <a:gd name="connsiteY1" fmla="*/ 0 h 8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891143" h="8844">
                      <a:moveTo>
                        <a:pt x="0" y="0"/>
                      </a:moveTo>
                      <a:lnTo>
                        <a:pt x="1891144" y="0"/>
                      </a:lnTo>
                    </a:path>
                  </a:pathLst>
                </a:custGeom>
                <a:noFill/>
                <a:ln w="8845" cap="rnd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234" name="Graphic 988">
                  <a:extLst>
                    <a:ext uri="{FF2B5EF4-FFF2-40B4-BE49-F238E27FC236}">
                      <a16:creationId xmlns:a16="http://schemas.microsoft.com/office/drawing/2014/main" id="{A26205CB-6CAB-1D42-383B-6E9323B741D4}"/>
                    </a:ext>
                  </a:extLst>
                </p:cNvPr>
                <p:cNvGrpSpPr/>
                <p:nvPr/>
              </p:nvGrpSpPr>
              <p:grpSpPr>
                <a:xfrm>
                  <a:off x="3271294" y="5865195"/>
                  <a:ext cx="99515" cy="71113"/>
                  <a:chOff x="3271294" y="5865195"/>
                  <a:chExt cx="99515" cy="71113"/>
                </a:xfrm>
                <a:solidFill>
                  <a:srgbClr val="262626"/>
                </a:solidFill>
              </p:grpSpPr>
              <p:sp>
                <p:nvSpPr>
                  <p:cNvPr id="235" name="Freeform: Shape 234">
                    <a:extLst>
                      <a:ext uri="{FF2B5EF4-FFF2-40B4-BE49-F238E27FC236}">
                        <a16:creationId xmlns:a16="http://schemas.microsoft.com/office/drawing/2014/main" id="{4D34990E-6A06-11AA-7103-662F04A0A33E}"/>
                      </a:ext>
                    </a:extLst>
                  </p:cNvPr>
                  <p:cNvSpPr/>
                  <p:nvPr/>
                </p:nvSpPr>
                <p:spPr>
                  <a:xfrm flipV="1">
                    <a:off x="3271294" y="5866426"/>
                    <a:ext cx="46167" cy="69882"/>
                  </a:xfrm>
                  <a:custGeom>
                    <a:avLst/>
                    <a:gdLst>
                      <a:gd name="connsiteX0" fmla="*/ -1602 w 46167"/>
                      <a:gd name="connsiteY0" fmla="*/ 17747 h 69882"/>
                      <a:gd name="connsiteX1" fmla="*/ 7367 w 46167"/>
                      <a:gd name="connsiteY1" fmla="*/ 18507 h 69882"/>
                      <a:gd name="connsiteX2" fmla="*/ 12004 w 46167"/>
                      <a:gd name="connsiteY2" fmla="*/ 8641 h 69882"/>
                      <a:gd name="connsiteX3" fmla="*/ 20775 w 46167"/>
                      <a:gd name="connsiteY3" fmla="*/ 5343 h 69882"/>
                      <a:gd name="connsiteX4" fmla="*/ 31219 w 46167"/>
                      <a:gd name="connsiteY4" fmla="*/ 9994 h 69882"/>
                      <a:gd name="connsiteX5" fmla="*/ 35491 w 46167"/>
                      <a:gd name="connsiteY5" fmla="*/ 22353 h 69882"/>
                      <a:gd name="connsiteX6" fmla="*/ 31386 w 46167"/>
                      <a:gd name="connsiteY6" fmla="*/ 33891 h 69882"/>
                      <a:gd name="connsiteX7" fmla="*/ 20623 w 46167"/>
                      <a:gd name="connsiteY7" fmla="*/ 38133 h 69882"/>
                      <a:gd name="connsiteX8" fmla="*/ 13159 w 46167"/>
                      <a:gd name="connsiteY8" fmla="*/ 36248 h 69882"/>
                      <a:gd name="connsiteX9" fmla="*/ 7945 w 46167"/>
                      <a:gd name="connsiteY9" fmla="*/ 31383 h 69882"/>
                      <a:gd name="connsiteX10" fmla="*/ -81 w 46167"/>
                      <a:gd name="connsiteY10" fmla="*/ 32432 h 69882"/>
                      <a:gd name="connsiteX11" fmla="*/ 6653 w 46167"/>
                      <a:gd name="connsiteY11" fmla="*/ 68202 h 69882"/>
                      <a:gd name="connsiteX12" fmla="*/ 41298 w 46167"/>
                      <a:gd name="connsiteY12" fmla="*/ 68202 h 69882"/>
                      <a:gd name="connsiteX13" fmla="*/ 41298 w 46167"/>
                      <a:gd name="connsiteY13" fmla="*/ 60023 h 69882"/>
                      <a:gd name="connsiteX14" fmla="*/ 13494 w 46167"/>
                      <a:gd name="connsiteY14" fmla="*/ 60023 h 69882"/>
                      <a:gd name="connsiteX15" fmla="*/ 9754 w 46167"/>
                      <a:gd name="connsiteY15" fmla="*/ 41310 h 69882"/>
                      <a:gd name="connsiteX16" fmla="*/ 22904 w 46167"/>
                      <a:gd name="connsiteY16" fmla="*/ 45688 h 69882"/>
                      <a:gd name="connsiteX17" fmla="*/ 38288 w 46167"/>
                      <a:gd name="connsiteY17" fmla="*/ 39364 h 69882"/>
                      <a:gd name="connsiteX18" fmla="*/ 44566 w 46167"/>
                      <a:gd name="connsiteY18" fmla="*/ 23113 h 69882"/>
                      <a:gd name="connsiteX19" fmla="*/ 39063 w 46167"/>
                      <a:gd name="connsiteY19" fmla="*/ 6772 h 69882"/>
                      <a:gd name="connsiteX20" fmla="*/ 20775 w 46167"/>
                      <a:gd name="connsiteY20" fmla="*/ -1681 h 69882"/>
                      <a:gd name="connsiteX21" fmla="*/ 5254 w 46167"/>
                      <a:gd name="connsiteY21" fmla="*/ 3640 h 69882"/>
                      <a:gd name="connsiteX22" fmla="*/ -1602 w 46167"/>
                      <a:gd name="connsiteY22" fmla="*/ 17747 h 698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</a:cxnLst>
                    <a:rect l="l" t="t" r="r" b="b"/>
                    <a:pathLst>
                      <a:path w="46167" h="69882">
                        <a:moveTo>
                          <a:pt x="-1602" y="17747"/>
                        </a:moveTo>
                        <a:lnTo>
                          <a:pt x="7367" y="18507"/>
                        </a:lnTo>
                        <a:cubicBezTo>
                          <a:pt x="8036" y="14139"/>
                          <a:pt x="9582" y="10851"/>
                          <a:pt x="12004" y="8641"/>
                        </a:cubicBezTo>
                        <a:cubicBezTo>
                          <a:pt x="14426" y="6442"/>
                          <a:pt x="17350" y="5343"/>
                          <a:pt x="20775" y="5343"/>
                        </a:cubicBezTo>
                        <a:cubicBezTo>
                          <a:pt x="24890" y="5343"/>
                          <a:pt x="28371" y="6893"/>
                          <a:pt x="31219" y="9994"/>
                        </a:cubicBezTo>
                        <a:cubicBezTo>
                          <a:pt x="34067" y="13106"/>
                          <a:pt x="35491" y="17225"/>
                          <a:pt x="35491" y="22353"/>
                        </a:cubicBezTo>
                        <a:cubicBezTo>
                          <a:pt x="35491" y="27228"/>
                          <a:pt x="34123" y="31074"/>
                          <a:pt x="31386" y="33891"/>
                        </a:cubicBezTo>
                        <a:cubicBezTo>
                          <a:pt x="28650" y="36719"/>
                          <a:pt x="25062" y="38133"/>
                          <a:pt x="20623" y="38133"/>
                        </a:cubicBezTo>
                        <a:cubicBezTo>
                          <a:pt x="17867" y="38133"/>
                          <a:pt x="15379" y="37504"/>
                          <a:pt x="13159" y="36248"/>
                        </a:cubicBezTo>
                        <a:cubicBezTo>
                          <a:pt x="10950" y="35001"/>
                          <a:pt x="9212" y="33380"/>
                          <a:pt x="7945" y="31383"/>
                        </a:cubicBezTo>
                        <a:lnTo>
                          <a:pt x="-81" y="32432"/>
                        </a:lnTo>
                        <a:lnTo>
                          <a:pt x="6653" y="68202"/>
                        </a:lnTo>
                        <a:lnTo>
                          <a:pt x="41298" y="68202"/>
                        </a:lnTo>
                        <a:lnTo>
                          <a:pt x="41298" y="60023"/>
                        </a:lnTo>
                        <a:lnTo>
                          <a:pt x="13494" y="60023"/>
                        </a:lnTo>
                        <a:lnTo>
                          <a:pt x="9754" y="41310"/>
                        </a:lnTo>
                        <a:cubicBezTo>
                          <a:pt x="13930" y="44229"/>
                          <a:pt x="18313" y="45688"/>
                          <a:pt x="22904" y="45688"/>
                        </a:cubicBezTo>
                        <a:cubicBezTo>
                          <a:pt x="28984" y="45688"/>
                          <a:pt x="34112" y="43580"/>
                          <a:pt x="38288" y="39364"/>
                        </a:cubicBezTo>
                        <a:cubicBezTo>
                          <a:pt x="42473" y="35148"/>
                          <a:pt x="44566" y="29731"/>
                          <a:pt x="44566" y="23113"/>
                        </a:cubicBezTo>
                        <a:cubicBezTo>
                          <a:pt x="44566" y="16810"/>
                          <a:pt x="42732" y="11362"/>
                          <a:pt x="39063" y="6772"/>
                        </a:cubicBezTo>
                        <a:cubicBezTo>
                          <a:pt x="34594" y="1137"/>
                          <a:pt x="28498" y="-1681"/>
                          <a:pt x="20775" y="-1681"/>
                        </a:cubicBezTo>
                        <a:cubicBezTo>
                          <a:pt x="14441" y="-1681"/>
                          <a:pt x="9268" y="93"/>
                          <a:pt x="5254" y="3640"/>
                        </a:cubicBezTo>
                        <a:cubicBezTo>
                          <a:pt x="1251" y="7187"/>
                          <a:pt x="-1034" y="11889"/>
                          <a:pt x="-1602" y="1774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36" name="Freeform: Shape 235">
                    <a:extLst>
                      <a:ext uri="{FF2B5EF4-FFF2-40B4-BE49-F238E27FC236}">
                        <a16:creationId xmlns:a16="http://schemas.microsoft.com/office/drawing/2014/main" id="{B88468D6-1CEB-06EA-AE60-43E6D5ECC56F}"/>
                      </a:ext>
                    </a:extLst>
                  </p:cNvPr>
                  <p:cNvSpPr/>
                  <p:nvPr/>
                </p:nvSpPr>
                <p:spPr>
                  <a:xfrm flipV="1">
                    <a:off x="3325402" y="5865195"/>
                    <a:ext cx="45407" cy="71113"/>
                  </a:xfrm>
                  <a:custGeom>
                    <a:avLst/>
                    <a:gdLst>
                      <a:gd name="connsiteX0" fmla="*/ -1570 w 45407"/>
                      <a:gd name="connsiteY0" fmla="*/ 33805 h 71113"/>
                      <a:gd name="connsiteX1" fmla="*/ 968 w 45407"/>
                      <a:gd name="connsiteY1" fmla="*/ 53689 h 71113"/>
                      <a:gd name="connsiteX2" fmla="*/ 8508 w 45407"/>
                      <a:gd name="connsiteY2" fmla="*/ 65303 h 71113"/>
                      <a:gd name="connsiteX3" fmla="*/ 21126 w 45407"/>
                      <a:gd name="connsiteY3" fmla="*/ 69392 h 71113"/>
                      <a:gd name="connsiteX4" fmla="*/ 30961 w 45407"/>
                      <a:gd name="connsiteY4" fmla="*/ 67127 h 71113"/>
                      <a:gd name="connsiteX5" fmla="*/ 37939 w 45407"/>
                      <a:gd name="connsiteY5" fmla="*/ 60621 h 71113"/>
                      <a:gd name="connsiteX6" fmla="*/ 42271 w 45407"/>
                      <a:gd name="connsiteY6" fmla="*/ 50269 h 71113"/>
                      <a:gd name="connsiteX7" fmla="*/ 43837 w 45407"/>
                      <a:gd name="connsiteY7" fmla="*/ 33805 h 71113"/>
                      <a:gd name="connsiteX8" fmla="*/ 41314 w 45407"/>
                      <a:gd name="connsiteY8" fmla="*/ 14028 h 71113"/>
                      <a:gd name="connsiteX9" fmla="*/ 33789 w 45407"/>
                      <a:gd name="connsiteY9" fmla="*/ 2383 h 71113"/>
                      <a:gd name="connsiteX10" fmla="*/ 21126 w 45407"/>
                      <a:gd name="connsiteY10" fmla="*/ -1721 h 71113"/>
                      <a:gd name="connsiteX11" fmla="*/ 5316 w 45407"/>
                      <a:gd name="connsiteY11" fmla="*/ 5500 h 71113"/>
                      <a:gd name="connsiteX12" fmla="*/ -1570 w 45407"/>
                      <a:gd name="connsiteY12" fmla="*/ 33805 h 71113"/>
                      <a:gd name="connsiteX13" fmla="*/ 7216 w 45407"/>
                      <a:gd name="connsiteY13" fmla="*/ 33805 h 71113"/>
                      <a:gd name="connsiteX14" fmla="*/ 11229 w 45407"/>
                      <a:gd name="connsiteY14" fmla="*/ 10972 h 71113"/>
                      <a:gd name="connsiteX15" fmla="*/ 21126 w 45407"/>
                      <a:gd name="connsiteY15" fmla="*/ 5302 h 71113"/>
                      <a:gd name="connsiteX16" fmla="*/ 31037 w 45407"/>
                      <a:gd name="connsiteY16" fmla="*/ 11003 h 71113"/>
                      <a:gd name="connsiteX17" fmla="*/ 35050 w 45407"/>
                      <a:gd name="connsiteY17" fmla="*/ 33805 h 71113"/>
                      <a:gd name="connsiteX18" fmla="*/ 31037 w 45407"/>
                      <a:gd name="connsiteY18" fmla="*/ 56653 h 71113"/>
                      <a:gd name="connsiteX19" fmla="*/ 21034 w 45407"/>
                      <a:gd name="connsiteY19" fmla="*/ 62308 h 71113"/>
                      <a:gd name="connsiteX20" fmla="*/ 11625 w 45407"/>
                      <a:gd name="connsiteY20" fmla="*/ 57322 h 71113"/>
                      <a:gd name="connsiteX21" fmla="*/ 7216 w 45407"/>
                      <a:gd name="connsiteY21" fmla="*/ 33805 h 711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45407" h="71113">
                        <a:moveTo>
                          <a:pt x="-1570" y="33805"/>
                        </a:moveTo>
                        <a:cubicBezTo>
                          <a:pt x="-1570" y="42045"/>
                          <a:pt x="-724" y="48673"/>
                          <a:pt x="968" y="53689"/>
                        </a:cubicBezTo>
                        <a:cubicBezTo>
                          <a:pt x="2661" y="58716"/>
                          <a:pt x="5174" y="62587"/>
                          <a:pt x="8508" y="65303"/>
                        </a:cubicBezTo>
                        <a:cubicBezTo>
                          <a:pt x="11853" y="68029"/>
                          <a:pt x="16058" y="69392"/>
                          <a:pt x="21126" y="69392"/>
                        </a:cubicBezTo>
                        <a:cubicBezTo>
                          <a:pt x="24865" y="69392"/>
                          <a:pt x="28144" y="68637"/>
                          <a:pt x="30961" y="67127"/>
                        </a:cubicBezTo>
                        <a:cubicBezTo>
                          <a:pt x="33779" y="65627"/>
                          <a:pt x="36104" y="63459"/>
                          <a:pt x="37939" y="60621"/>
                        </a:cubicBezTo>
                        <a:cubicBezTo>
                          <a:pt x="39783" y="57794"/>
                          <a:pt x="41227" y="54343"/>
                          <a:pt x="42271" y="50269"/>
                        </a:cubicBezTo>
                        <a:cubicBezTo>
                          <a:pt x="43315" y="46205"/>
                          <a:pt x="43837" y="40717"/>
                          <a:pt x="43837" y="33805"/>
                        </a:cubicBezTo>
                        <a:cubicBezTo>
                          <a:pt x="43837" y="25637"/>
                          <a:pt x="42996" y="19044"/>
                          <a:pt x="41314" y="14028"/>
                        </a:cubicBezTo>
                        <a:cubicBezTo>
                          <a:pt x="39641" y="9011"/>
                          <a:pt x="37133" y="5130"/>
                          <a:pt x="33789" y="2383"/>
                        </a:cubicBezTo>
                        <a:cubicBezTo>
                          <a:pt x="30455" y="-353"/>
                          <a:pt x="26233" y="-1721"/>
                          <a:pt x="21126" y="-1721"/>
                        </a:cubicBezTo>
                        <a:cubicBezTo>
                          <a:pt x="14417" y="-1721"/>
                          <a:pt x="9147" y="686"/>
                          <a:pt x="5316" y="5500"/>
                        </a:cubicBezTo>
                        <a:cubicBezTo>
                          <a:pt x="725" y="11297"/>
                          <a:pt x="-1570" y="20732"/>
                          <a:pt x="-1570" y="33805"/>
                        </a:cubicBezTo>
                        <a:close/>
                        <a:moveTo>
                          <a:pt x="7216" y="33805"/>
                        </a:moveTo>
                        <a:cubicBezTo>
                          <a:pt x="7216" y="22374"/>
                          <a:pt x="8554" y="14762"/>
                          <a:pt x="11229" y="10972"/>
                        </a:cubicBezTo>
                        <a:cubicBezTo>
                          <a:pt x="13905" y="7192"/>
                          <a:pt x="17204" y="5302"/>
                          <a:pt x="21126" y="5302"/>
                        </a:cubicBezTo>
                        <a:cubicBezTo>
                          <a:pt x="25058" y="5302"/>
                          <a:pt x="28362" y="7202"/>
                          <a:pt x="31037" y="11003"/>
                        </a:cubicBezTo>
                        <a:cubicBezTo>
                          <a:pt x="33713" y="14803"/>
                          <a:pt x="35050" y="22404"/>
                          <a:pt x="35050" y="33805"/>
                        </a:cubicBezTo>
                        <a:cubicBezTo>
                          <a:pt x="35050" y="45277"/>
                          <a:pt x="33713" y="52894"/>
                          <a:pt x="31037" y="56653"/>
                        </a:cubicBezTo>
                        <a:cubicBezTo>
                          <a:pt x="28362" y="60423"/>
                          <a:pt x="25028" y="62308"/>
                          <a:pt x="21034" y="62308"/>
                        </a:cubicBezTo>
                        <a:cubicBezTo>
                          <a:pt x="17112" y="62308"/>
                          <a:pt x="13976" y="60646"/>
                          <a:pt x="11625" y="57322"/>
                        </a:cubicBezTo>
                        <a:cubicBezTo>
                          <a:pt x="8686" y="53086"/>
                          <a:pt x="7216" y="45247"/>
                          <a:pt x="7216" y="33805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94" name="Graphic 988">
                <a:extLst>
                  <a:ext uri="{FF2B5EF4-FFF2-40B4-BE49-F238E27FC236}">
                    <a16:creationId xmlns:a16="http://schemas.microsoft.com/office/drawing/2014/main" id="{0C046D90-31AB-B8D1-9A68-B212EA2017EA}"/>
                  </a:ext>
                </a:extLst>
              </p:cNvPr>
              <p:cNvGrpSpPr/>
              <p:nvPr/>
            </p:nvGrpSpPr>
            <p:grpSpPr>
              <a:xfrm>
                <a:off x="3223743" y="5515593"/>
                <a:ext cx="2126880" cy="71113"/>
                <a:chOff x="3223743" y="5515593"/>
                <a:chExt cx="2126880" cy="71113"/>
              </a:xfrm>
            </p:grpSpPr>
            <p:sp>
              <p:nvSpPr>
                <p:cNvPr id="228" name="Freeform: Shape 227">
                  <a:extLst>
                    <a:ext uri="{FF2B5EF4-FFF2-40B4-BE49-F238E27FC236}">
                      <a16:creationId xmlns:a16="http://schemas.microsoft.com/office/drawing/2014/main" id="{9A09099C-9D9E-4B41-A0F3-A9303649DD3D}"/>
                    </a:ext>
                  </a:extLst>
                </p:cNvPr>
                <p:cNvSpPr/>
                <p:nvPr/>
              </p:nvSpPr>
              <p:spPr>
                <a:xfrm>
                  <a:off x="3459480" y="5550699"/>
                  <a:ext cx="1891143" cy="8844"/>
                </a:xfrm>
                <a:custGeom>
                  <a:avLst/>
                  <a:gdLst>
                    <a:gd name="connsiteX0" fmla="*/ 0 w 1891143"/>
                    <a:gd name="connsiteY0" fmla="*/ 0 h 8844"/>
                    <a:gd name="connsiteX1" fmla="*/ 1891144 w 1891143"/>
                    <a:gd name="connsiteY1" fmla="*/ 0 h 8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891143" h="8844">
                      <a:moveTo>
                        <a:pt x="0" y="0"/>
                      </a:moveTo>
                      <a:lnTo>
                        <a:pt x="1891144" y="0"/>
                      </a:lnTo>
                    </a:path>
                  </a:pathLst>
                </a:custGeom>
                <a:noFill/>
                <a:ln w="8845" cap="rnd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229" name="Graphic 988">
                  <a:extLst>
                    <a:ext uri="{FF2B5EF4-FFF2-40B4-BE49-F238E27FC236}">
                      <a16:creationId xmlns:a16="http://schemas.microsoft.com/office/drawing/2014/main" id="{0BACB41C-8B3D-ED0C-D871-8C2BC621ED23}"/>
                    </a:ext>
                  </a:extLst>
                </p:cNvPr>
                <p:cNvGrpSpPr/>
                <p:nvPr/>
              </p:nvGrpSpPr>
              <p:grpSpPr>
                <a:xfrm>
                  <a:off x="3223743" y="5515593"/>
                  <a:ext cx="147072" cy="71113"/>
                  <a:chOff x="3223743" y="5515593"/>
                  <a:chExt cx="147072" cy="71113"/>
                </a:xfrm>
                <a:solidFill>
                  <a:srgbClr val="262626"/>
                </a:solidFill>
              </p:grpSpPr>
              <p:sp>
                <p:nvSpPr>
                  <p:cNvPr id="230" name="Freeform: Shape 229">
                    <a:extLst>
                      <a:ext uri="{FF2B5EF4-FFF2-40B4-BE49-F238E27FC236}">
                        <a16:creationId xmlns:a16="http://schemas.microsoft.com/office/drawing/2014/main" id="{0D06C745-4630-0DF5-6421-30E4555D79BF}"/>
                      </a:ext>
                    </a:extLst>
                  </p:cNvPr>
                  <p:cNvSpPr/>
                  <p:nvPr/>
                </p:nvSpPr>
                <p:spPr>
                  <a:xfrm flipV="1">
                    <a:off x="3223743" y="5515593"/>
                    <a:ext cx="25645" cy="69927"/>
                  </a:xfrm>
                  <a:custGeom>
                    <a:avLst/>
                    <a:gdLst>
                      <a:gd name="connsiteX0" fmla="*/ 24281 w 25645"/>
                      <a:gd name="connsiteY0" fmla="*/ -1800 h 69927"/>
                      <a:gd name="connsiteX1" fmla="*/ 15738 w 25645"/>
                      <a:gd name="connsiteY1" fmla="*/ -1800 h 69927"/>
                      <a:gd name="connsiteX2" fmla="*/ 15738 w 25645"/>
                      <a:gd name="connsiteY2" fmla="*/ 52683 h 69927"/>
                      <a:gd name="connsiteX3" fmla="*/ 7635 w 25645"/>
                      <a:gd name="connsiteY3" fmla="*/ 46800 h 69927"/>
                      <a:gd name="connsiteX4" fmla="*/ -1364 w 25645"/>
                      <a:gd name="connsiteY4" fmla="*/ 42376 h 69927"/>
                      <a:gd name="connsiteX5" fmla="*/ -1364 w 25645"/>
                      <a:gd name="connsiteY5" fmla="*/ 50646 h 69927"/>
                      <a:gd name="connsiteX6" fmla="*/ 11177 w 25645"/>
                      <a:gd name="connsiteY6" fmla="*/ 58809 h 69927"/>
                      <a:gd name="connsiteX7" fmla="*/ 18778 w 25645"/>
                      <a:gd name="connsiteY7" fmla="*/ 68128 h 69927"/>
                      <a:gd name="connsiteX8" fmla="*/ 24281 w 25645"/>
                      <a:gd name="connsiteY8" fmla="*/ 68128 h 69927"/>
                      <a:gd name="connsiteX9" fmla="*/ 24281 w 25645"/>
                      <a:gd name="connsiteY9" fmla="*/ -1800 h 699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5645" h="69927">
                        <a:moveTo>
                          <a:pt x="24281" y="-1800"/>
                        </a:moveTo>
                        <a:lnTo>
                          <a:pt x="15738" y="-1800"/>
                        </a:lnTo>
                        <a:lnTo>
                          <a:pt x="15738" y="52683"/>
                        </a:lnTo>
                        <a:cubicBezTo>
                          <a:pt x="13681" y="50727"/>
                          <a:pt x="10980" y="48766"/>
                          <a:pt x="7635" y="46800"/>
                        </a:cubicBezTo>
                        <a:cubicBezTo>
                          <a:pt x="4291" y="44834"/>
                          <a:pt x="1291" y="43359"/>
                          <a:pt x="-1364" y="42376"/>
                        </a:cubicBezTo>
                        <a:lnTo>
                          <a:pt x="-1364" y="50646"/>
                        </a:lnTo>
                        <a:cubicBezTo>
                          <a:pt x="3419" y="52896"/>
                          <a:pt x="7600" y="55617"/>
                          <a:pt x="11177" y="58809"/>
                        </a:cubicBezTo>
                        <a:cubicBezTo>
                          <a:pt x="14755" y="62012"/>
                          <a:pt x="17288" y="65118"/>
                          <a:pt x="18778" y="68128"/>
                        </a:cubicBezTo>
                        <a:lnTo>
                          <a:pt x="24281" y="68128"/>
                        </a:lnTo>
                        <a:lnTo>
                          <a:pt x="24281" y="-1800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31" name="Freeform: Shape 230">
                    <a:extLst>
                      <a:ext uri="{FF2B5EF4-FFF2-40B4-BE49-F238E27FC236}">
                        <a16:creationId xmlns:a16="http://schemas.microsoft.com/office/drawing/2014/main" id="{9F608EEA-F70B-DB01-4F9E-76527D29C14F}"/>
                      </a:ext>
                    </a:extLst>
                  </p:cNvPr>
                  <p:cNvSpPr/>
                  <p:nvPr/>
                </p:nvSpPr>
                <p:spPr>
                  <a:xfrm flipV="1">
                    <a:off x="3271300" y="5515593"/>
                    <a:ext cx="45407" cy="71113"/>
                  </a:xfrm>
                  <a:custGeom>
                    <a:avLst/>
                    <a:gdLst>
                      <a:gd name="connsiteX0" fmla="*/ -1577 w 45407"/>
                      <a:gd name="connsiteY0" fmla="*/ 33766 h 71113"/>
                      <a:gd name="connsiteX1" fmla="*/ 962 w 45407"/>
                      <a:gd name="connsiteY1" fmla="*/ 53650 h 71113"/>
                      <a:gd name="connsiteX2" fmla="*/ 8502 w 45407"/>
                      <a:gd name="connsiteY2" fmla="*/ 65264 h 71113"/>
                      <a:gd name="connsiteX3" fmla="*/ 21120 w 45407"/>
                      <a:gd name="connsiteY3" fmla="*/ 69353 h 71113"/>
                      <a:gd name="connsiteX4" fmla="*/ 30955 w 45407"/>
                      <a:gd name="connsiteY4" fmla="*/ 67088 h 71113"/>
                      <a:gd name="connsiteX5" fmla="*/ 37933 w 45407"/>
                      <a:gd name="connsiteY5" fmla="*/ 60582 h 71113"/>
                      <a:gd name="connsiteX6" fmla="*/ 42265 w 45407"/>
                      <a:gd name="connsiteY6" fmla="*/ 50229 h 71113"/>
                      <a:gd name="connsiteX7" fmla="*/ 43831 w 45407"/>
                      <a:gd name="connsiteY7" fmla="*/ 33766 h 71113"/>
                      <a:gd name="connsiteX8" fmla="*/ 41307 w 45407"/>
                      <a:gd name="connsiteY8" fmla="*/ 13988 h 71113"/>
                      <a:gd name="connsiteX9" fmla="*/ 33783 w 45407"/>
                      <a:gd name="connsiteY9" fmla="*/ 2344 h 71113"/>
                      <a:gd name="connsiteX10" fmla="*/ 21120 w 45407"/>
                      <a:gd name="connsiteY10" fmla="*/ -1761 h 71113"/>
                      <a:gd name="connsiteX11" fmla="*/ 5310 w 45407"/>
                      <a:gd name="connsiteY11" fmla="*/ 5460 h 71113"/>
                      <a:gd name="connsiteX12" fmla="*/ -1577 w 45407"/>
                      <a:gd name="connsiteY12" fmla="*/ 33766 h 71113"/>
                      <a:gd name="connsiteX13" fmla="*/ 7210 w 45407"/>
                      <a:gd name="connsiteY13" fmla="*/ 33766 h 71113"/>
                      <a:gd name="connsiteX14" fmla="*/ 11223 w 45407"/>
                      <a:gd name="connsiteY14" fmla="*/ 10933 h 71113"/>
                      <a:gd name="connsiteX15" fmla="*/ 21120 w 45407"/>
                      <a:gd name="connsiteY15" fmla="*/ 5262 h 71113"/>
                      <a:gd name="connsiteX16" fmla="*/ 31031 w 45407"/>
                      <a:gd name="connsiteY16" fmla="*/ 10963 h 71113"/>
                      <a:gd name="connsiteX17" fmla="*/ 35044 w 45407"/>
                      <a:gd name="connsiteY17" fmla="*/ 33766 h 71113"/>
                      <a:gd name="connsiteX18" fmla="*/ 31031 w 45407"/>
                      <a:gd name="connsiteY18" fmla="*/ 56614 h 71113"/>
                      <a:gd name="connsiteX19" fmla="*/ 21028 w 45407"/>
                      <a:gd name="connsiteY19" fmla="*/ 62269 h 71113"/>
                      <a:gd name="connsiteX20" fmla="*/ 11618 w 45407"/>
                      <a:gd name="connsiteY20" fmla="*/ 57283 h 71113"/>
                      <a:gd name="connsiteX21" fmla="*/ 7210 w 45407"/>
                      <a:gd name="connsiteY21" fmla="*/ 33766 h 711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45407" h="71113">
                        <a:moveTo>
                          <a:pt x="-1577" y="33766"/>
                        </a:moveTo>
                        <a:cubicBezTo>
                          <a:pt x="-1577" y="42005"/>
                          <a:pt x="-730" y="48633"/>
                          <a:pt x="962" y="53650"/>
                        </a:cubicBezTo>
                        <a:cubicBezTo>
                          <a:pt x="2655" y="58676"/>
                          <a:pt x="5168" y="62548"/>
                          <a:pt x="8502" y="65264"/>
                        </a:cubicBezTo>
                        <a:cubicBezTo>
                          <a:pt x="11847" y="67990"/>
                          <a:pt x="16052" y="69353"/>
                          <a:pt x="21120" y="69353"/>
                        </a:cubicBezTo>
                        <a:cubicBezTo>
                          <a:pt x="24859" y="69353"/>
                          <a:pt x="28138" y="68598"/>
                          <a:pt x="30955" y="67088"/>
                        </a:cubicBezTo>
                        <a:cubicBezTo>
                          <a:pt x="33772" y="65588"/>
                          <a:pt x="36098" y="63419"/>
                          <a:pt x="37933" y="60582"/>
                        </a:cubicBezTo>
                        <a:cubicBezTo>
                          <a:pt x="39777" y="57754"/>
                          <a:pt x="41221" y="54303"/>
                          <a:pt x="42265" y="50229"/>
                        </a:cubicBezTo>
                        <a:cubicBezTo>
                          <a:pt x="43309" y="46165"/>
                          <a:pt x="43831" y="40677"/>
                          <a:pt x="43831" y="33766"/>
                        </a:cubicBezTo>
                        <a:cubicBezTo>
                          <a:pt x="43831" y="25597"/>
                          <a:pt x="42990" y="19005"/>
                          <a:pt x="41307" y="13988"/>
                        </a:cubicBezTo>
                        <a:cubicBezTo>
                          <a:pt x="39635" y="8972"/>
                          <a:pt x="37127" y="5090"/>
                          <a:pt x="33783" y="2344"/>
                        </a:cubicBezTo>
                        <a:cubicBezTo>
                          <a:pt x="30448" y="-393"/>
                          <a:pt x="26227" y="-1761"/>
                          <a:pt x="21120" y="-1761"/>
                        </a:cubicBezTo>
                        <a:cubicBezTo>
                          <a:pt x="14411" y="-1761"/>
                          <a:pt x="9141" y="646"/>
                          <a:pt x="5310" y="5460"/>
                        </a:cubicBezTo>
                        <a:cubicBezTo>
                          <a:pt x="719" y="11257"/>
                          <a:pt x="-1577" y="20692"/>
                          <a:pt x="-1577" y="33766"/>
                        </a:cubicBezTo>
                        <a:close/>
                        <a:moveTo>
                          <a:pt x="7210" y="33766"/>
                        </a:moveTo>
                        <a:cubicBezTo>
                          <a:pt x="7210" y="22334"/>
                          <a:pt x="8548" y="14723"/>
                          <a:pt x="11223" y="10933"/>
                        </a:cubicBezTo>
                        <a:cubicBezTo>
                          <a:pt x="13899" y="7153"/>
                          <a:pt x="17198" y="5262"/>
                          <a:pt x="21120" y="5262"/>
                        </a:cubicBezTo>
                        <a:cubicBezTo>
                          <a:pt x="25052" y="5262"/>
                          <a:pt x="28356" y="7163"/>
                          <a:pt x="31031" y="10963"/>
                        </a:cubicBezTo>
                        <a:cubicBezTo>
                          <a:pt x="33707" y="14764"/>
                          <a:pt x="35044" y="22364"/>
                          <a:pt x="35044" y="33766"/>
                        </a:cubicBezTo>
                        <a:cubicBezTo>
                          <a:pt x="35044" y="45238"/>
                          <a:pt x="33707" y="52854"/>
                          <a:pt x="31031" y="56614"/>
                        </a:cubicBezTo>
                        <a:cubicBezTo>
                          <a:pt x="28356" y="60384"/>
                          <a:pt x="25021" y="62269"/>
                          <a:pt x="21028" y="62269"/>
                        </a:cubicBezTo>
                        <a:cubicBezTo>
                          <a:pt x="17106" y="62269"/>
                          <a:pt x="13970" y="60607"/>
                          <a:pt x="11618" y="57283"/>
                        </a:cubicBezTo>
                        <a:cubicBezTo>
                          <a:pt x="8679" y="53046"/>
                          <a:pt x="7210" y="45208"/>
                          <a:pt x="7210" y="33766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32" name="Freeform: Shape 231">
                    <a:extLst>
                      <a:ext uri="{FF2B5EF4-FFF2-40B4-BE49-F238E27FC236}">
                        <a16:creationId xmlns:a16="http://schemas.microsoft.com/office/drawing/2014/main" id="{286750D2-3120-374D-43FF-0C4666581868}"/>
                      </a:ext>
                    </a:extLst>
                  </p:cNvPr>
                  <p:cNvSpPr/>
                  <p:nvPr/>
                </p:nvSpPr>
                <p:spPr>
                  <a:xfrm flipV="1">
                    <a:off x="3325408" y="5515593"/>
                    <a:ext cx="45407" cy="71113"/>
                  </a:xfrm>
                  <a:custGeom>
                    <a:avLst/>
                    <a:gdLst>
                      <a:gd name="connsiteX0" fmla="*/ -1570 w 45407"/>
                      <a:gd name="connsiteY0" fmla="*/ 33766 h 71113"/>
                      <a:gd name="connsiteX1" fmla="*/ 968 w 45407"/>
                      <a:gd name="connsiteY1" fmla="*/ 53650 h 71113"/>
                      <a:gd name="connsiteX2" fmla="*/ 8508 w 45407"/>
                      <a:gd name="connsiteY2" fmla="*/ 65264 h 71113"/>
                      <a:gd name="connsiteX3" fmla="*/ 21126 w 45407"/>
                      <a:gd name="connsiteY3" fmla="*/ 69353 h 71113"/>
                      <a:gd name="connsiteX4" fmla="*/ 30961 w 45407"/>
                      <a:gd name="connsiteY4" fmla="*/ 67088 h 71113"/>
                      <a:gd name="connsiteX5" fmla="*/ 37939 w 45407"/>
                      <a:gd name="connsiteY5" fmla="*/ 60582 h 71113"/>
                      <a:gd name="connsiteX6" fmla="*/ 42271 w 45407"/>
                      <a:gd name="connsiteY6" fmla="*/ 50229 h 71113"/>
                      <a:gd name="connsiteX7" fmla="*/ 43837 w 45407"/>
                      <a:gd name="connsiteY7" fmla="*/ 33766 h 71113"/>
                      <a:gd name="connsiteX8" fmla="*/ 41314 w 45407"/>
                      <a:gd name="connsiteY8" fmla="*/ 13988 h 71113"/>
                      <a:gd name="connsiteX9" fmla="*/ 33789 w 45407"/>
                      <a:gd name="connsiteY9" fmla="*/ 2344 h 71113"/>
                      <a:gd name="connsiteX10" fmla="*/ 21126 w 45407"/>
                      <a:gd name="connsiteY10" fmla="*/ -1761 h 71113"/>
                      <a:gd name="connsiteX11" fmla="*/ 5316 w 45407"/>
                      <a:gd name="connsiteY11" fmla="*/ 5460 h 71113"/>
                      <a:gd name="connsiteX12" fmla="*/ -1570 w 45407"/>
                      <a:gd name="connsiteY12" fmla="*/ 33766 h 71113"/>
                      <a:gd name="connsiteX13" fmla="*/ 7216 w 45407"/>
                      <a:gd name="connsiteY13" fmla="*/ 33766 h 71113"/>
                      <a:gd name="connsiteX14" fmla="*/ 11229 w 45407"/>
                      <a:gd name="connsiteY14" fmla="*/ 10933 h 71113"/>
                      <a:gd name="connsiteX15" fmla="*/ 21126 w 45407"/>
                      <a:gd name="connsiteY15" fmla="*/ 5262 h 71113"/>
                      <a:gd name="connsiteX16" fmla="*/ 31037 w 45407"/>
                      <a:gd name="connsiteY16" fmla="*/ 10963 h 71113"/>
                      <a:gd name="connsiteX17" fmla="*/ 35050 w 45407"/>
                      <a:gd name="connsiteY17" fmla="*/ 33766 h 71113"/>
                      <a:gd name="connsiteX18" fmla="*/ 31037 w 45407"/>
                      <a:gd name="connsiteY18" fmla="*/ 56614 h 71113"/>
                      <a:gd name="connsiteX19" fmla="*/ 21034 w 45407"/>
                      <a:gd name="connsiteY19" fmla="*/ 62269 h 71113"/>
                      <a:gd name="connsiteX20" fmla="*/ 11625 w 45407"/>
                      <a:gd name="connsiteY20" fmla="*/ 57283 h 71113"/>
                      <a:gd name="connsiteX21" fmla="*/ 7216 w 45407"/>
                      <a:gd name="connsiteY21" fmla="*/ 33766 h 711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45407" h="71113">
                        <a:moveTo>
                          <a:pt x="-1570" y="33766"/>
                        </a:moveTo>
                        <a:cubicBezTo>
                          <a:pt x="-1570" y="42005"/>
                          <a:pt x="-724" y="48633"/>
                          <a:pt x="968" y="53650"/>
                        </a:cubicBezTo>
                        <a:cubicBezTo>
                          <a:pt x="2661" y="58676"/>
                          <a:pt x="5174" y="62548"/>
                          <a:pt x="8508" y="65264"/>
                        </a:cubicBezTo>
                        <a:cubicBezTo>
                          <a:pt x="11853" y="67990"/>
                          <a:pt x="16058" y="69353"/>
                          <a:pt x="21126" y="69353"/>
                        </a:cubicBezTo>
                        <a:cubicBezTo>
                          <a:pt x="24865" y="69353"/>
                          <a:pt x="28144" y="68598"/>
                          <a:pt x="30961" y="67088"/>
                        </a:cubicBezTo>
                        <a:cubicBezTo>
                          <a:pt x="33779" y="65588"/>
                          <a:pt x="36104" y="63419"/>
                          <a:pt x="37939" y="60582"/>
                        </a:cubicBezTo>
                        <a:cubicBezTo>
                          <a:pt x="39783" y="57754"/>
                          <a:pt x="41227" y="54303"/>
                          <a:pt x="42271" y="50229"/>
                        </a:cubicBezTo>
                        <a:cubicBezTo>
                          <a:pt x="43315" y="46165"/>
                          <a:pt x="43837" y="40677"/>
                          <a:pt x="43837" y="33766"/>
                        </a:cubicBezTo>
                        <a:cubicBezTo>
                          <a:pt x="43837" y="25597"/>
                          <a:pt x="42996" y="19005"/>
                          <a:pt x="41314" y="13988"/>
                        </a:cubicBezTo>
                        <a:cubicBezTo>
                          <a:pt x="39641" y="8972"/>
                          <a:pt x="37133" y="5090"/>
                          <a:pt x="33789" y="2344"/>
                        </a:cubicBezTo>
                        <a:cubicBezTo>
                          <a:pt x="30455" y="-393"/>
                          <a:pt x="26233" y="-1761"/>
                          <a:pt x="21126" y="-1761"/>
                        </a:cubicBezTo>
                        <a:cubicBezTo>
                          <a:pt x="14417" y="-1761"/>
                          <a:pt x="9147" y="646"/>
                          <a:pt x="5316" y="5460"/>
                        </a:cubicBezTo>
                        <a:cubicBezTo>
                          <a:pt x="725" y="11257"/>
                          <a:pt x="-1570" y="20692"/>
                          <a:pt x="-1570" y="33766"/>
                        </a:cubicBezTo>
                        <a:close/>
                        <a:moveTo>
                          <a:pt x="7216" y="33766"/>
                        </a:moveTo>
                        <a:cubicBezTo>
                          <a:pt x="7216" y="22334"/>
                          <a:pt x="8554" y="14723"/>
                          <a:pt x="11229" y="10933"/>
                        </a:cubicBezTo>
                        <a:cubicBezTo>
                          <a:pt x="13905" y="7153"/>
                          <a:pt x="17204" y="5262"/>
                          <a:pt x="21126" y="5262"/>
                        </a:cubicBezTo>
                        <a:cubicBezTo>
                          <a:pt x="25058" y="5262"/>
                          <a:pt x="28362" y="7163"/>
                          <a:pt x="31037" y="10963"/>
                        </a:cubicBezTo>
                        <a:cubicBezTo>
                          <a:pt x="33713" y="14764"/>
                          <a:pt x="35050" y="22364"/>
                          <a:pt x="35050" y="33766"/>
                        </a:cubicBezTo>
                        <a:cubicBezTo>
                          <a:pt x="35050" y="45238"/>
                          <a:pt x="33713" y="52854"/>
                          <a:pt x="31037" y="56614"/>
                        </a:cubicBezTo>
                        <a:cubicBezTo>
                          <a:pt x="28362" y="60384"/>
                          <a:pt x="25028" y="62269"/>
                          <a:pt x="21034" y="62269"/>
                        </a:cubicBezTo>
                        <a:cubicBezTo>
                          <a:pt x="17112" y="62269"/>
                          <a:pt x="13976" y="60607"/>
                          <a:pt x="11625" y="57283"/>
                        </a:cubicBezTo>
                        <a:cubicBezTo>
                          <a:pt x="8686" y="53046"/>
                          <a:pt x="7216" y="45208"/>
                          <a:pt x="7216" y="33766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95" name="Graphic 988">
                <a:extLst>
                  <a:ext uri="{FF2B5EF4-FFF2-40B4-BE49-F238E27FC236}">
                    <a16:creationId xmlns:a16="http://schemas.microsoft.com/office/drawing/2014/main" id="{7F808DB9-826A-54D7-3462-7BE5A8C9AA5E}"/>
                  </a:ext>
                </a:extLst>
              </p:cNvPr>
              <p:cNvGrpSpPr/>
              <p:nvPr/>
            </p:nvGrpSpPr>
            <p:grpSpPr>
              <a:xfrm>
                <a:off x="3223743" y="5165982"/>
                <a:ext cx="2126880" cy="71113"/>
                <a:chOff x="3223743" y="5165982"/>
                <a:chExt cx="2126880" cy="71113"/>
              </a:xfrm>
            </p:grpSpPr>
            <p:sp>
              <p:nvSpPr>
                <p:cNvPr id="223" name="Freeform: Shape 222">
                  <a:extLst>
                    <a:ext uri="{FF2B5EF4-FFF2-40B4-BE49-F238E27FC236}">
                      <a16:creationId xmlns:a16="http://schemas.microsoft.com/office/drawing/2014/main" id="{B3486BB4-AF08-7CAB-5B1F-D3639A7EC4E8}"/>
                    </a:ext>
                  </a:extLst>
                </p:cNvPr>
                <p:cNvSpPr/>
                <p:nvPr/>
              </p:nvSpPr>
              <p:spPr>
                <a:xfrm>
                  <a:off x="3459480" y="5201089"/>
                  <a:ext cx="1891143" cy="8844"/>
                </a:xfrm>
                <a:custGeom>
                  <a:avLst/>
                  <a:gdLst>
                    <a:gd name="connsiteX0" fmla="*/ 0 w 1891143"/>
                    <a:gd name="connsiteY0" fmla="*/ 0 h 8844"/>
                    <a:gd name="connsiteX1" fmla="*/ 1891144 w 1891143"/>
                    <a:gd name="connsiteY1" fmla="*/ 0 h 8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891143" h="8844">
                      <a:moveTo>
                        <a:pt x="0" y="0"/>
                      </a:moveTo>
                      <a:lnTo>
                        <a:pt x="1891144" y="0"/>
                      </a:lnTo>
                    </a:path>
                  </a:pathLst>
                </a:custGeom>
                <a:noFill/>
                <a:ln w="8845" cap="rnd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224" name="Graphic 988">
                  <a:extLst>
                    <a:ext uri="{FF2B5EF4-FFF2-40B4-BE49-F238E27FC236}">
                      <a16:creationId xmlns:a16="http://schemas.microsoft.com/office/drawing/2014/main" id="{D1A17B6C-74CB-B089-D00E-388A99AF7CE7}"/>
                    </a:ext>
                  </a:extLst>
                </p:cNvPr>
                <p:cNvGrpSpPr/>
                <p:nvPr/>
              </p:nvGrpSpPr>
              <p:grpSpPr>
                <a:xfrm>
                  <a:off x="3223743" y="5165982"/>
                  <a:ext cx="147072" cy="71113"/>
                  <a:chOff x="3223743" y="5165982"/>
                  <a:chExt cx="147072" cy="71113"/>
                </a:xfrm>
                <a:solidFill>
                  <a:srgbClr val="262626"/>
                </a:solidFill>
              </p:grpSpPr>
              <p:sp>
                <p:nvSpPr>
                  <p:cNvPr id="225" name="Freeform: Shape 224">
                    <a:extLst>
                      <a:ext uri="{FF2B5EF4-FFF2-40B4-BE49-F238E27FC236}">
                        <a16:creationId xmlns:a16="http://schemas.microsoft.com/office/drawing/2014/main" id="{E60C99A5-117B-D63C-F7E3-B19452DC913C}"/>
                      </a:ext>
                    </a:extLst>
                  </p:cNvPr>
                  <p:cNvSpPr/>
                  <p:nvPr/>
                </p:nvSpPr>
                <p:spPr>
                  <a:xfrm flipV="1">
                    <a:off x="3223743" y="5165982"/>
                    <a:ext cx="25645" cy="69927"/>
                  </a:xfrm>
                  <a:custGeom>
                    <a:avLst/>
                    <a:gdLst>
                      <a:gd name="connsiteX0" fmla="*/ 24281 w 25645"/>
                      <a:gd name="connsiteY0" fmla="*/ -1839 h 69927"/>
                      <a:gd name="connsiteX1" fmla="*/ 15738 w 25645"/>
                      <a:gd name="connsiteY1" fmla="*/ -1839 h 69927"/>
                      <a:gd name="connsiteX2" fmla="*/ 15738 w 25645"/>
                      <a:gd name="connsiteY2" fmla="*/ 52644 h 69927"/>
                      <a:gd name="connsiteX3" fmla="*/ 7635 w 25645"/>
                      <a:gd name="connsiteY3" fmla="*/ 46761 h 69927"/>
                      <a:gd name="connsiteX4" fmla="*/ -1364 w 25645"/>
                      <a:gd name="connsiteY4" fmla="*/ 42337 h 69927"/>
                      <a:gd name="connsiteX5" fmla="*/ -1364 w 25645"/>
                      <a:gd name="connsiteY5" fmla="*/ 50607 h 69927"/>
                      <a:gd name="connsiteX6" fmla="*/ 11177 w 25645"/>
                      <a:gd name="connsiteY6" fmla="*/ 58770 h 69927"/>
                      <a:gd name="connsiteX7" fmla="*/ 18778 w 25645"/>
                      <a:gd name="connsiteY7" fmla="*/ 68089 h 69927"/>
                      <a:gd name="connsiteX8" fmla="*/ 24281 w 25645"/>
                      <a:gd name="connsiteY8" fmla="*/ 68089 h 69927"/>
                      <a:gd name="connsiteX9" fmla="*/ 24281 w 25645"/>
                      <a:gd name="connsiteY9" fmla="*/ -1839 h 699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5645" h="69927">
                        <a:moveTo>
                          <a:pt x="24281" y="-1839"/>
                        </a:moveTo>
                        <a:lnTo>
                          <a:pt x="15738" y="-1839"/>
                        </a:lnTo>
                        <a:lnTo>
                          <a:pt x="15738" y="52644"/>
                        </a:lnTo>
                        <a:cubicBezTo>
                          <a:pt x="13681" y="50688"/>
                          <a:pt x="10980" y="48727"/>
                          <a:pt x="7635" y="46761"/>
                        </a:cubicBezTo>
                        <a:cubicBezTo>
                          <a:pt x="4291" y="44795"/>
                          <a:pt x="1291" y="43320"/>
                          <a:pt x="-1364" y="42337"/>
                        </a:cubicBezTo>
                        <a:lnTo>
                          <a:pt x="-1364" y="50607"/>
                        </a:lnTo>
                        <a:cubicBezTo>
                          <a:pt x="3419" y="52856"/>
                          <a:pt x="7600" y="55578"/>
                          <a:pt x="11177" y="58770"/>
                        </a:cubicBezTo>
                        <a:cubicBezTo>
                          <a:pt x="14755" y="61972"/>
                          <a:pt x="17288" y="65079"/>
                          <a:pt x="18778" y="68089"/>
                        </a:cubicBezTo>
                        <a:lnTo>
                          <a:pt x="24281" y="68089"/>
                        </a:lnTo>
                        <a:lnTo>
                          <a:pt x="24281" y="-1839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26" name="Freeform: Shape 225">
                    <a:extLst>
                      <a:ext uri="{FF2B5EF4-FFF2-40B4-BE49-F238E27FC236}">
                        <a16:creationId xmlns:a16="http://schemas.microsoft.com/office/drawing/2014/main" id="{0FC30C7D-1C87-0B9D-F080-264ABB124322}"/>
                      </a:ext>
                    </a:extLst>
                  </p:cNvPr>
                  <p:cNvSpPr/>
                  <p:nvPr/>
                </p:nvSpPr>
                <p:spPr>
                  <a:xfrm flipV="1">
                    <a:off x="3271300" y="5167213"/>
                    <a:ext cx="46167" cy="69882"/>
                  </a:xfrm>
                  <a:custGeom>
                    <a:avLst/>
                    <a:gdLst>
                      <a:gd name="connsiteX0" fmla="*/ -1602 w 46167"/>
                      <a:gd name="connsiteY0" fmla="*/ 17668 h 69882"/>
                      <a:gd name="connsiteX1" fmla="*/ 7367 w 46167"/>
                      <a:gd name="connsiteY1" fmla="*/ 18428 h 69882"/>
                      <a:gd name="connsiteX2" fmla="*/ 12004 w 46167"/>
                      <a:gd name="connsiteY2" fmla="*/ 8562 h 69882"/>
                      <a:gd name="connsiteX3" fmla="*/ 20775 w 46167"/>
                      <a:gd name="connsiteY3" fmla="*/ 5263 h 69882"/>
                      <a:gd name="connsiteX4" fmla="*/ 31219 w 46167"/>
                      <a:gd name="connsiteY4" fmla="*/ 9915 h 69882"/>
                      <a:gd name="connsiteX5" fmla="*/ 35491 w 46167"/>
                      <a:gd name="connsiteY5" fmla="*/ 22274 h 69882"/>
                      <a:gd name="connsiteX6" fmla="*/ 31386 w 46167"/>
                      <a:gd name="connsiteY6" fmla="*/ 33812 h 69882"/>
                      <a:gd name="connsiteX7" fmla="*/ 20623 w 46167"/>
                      <a:gd name="connsiteY7" fmla="*/ 38054 h 69882"/>
                      <a:gd name="connsiteX8" fmla="*/ 13159 w 46167"/>
                      <a:gd name="connsiteY8" fmla="*/ 36169 h 69882"/>
                      <a:gd name="connsiteX9" fmla="*/ 7945 w 46167"/>
                      <a:gd name="connsiteY9" fmla="*/ 31304 h 69882"/>
                      <a:gd name="connsiteX10" fmla="*/ -81 w 46167"/>
                      <a:gd name="connsiteY10" fmla="*/ 32353 h 69882"/>
                      <a:gd name="connsiteX11" fmla="*/ 6653 w 46167"/>
                      <a:gd name="connsiteY11" fmla="*/ 68123 h 69882"/>
                      <a:gd name="connsiteX12" fmla="*/ 41298 w 46167"/>
                      <a:gd name="connsiteY12" fmla="*/ 68123 h 69882"/>
                      <a:gd name="connsiteX13" fmla="*/ 41298 w 46167"/>
                      <a:gd name="connsiteY13" fmla="*/ 59944 h 69882"/>
                      <a:gd name="connsiteX14" fmla="*/ 13494 w 46167"/>
                      <a:gd name="connsiteY14" fmla="*/ 59944 h 69882"/>
                      <a:gd name="connsiteX15" fmla="*/ 9754 w 46167"/>
                      <a:gd name="connsiteY15" fmla="*/ 41231 h 69882"/>
                      <a:gd name="connsiteX16" fmla="*/ 22904 w 46167"/>
                      <a:gd name="connsiteY16" fmla="*/ 45609 h 69882"/>
                      <a:gd name="connsiteX17" fmla="*/ 38288 w 46167"/>
                      <a:gd name="connsiteY17" fmla="*/ 39285 h 69882"/>
                      <a:gd name="connsiteX18" fmla="*/ 44566 w 46167"/>
                      <a:gd name="connsiteY18" fmla="*/ 23034 h 69882"/>
                      <a:gd name="connsiteX19" fmla="*/ 39063 w 46167"/>
                      <a:gd name="connsiteY19" fmla="*/ 6692 h 69882"/>
                      <a:gd name="connsiteX20" fmla="*/ 20775 w 46167"/>
                      <a:gd name="connsiteY20" fmla="*/ -1760 h 69882"/>
                      <a:gd name="connsiteX21" fmla="*/ 5254 w 46167"/>
                      <a:gd name="connsiteY21" fmla="*/ 3561 h 69882"/>
                      <a:gd name="connsiteX22" fmla="*/ -1602 w 46167"/>
                      <a:gd name="connsiteY22" fmla="*/ 17668 h 698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</a:cxnLst>
                    <a:rect l="l" t="t" r="r" b="b"/>
                    <a:pathLst>
                      <a:path w="46167" h="69882">
                        <a:moveTo>
                          <a:pt x="-1602" y="17668"/>
                        </a:moveTo>
                        <a:lnTo>
                          <a:pt x="7367" y="18428"/>
                        </a:lnTo>
                        <a:cubicBezTo>
                          <a:pt x="8036" y="14060"/>
                          <a:pt x="9582" y="10772"/>
                          <a:pt x="12004" y="8562"/>
                        </a:cubicBezTo>
                        <a:cubicBezTo>
                          <a:pt x="14426" y="6363"/>
                          <a:pt x="17350" y="5263"/>
                          <a:pt x="20775" y="5263"/>
                        </a:cubicBezTo>
                        <a:cubicBezTo>
                          <a:pt x="24890" y="5263"/>
                          <a:pt x="28371" y="6814"/>
                          <a:pt x="31219" y="9915"/>
                        </a:cubicBezTo>
                        <a:cubicBezTo>
                          <a:pt x="34067" y="13027"/>
                          <a:pt x="35491" y="17146"/>
                          <a:pt x="35491" y="22274"/>
                        </a:cubicBezTo>
                        <a:cubicBezTo>
                          <a:pt x="35491" y="27149"/>
                          <a:pt x="34123" y="30995"/>
                          <a:pt x="31386" y="33812"/>
                        </a:cubicBezTo>
                        <a:cubicBezTo>
                          <a:pt x="28650" y="36640"/>
                          <a:pt x="25062" y="38054"/>
                          <a:pt x="20623" y="38054"/>
                        </a:cubicBezTo>
                        <a:cubicBezTo>
                          <a:pt x="17867" y="38054"/>
                          <a:pt x="15379" y="37425"/>
                          <a:pt x="13159" y="36169"/>
                        </a:cubicBezTo>
                        <a:cubicBezTo>
                          <a:pt x="10950" y="34922"/>
                          <a:pt x="9212" y="33300"/>
                          <a:pt x="7945" y="31304"/>
                        </a:cubicBezTo>
                        <a:lnTo>
                          <a:pt x="-81" y="32353"/>
                        </a:lnTo>
                        <a:lnTo>
                          <a:pt x="6653" y="68123"/>
                        </a:lnTo>
                        <a:lnTo>
                          <a:pt x="41298" y="68123"/>
                        </a:lnTo>
                        <a:lnTo>
                          <a:pt x="41298" y="59944"/>
                        </a:lnTo>
                        <a:lnTo>
                          <a:pt x="13494" y="59944"/>
                        </a:lnTo>
                        <a:lnTo>
                          <a:pt x="9754" y="41231"/>
                        </a:lnTo>
                        <a:cubicBezTo>
                          <a:pt x="13930" y="44150"/>
                          <a:pt x="18313" y="45609"/>
                          <a:pt x="22904" y="45609"/>
                        </a:cubicBezTo>
                        <a:cubicBezTo>
                          <a:pt x="28984" y="45609"/>
                          <a:pt x="34112" y="43501"/>
                          <a:pt x="38288" y="39285"/>
                        </a:cubicBezTo>
                        <a:cubicBezTo>
                          <a:pt x="42473" y="35069"/>
                          <a:pt x="44566" y="29652"/>
                          <a:pt x="44566" y="23034"/>
                        </a:cubicBezTo>
                        <a:cubicBezTo>
                          <a:pt x="44566" y="16731"/>
                          <a:pt x="42732" y="11283"/>
                          <a:pt x="39063" y="6692"/>
                        </a:cubicBezTo>
                        <a:cubicBezTo>
                          <a:pt x="34594" y="1058"/>
                          <a:pt x="28498" y="-1760"/>
                          <a:pt x="20775" y="-1760"/>
                        </a:cubicBezTo>
                        <a:cubicBezTo>
                          <a:pt x="14441" y="-1760"/>
                          <a:pt x="9268" y="14"/>
                          <a:pt x="5254" y="3561"/>
                        </a:cubicBezTo>
                        <a:cubicBezTo>
                          <a:pt x="1251" y="7108"/>
                          <a:pt x="-1034" y="11810"/>
                          <a:pt x="-1602" y="17668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27" name="Freeform: Shape 226">
                    <a:extLst>
                      <a:ext uri="{FF2B5EF4-FFF2-40B4-BE49-F238E27FC236}">
                        <a16:creationId xmlns:a16="http://schemas.microsoft.com/office/drawing/2014/main" id="{B514309C-4D73-28F6-80EE-E4327F91CCA1}"/>
                      </a:ext>
                    </a:extLst>
                  </p:cNvPr>
                  <p:cNvSpPr/>
                  <p:nvPr/>
                </p:nvSpPr>
                <p:spPr>
                  <a:xfrm flipV="1">
                    <a:off x="3325408" y="5165982"/>
                    <a:ext cx="45407" cy="71113"/>
                  </a:xfrm>
                  <a:custGeom>
                    <a:avLst/>
                    <a:gdLst>
                      <a:gd name="connsiteX0" fmla="*/ -1570 w 45407"/>
                      <a:gd name="connsiteY0" fmla="*/ 33726 h 71113"/>
                      <a:gd name="connsiteX1" fmla="*/ 968 w 45407"/>
                      <a:gd name="connsiteY1" fmla="*/ 53610 h 71113"/>
                      <a:gd name="connsiteX2" fmla="*/ 8508 w 45407"/>
                      <a:gd name="connsiteY2" fmla="*/ 65224 h 71113"/>
                      <a:gd name="connsiteX3" fmla="*/ 21126 w 45407"/>
                      <a:gd name="connsiteY3" fmla="*/ 69313 h 71113"/>
                      <a:gd name="connsiteX4" fmla="*/ 30961 w 45407"/>
                      <a:gd name="connsiteY4" fmla="*/ 67048 h 71113"/>
                      <a:gd name="connsiteX5" fmla="*/ 37939 w 45407"/>
                      <a:gd name="connsiteY5" fmla="*/ 60542 h 71113"/>
                      <a:gd name="connsiteX6" fmla="*/ 42271 w 45407"/>
                      <a:gd name="connsiteY6" fmla="*/ 50190 h 71113"/>
                      <a:gd name="connsiteX7" fmla="*/ 43837 w 45407"/>
                      <a:gd name="connsiteY7" fmla="*/ 33726 h 71113"/>
                      <a:gd name="connsiteX8" fmla="*/ 41314 w 45407"/>
                      <a:gd name="connsiteY8" fmla="*/ 13949 h 71113"/>
                      <a:gd name="connsiteX9" fmla="*/ 33789 w 45407"/>
                      <a:gd name="connsiteY9" fmla="*/ 2304 h 71113"/>
                      <a:gd name="connsiteX10" fmla="*/ 21126 w 45407"/>
                      <a:gd name="connsiteY10" fmla="*/ -1800 h 71113"/>
                      <a:gd name="connsiteX11" fmla="*/ 5316 w 45407"/>
                      <a:gd name="connsiteY11" fmla="*/ 5421 h 71113"/>
                      <a:gd name="connsiteX12" fmla="*/ -1570 w 45407"/>
                      <a:gd name="connsiteY12" fmla="*/ 33726 h 71113"/>
                      <a:gd name="connsiteX13" fmla="*/ 7216 w 45407"/>
                      <a:gd name="connsiteY13" fmla="*/ 33726 h 71113"/>
                      <a:gd name="connsiteX14" fmla="*/ 11229 w 45407"/>
                      <a:gd name="connsiteY14" fmla="*/ 10893 h 71113"/>
                      <a:gd name="connsiteX15" fmla="*/ 21126 w 45407"/>
                      <a:gd name="connsiteY15" fmla="*/ 5223 h 71113"/>
                      <a:gd name="connsiteX16" fmla="*/ 31037 w 45407"/>
                      <a:gd name="connsiteY16" fmla="*/ 10924 h 71113"/>
                      <a:gd name="connsiteX17" fmla="*/ 35050 w 45407"/>
                      <a:gd name="connsiteY17" fmla="*/ 33726 h 71113"/>
                      <a:gd name="connsiteX18" fmla="*/ 31037 w 45407"/>
                      <a:gd name="connsiteY18" fmla="*/ 56574 h 71113"/>
                      <a:gd name="connsiteX19" fmla="*/ 21034 w 45407"/>
                      <a:gd name="connsiteY19" fmla="*/ 62229 h 71113"/>
                      <a:gd name="connsiteX20" fmla="*/ 11625 w 45407"/>
                      <a:gd name="connsiteY20" fmla="*/ 57243 h 71113"/>
                      <a:gd name="connsiteX21" fmla="*/ 7216 w 45407"/>
                      <a:gd name="connsiteY21" fmla="*/ 33726 h 711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45407" h="71113">
                        <a:moveTo>
                          <a:pt x="-1570" y="33726"/>
                        </a:moveTo>
                        <a:cubicBezTo>
                          <a:pt x="-1570" y="41965"/>
                          <a:pt x="-724" y="48593"/>
                          <a:pt x="968" y="53610"/>
                        </a:cubicBezTo>
                        <a:cubicBezTo>
                          <a:pt x="2661" y="58637"/>
                          <a:pt x="5174" y="62508"/>
                          <a:pt x="8508" y="65224"/>
                        </a:cubicBezTo>
                        <a:cubicBezTo>
                          <a:pt x="11853" y="67950"/>
                          <a:pt x="16058" y="69313"/>
                          <a:pt x="21126" y="69313"/>
                        </a:cubicBezTo>
                        <a:cubicBezTo>
                          <a:pt x="24865" y="69313"/>
                          <a:pt x="28144" y="68558"/>
                          <a:pt x="30961" y="67048"/>
                        </a:cubicBezTo>
                        <a:cubicBezTo>
                          <a:pt x="33779" y="65548"/>
                          <a:pt x="36104" y="63380"/>
                          <a:pt x="37939" y="60542"/>
                        </a:cubicBezTo>
                        <a:cubicBezTo>
                          <a:pt x="39783" y="57714"/>
                          <a:pt x="41227" y="54264"/>
                          <a:pt x="42271" y="50190"/>
                        </a:cubicBezTo>
                        <a:cubicBezTo>
                          <a:pt x="43315" y="46126"/>
                          <a:pt x="43837" y="40638"/>
                          <a:pt x="43837" y="33726"/>
                        </a:cubicBezTo>
                        <a:cubicBezTo>
                          <a:pt x="43837" y="25558"/>
                          <a:pt x="42996" y="18965"/>
                          <a:pt x="41314" y="13949"/>
                        </a:cubicBezTo>
                        <a:cubicBezTo>
                          <a:pt x="39641" y="8932"/>
                          <a:pt x="37133" y="5051"/>
                          <a:pt x="33789" y="2304"/>
                        </a:cubicBezTo>
                        <a:cubicBezTo>
                          <a:pt x="30455" y="-432"/>
                          <a:pt x="26233" y="-1800"/>
                          <a:pt x="21126" y="-1800"/>
                        </a:cubicBezTo>
                        <a:cubicBezTo>
                          <a:pt x="14417" y="-1800"/>
                          <a:pt x="9147" y="607"/>
                          <a:pt x="5316" y="5421"/>
                        </a:cubicBezTo>
                        <a:cubicBezTo>
                          <a:pt x="725" y="11217"/>
                          <a:pt x="-1570" y="20653"/>
                          <a:pt x="-1570" y="33726"/>
                        </a:cubicBezTo>
                        <a:close/>
                        <a:moveTo>
                          <a:pt x="7216" y="33726"/>
                        </a:moveTo>
                        <a:cubicBezTo>
                          <a:pt x="7216" y="22294"/>
                          <a:pt x="8554" y="14683"/>
                          <a:pt x="11229" y="10893"/>
                        </a:cubicBezTo>
                        <a:cubicBezTo>
                          <a:pt x="13905" y="7113"/>
                          <a:pt x="17204" y="5223"/>
                          <a:pt x="21126" y="5223"/>
                        </a:cubicBezTo>
                        <a:cubicBezTo>
                          <a:pt x="25058" y="5223"/>
                          <a:pt x="28362" y="7123"/>
                          <a:pt x="31037" y="10924"/>
                        </a:cubicBezTo>
                        <a:cubicBezTo>
                          <a:pt x="33713" y="14724"/>
                          <a:pt x="35050" y="22325"/>
                          <a:pt x="35050" y="33726"/>
                        </a:cubicBezTo>
                        <a:cubicBezTo>
                          <a:pt x="35050" y="45198"/>
                          <a:pt x="33713" y="52815"/>
                          <a:pt x="31037" y="56574"/>
                        </a:cubicBezTo>
                        <a:cubicBezTo>
                          <a:pt x="28362" y="60344"/>
                          <a:pt x="25028" y="62229"/>
                          <a:pt x="21034" y="62229"/>
                        </a:cubicBezTo>
                        <a:cubicBezTo>
                          <a:pt x="17112" y="62229"/>
                          <a:pt x="13976" y="60567"/>
                          <a:pt x="11625" y="57243"/>
                        </a:cubicBezTo>
                        <a:cubicBezTo>
                          <a:pt x="8686" y="53007"/>
                          <a:pt x="7216" y="45168"/>
                          <a:pt x="7216" y="33726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96" name="Graphic 988">
                <a:extLst>
                  <a:ext uri="{FF2B5EF4-FFF2-40B4-BE49-F238E27FC236}">
                    <a16:creationId xmlns:a16="http://schemas.microsoft.com/office/drawing/2014/main" id="{00A8ACB1-8758-C55C-D26C-7F5986016D32}"/>
                  </a:ext>
                </a:extLst>
              </p:cNvPr>
              <p:cNvGrpSpPr/>
              <p:nvPr/>
            </p:nvGrpSpPr>
            <p:grpSpPr>
              <a:xfrm>
                <a:off x="3216089" y="4816380"/>
                <a:ext cx="2134534" cy="71113"/>
                <a:chOff x="3216089" y="4816380"/>
                <a:chExt cx="2134534" cy="71113"/>
              </a:xfrm>
            </p:grpSpPr>
            <p:sp>
              <p:nvSpPr>
                <p:cNvPr id="218" name="Freeform: Shape 217">
                  <a:extLst>
                    <a:ext uri="{FF2B5EF4-FFF2-40B4-BE49-F238E27FC236}">
                      <a16:creationId xmlns:a16="http://schemas.microsoft.com/office/drawing/2014/main" id="{56B5B32A-8CD9-9DE5-9C80-4633AD5054B2}"/>
                    </a:ext>
                  </a:extLst>
                </p:cNvPr>
                <p:cNvSpPr/>
                <p:nvPr/>
              </p:nvSpPr>
              <p:spPr>
                <a:xfrm>
                  <a:off x="3459480" y="4851486"/>
                  <a:ext cx="1891143" cy="8844"/>
                </a:xfrm>
                <a:custGeom>
                  <a:avLst/>
                  <a:gdLst>
                    <a:gd name="connsiteX0" fmla="*/ 0 w 1891143"/>
                    <a:gd name="connsiteY0" fmla="*/ 0 h 8844"/>
                    <a:gd name="connsiteX1" fmla="*/ 1891144 w 1891143"/>
                    <a:gd name="connsiteY1" fmla="*/ 0 h 8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891143" h="8844">
                      <a:moveTo>
                        <a:pt x="0" y="0"/>
                      </a:moveTo>
                      <a:lnTo>
                        <a:pt x="1891144" y="0"/>
                      </a:lnTo>
                    </a:path>
                  </a:pathLst>
                </a:custGeom>
                <a:noFill/>
                <a:ln w="8845" cap="rnd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219" name="Graphic 988">
                  <a:extLst>
                    <a:ext uri="{FF2B5EF4-FFF2-40B4-BE49-F238E27FC236}">
                      <a16:creationId xmlns:a16="http://schemas.microsoft.com/office/drawing/2014/main" id="{26F011CB-94C1-457F-70D3-3C9E21DC5CB7}"/>
                    </a:ext>
                  </a:extLst>
                </p:cNvPr>
                <p:cNvGrpSpPr/>
                <p:nvPr/>
              </p:nvGrpSpPr>
              <p:grpSpPr>
                <a:xfrm>
                  <a:off x="3216089" y="4816380"/>
                  <a:ext cx="154726" cy="71113"/>
                  <a:chOff x="3216089" y="4816380"/>
                  <a:chExt cx="154726" cy="71113"/>
                </a:xfrm>
                <a:solidFill>
                  <a:srgbClr val="262626"/>
                </a:solidFill>
              </p:grpSpPr>
              <p:sp>
                <p:nvSpPr>
                  <p:cNvPr id="220" name="Freeform: Shape 219">
                    <a:extLst>
                      <a:ext uri="{FF2B5EF4-FFF2-40B4-BE49-F238E27FC236}">
                        <a16:creationId xmlns:a16="http://schemas.microsoft.com/office/drawing/2014/main" id="{A5618360-3459-68B7-D4CB-8936161447A1}"/>
                      </a:ext>
                    </a:extLst>
                  </p:cNvPr>
                  <p:cNvSpPr/>
                  <p:nvPr/>
                </p:nvSpPr>
                <p:spPr>
                  <a:xfrm flipV="1">
                    <a:off x="3216089" y="4816380"/>
                    <a:ext cx="46037" cy="69927"/>
                  </a:xfrm>
                  <a:custGeom>
                    <a:avLst/>
                    <a:gdLst>
                      <a:gd name="connsiteX0" fmla="*/ 44507 w 46037"/>
                      <a:gd name="connsiteY0" fmla="*/ 6345 h 69927"/>
                      <a:gd name="connsiteX1" fmla="*/ 44507 w 46037"/>
                      <a:gd name="connsiteY1" fmla="*/ -1879 h 69927"/>
                      <a:gd name="connsiteX2" fmla="*/ -1524 w 46037"/>
                      <a:gd name="connsiteY2" fmla="*/ -1879 h 69927"/>
                      <a:gd name="connsiteX3" fmla="*/ -536 w 46037"/>
                      <a:gd name="connsiteY3" fmla="*/ 4065 h 69927"/>
                      <a:gd name="connsiteX4" fmla="*/ 5089 w 46037"/>
                      <a:gd name="connsiteY4" fmla="*/ 13323 h 69927"/>
                      <a:gd name="connsiteX5" fmla="*/ 16292 w 46037"/>
                      <a:gd name="connsiteY5" fmla="*/ 23873 h 69927"/>
                      <a:gd name="connsiteX6" fmla="*/ 31631 w 46037"/>
                      <a:gd name="connsiteY6" fmla="*/ 38619 h 69927"/>
                      <a:gd name="connsiteX7" fmla="*/ 35629 w 46037"/>
                      <a:gd name="connsiteY7" fmla="*/ 48910 h 69927"/>
                      <a:gd name="connsiteX8" fmla="*/ 31981 w 46037"/>
                      <a:gd name="connsiteY8" fmla="*/ 57469 h 69927"/>
                      <a:gd name="connsiteX9" fmla="*/ 22510 w 46037"/>
                      <a:gd name="connsiteY9" fmla="*/ 60965 h 69927"/>
                      <a:gd name="connsiteX10" fmla="*/ 12629 w 46037"/>
                      <a:gd name="connsiteY10" fmla="*/ 57256 h 69927"/>
                      <a:gd name="connsiteX11" fmla="*/ 8874 w 46037"/>
                      <a:gd name="connsiteY11" fmla="*/ 47010 h 69927"/>
                      <a:gd name="connsiteX12" fmla="*/ 87 w 46037"/>
                      <a:gd name="connsiteY12" fmla="*/ 47907 h 69927"/>
                      <a:gd name="connsiteX13" fmla="*/ 6867 w 46037"/>
                      <a:gd name="connsiteY13" fmla="*/ 62896 h 69927"/>
                      <a:gd name="connsiteX14" fmla="*/ 22708 w 46037"/>
                      <a:gd name="connsiteY14" fmla="*/ 68049 h 69927"/>
                      <a:gd name="connsiteX15" fmla="*/ 38563 w 46037"/>
                      <a:gd name="connsiteY15" fmla="*/ 62485 h 69927"/>
                      <a:gd name="connsiteX16" fmla="*/ 44416 w 46037"/>
                      <a:gd name="connsiteY16" fmla="*/ 48712 h 69927"/>
                      <a:gd name="connsiteX17" fmla="*/ 42698 w 46037"/>
                      <a:gd name="connsiteY17" fmla="*/ 40488 h 69927"/>
                      <a:gd name="connsiteX18" fmla="*/ 37028 w 46037"/>
                      <a:gd name="connsiteY18" fmla="*/ 31991 h 69927"/>
                      <a:gd name="connsiteX19" fmla="*/ 23848 w 46037"/>
                      <a:gd name="connsiteY19" fmla="*/ 19738 h 69927"/>
                      <a:gd name="connsiteX20" fmla="*/ 13951 w 46037"/>
                      <a:gd name="connsiteY20" fmla="*/ 10967 h 69927"/>
                      <a:gd name="connsiteX21" fmla="*/ 10349 w 46037"/>
                      <a:gd name="connsiteY21" fmla="*/ 6345 h 69927"/>
                      <a:gd name="connsiteX22" fmla="*/ 44507 w 46037"/>
                      <a:gd name="connsiteY22" fmla="*/ 6345 h 699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</a:cxnLst>
                    <a:rect l="l" t="t" r="r" b="b"/>
                    <a:pathLst>
                      <a:path w="46037" h="69927">
                        <a:moveTo>
                          <a:pt x="44507" y="6345"/>
                        </a:moveTo>
                        <a:lnTo>
                          <a:pt x="44507" y="-1879"/>
                        </a:lnTo>
                        <a:lnTo>
                          <a:pt x="-1524" y="-1879"/>
                        </a:lnTo>
                        <a:cubicBezTo>
                          <a:pt x="-1585" y="178"/>
                          <a:pt x="-1255" y="2160"/>
                          <a:pt x="-536" y="4065"/>
                        </a:cubicBezTo>
                        <a:cubicBezTo>
                          <a:pt x="640" y="7197"/>
                          <a:pt x="2515" y="10283"/>
                          <a:pt x="5089" y="13323"/>
                        </a:cubicBezTo>
                        <a:cubicBezTo>
                          <a:pt x="7673" y="16363"/>
                          <a:pt x="11408" y="19880"/>
                          <a:pt x="16292" y="23873"/>
                        </a:cubicBezTo>
                        <a:cubicBezTo>
                          <a:pt x="23863" y="30075"/>
                          <a:pt x="28976" y="34990"/>
                          <a:pt x="31631" y="38619"/>
                        </a:cubicBezTo>
                        <a:cubicBezTo>
                          <a:pt x="34296" y="42247"/>
                          <a:pt x="35629" y="45677"/>
                          <a:pt x="35629" y="48910"/>
                        </a:cubicBezTo>
                        <a:cubicBezTo>
                          <a:pt x="35629" y="52295"/>
                          <a:pt x="34413" y="55148"/>
                          <a:pt x="31981" y="57469"/>
                        </a:cubicBezTo>
                        <a:cubicBezTo>
                          <a:pt x="29559" y="59800"/>
                          <a:pt x="26402" y="60965"/>
                          <a:pt x="22510" y="60965"/>
                        </a:cubicBezTo>
                        <a:cubicBezTo>
                          <a:pt x="18395" y="60965"/>
                          <a:pt x="15102" y="59729"/>
                          <a:pt x="12629" y="57256"/>
                        </a:cubicBezTo>
                        <a:cubicBezTo>
                          <a:pt x="10156" y="54793"/>
                          <a:pt x="8904" y="51378"/>
                          <a:pt x="8874" y="47010"/>
                        </a:cubicBezTo>
                        <a:lnTo>
                          <a:pt x="87" y="47907"/>
                        </a:lnTo>
                        <a:cubicBezTo>
                          <a:pt x="685" y="54464"/>
                          <a:pt x="2945" y="59460"/>
                          <a:pt x="6867" y="62896"/>
                        </a:cubicBezTo>
                        <a:cubicBezTo>
                          <a:pt x="10800" y="66331"/>
                          <a:pt x="16080" y="68049"/>
                          <a:pt x="22708" y="68049"/>
                        </a:cubicBezTo>
                        <a:cubicBezTo>
                          <a:pt x="29386" y="68049"/>
                          <a:pt x="34671" y="66194"/>
                          <a:pt x="38563" y="62485"/>
                        </a:cubicBezTo>
                        <a:cubicBezTo>
                          <a:pt x="42465" y="58786"/>
                          <a:pt x="44416" y="54195"/>
                          <a:pt x="44416" y="48712"/>
                        </a:cubicBezTo>
                        <a:cubicBezTo>
                          <a:pt x="44416" y="45926"/>
                          <a:pt x="43843" y="43184"/>
                          <a:pt x="42698" y="40488"/>
                        </a:cubicBezTo>
                        <a:cubicBezTo>
                          <a:pt x="41563" y="37803"/>
                          <a:pt x="39673" y="34970"/>
                          <a:pt x="37028" y="31991"/>
                        </a:cubicBezTo>
                        <a:cubicBezTo>
                          <a:pt x="34383" y="29011"/>
                          <a:pt x="29989" y="24927"/>
                          <a:pt x="23848" y="19738"/>
                        </a:cubicBezTo>
                        <a:cubicBezTo>
                          <a:pt x="18710" y="15431"/>
                          <a:pt x="15411" y="12507"/>
                          <a:pt x="13951" y="10967"/>
                        </a:cubicBezTo>
                        <a:cubicBezTo>
                          <a:pt x="12502" y="9436"/>
                          <a:pt x="11301" y="7896"/>
                          <a:pt x="10349" y="6345"/>
                        </a:cubicBezTo>
                        <a:lnTo>
                          <a:pt x="44507" y="6345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21" name="Freeform: Shape 220">
                    <a:extLst>
                      <a:ext uri="{FF2B5EF4-FFF2-40B4-BE49-F238E27FC236}">
                        <a16:creationId xmlns:a16="http://schemas.microsoft.com/office/drawing/2014/main" id="{A1C22427-0DBC-F153-2E77-14A49CC72AEA}"/>
                      </a:ext>
                    </a:extLst>
                  </p:cNvPr>
                  <p:cNvSpPr/>
                  <p:nvPr/>
                </p:nvSpPr>
                <p:spPr>
                  <a:xfrm flipV="1">
                    <a:off x="3271300" y="4816380"/>
                    <a:ext cx="45407" cy="71113"/>
                  </a:xfrm>
                  <a:custGeom>
                    <a:avLst/>
                    <a:gdLst>
                      <a:gd name="connsiteX0" fmla="*/ -1577 w 45407"/>
                      <a:gd name="connsiteY0" fmla="*/ 33687 h 71113"/>
                      <a:gd name="connsiteX1" fmla="*/ 962 w 45407"/>
                      <a:gd name="connsiteY1" fmla="*/ 53570 h 71113"/>
                      <a:gd name="connsiteX2" fmla="*/ 8502 w 45407"/>
                      <a:gd name="connsiteY2" fmla="*/ 65185 h 71113"/>
                      <a:gd name="connsiteX3" fmla="*/ 21120 w 45407"/>
                      <a:gd name="connsiteY3" fmla="*/ 69274 h 71113"/>
                      <a:gd name="connsiteX4" fmla="*/ 30955 w 45407"/>
                      <a:gd name="connsiteY4" fmla="*/ 67009 h 71113"/>
                      <a:gd name="connsiteX5" fmla="*/ 37933 w 45407"/>
                      <a:gd name="connsiteY5" fmla="*/ 60502 h 71113"/>
                      <a:gd name="connsiteX6" fmla="*/ 42265 w 45407"/>
                      <a:gd name="connsiteY6" fmla="*/ 50150 h 71113"/>
                      <a:gd name="connsiteX7" fmla="*/ 43831 w 45407"/>
                      <a:gd name="connsiteY7" fmla="*/ 33687 h 71113"/>
                      <a:gd name="connsiteX8" fmla="*/ 41307 w 45407"/>
                      <a:gd name="connsiteY8" fmla="*/ 13909 h 71113"/>
                      <a:gd name="connsiteX9" fmla="*/ 33783 w 45407"/>
                      <a:gd name="connsiteY9" fmla="*/ 2265 h 71113"/>
                      <a:gd name="connsiteX10" fmla="*/ 21120 w 45407"/>
                      <a:gd name="connsiteY10" fmla="*/ -1840 h 71113"/>
                      <a:gd name="connsiteX11" fmla="*/ 5310 w 45407"/>
                      <a:gd name="connsiteY11" fmla="*/ 5381 h 71113"/>
                      <a:gd name="connsiteX12" fmla="*/ -1577 w 45407"/>
                      <a:gd name="connsiteY12" fmla="*/ 33687 h 71113"/>
                      <a:gd name="connsiteX13" fmla="*/ 7210 w 45407"/>
                      <a:gd name="connsiteY13" fmla="*/ 33687 h 71113"/>
                      <a:gd name="connsiteX14" fmla="*/ 11223 w 45407"/>
                      <a:gd name="connsiteY14" fmla="*/ 10854 h 71113"/>
                      <a:gd name="connsiteX15" fmla="*/ 21120 w 45407"/>
                      <a:gd name="connsiteY15" fmla="*/ 5183 h 71113"/>
                      <a:gd name="connsiteX16" fmla="*/ 31031 w 45407"/>
                      <a:gd name="connsiteY16" fmla="*/ 10884 h 71113"/>
                      <a:gd name="connsiteX17" fmla="*/ 35044 w 45407"/>
                      <a:gd name="connsiteY17" fmla="*/ 33687 h 71113"/>
                      <a:gd name="connsiteX18" fmla="*/ 31031 w 45407"/>
                      <a:gd name="connsiteY18" fmla="*/ 56535 h 71113"/>
                      <a:gd name="connsiteX19" fmla="*/ 21028 w 45407"/>
                      <a:gd name="connsiteY19" fmla="*/ 62190 h 71113"/>
                      <a:gd name="connsiteX20" fmla="*/ 11618 w 45407"/>
                      <a:gd name="connsiteY20" fmla="*/ 57204 h 71113"/>
                      <a:gd name="connsiteX21" fmla="*/ 7210 w 45407"/>
                      <a:gd name="connsiteY21" fmla="*/ 33687 h 711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45407" h="71113">
                        <a:moveTo>
                          <a:pt x="-1577" y="33687"/>
                        </a:moveTo>
                        <a:cubicBezTo>
                          <a:pt x="-1577" y="41926"/>
                          <a:pt x="-730" y="48554"/>
                          <a:pt x="962" y="53570"/>
                        </a:cubicBezTo>
                        <a:cubicBezTo>
                          <a:pt x="2655" y="58597"/>
                          <a:pt x="5168" y="62469"/>
                          <a:pt x="8502" y="65185"/>
                        </a:cubicBezTo>
                        <a:cubicBezTo>
                          <a:pt x="11847" y="67911"/>
                          <a:pt x="16052" y="69274"/>
                          <a:pt x="21120" y="69274"/>
                        </a:cubicBezTo>
                        <a:cubicBezTo>
                          <a:pt x="24859" y="69274"/>
                          <a:pt x="28138" y="68519"/>
                          <a:pt x="30955" y="67009"/>
                        </a:cubicBezTo>
                        <a:cubicBezTo>
                          <a:pt x="33772" y="65509"/>
                          <a:pt x="36098" y="63340"/>
                          <a:pt x="37933" y="60502"/>
                        </a:cubicBezTo>
                        <a:cubicBezTo>
                          <a:pt x="39777" y="57675"/>
                          <a:pt x="41221" y="54224"/>
                          <a:pt x="42265" y="50150"/>
                        </a:cubicBezTo>
                        <a:cubicBezTo>
                          <a:pt x="43309" y="46086"/>
                          <a:pt x="43831" y="40598"/>
                          <a:pt x="43831" y="33687"/>
                        </a:cubicBezTo>
                        <a:cubicBezTo>
                          <a:pt x="43831" y="25518"/>
                          <a:pt x="42990" y="18926"/>
                          <a:pt x="41307" y="13909"/>
                        </a:cubicBezTo>
                        <a:cubicBezTo>
                          <a:pt x="39635" y="8893"/>
                          <a:pt x="37127" y="5011"/>
                          <a:pt x="33783" y="2265"/>
                        </a:cubicBezTo>
                        <a:cubicBezTo>
                          <a:pt x="30448" y="-472"/>
                          <a:pt x="26227" y="-1840"/>
                          <a:pt x="21120" y="-1840"/>
                        </a:cubicBezTo>
                        <a:cubicBezTo>
                          <a:pt x="14411" y="-1840"/>
                          <a:pt x="9141" y="567"/>
                          <a:pt x="5310" y="5381"/>
                        </a:cubicBezTo>
                        <a:cubicBezTo>
                          <a:pt x="719" y="11178"/>
                          <a:pt x="-1577" y="20613"/>
                          <a:pt x="-1577" y="33687"/>
                        </a:cubicBezTo>
                        <a:close/>
                        <a:moveTo>
                          <a:pt x="7210" y="33687"/>
                        </a:moveTo>
                        <a:cubicBezTo>
                          <a:pt x="7210" y="22255"/>
                          <a:pt x="8548" y="14644"/>
                          <a:pt x="11223" y="10854"/>
                        </a:cubicBezTo>
                        <a:cubicBezTo>
                          <a:pt x="13899" y="7073"/>
                          <a:pt x="17198" y="5183"/>
                          <a:pt x="21120" y="5183"/>
                        </a:cubicBezTo>
                        <a:cubicBezTo>
                          <a:pt x="25052" y="5183"/>
                          <a:pt x="28356" y="7084"/>
                          <a:pt x="31031" y="10884"/>
                        </a:cubicBezTo>
                        <a:cubicBezTo>
                          <a:pt x="33707" y="14684"/>
                          <a:pt x="35044" y="22285"/>
                          <a:pt x="35044" y="33687"/>
                        </a:cubicBezTo>
                        <a:cubicBezTo>
                          <a:pt x="35044" y="45159"/>
                          <a:pt x="33707" y="52775"/>
                          <a:pt x="31031" y="56535"/>
                        </a:cubicBezTo>
                        <a:cubicBezTo>
                          <a:pt x="28356" y="60305"/>
                          <a:pt x="25021" y="62190"/>
                          <a:pt x="21028" y="62190"/>
                        </a:cubicBezTo>
                        <a:cubicBezTo>
                          <a:pt x="17106" y="62190"/>
                          <a:pt x="13970" y="60528"/>
                          <a:pt x="11618" y="57204"/>
                        </a:cubicBezTo>
                        <a:cubicBezTo>
                          <a:pt x="8679" y="52967"/>
                          <a:pt x="7210" y="45129"/>
                          <a:pt x="7210" y="3368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22" name="Freeform: Shape 221">
                    <a:extLst>
                      <a:ext uri="{FF2B5EF4-FFF2-40B4-BE49-F238E27FC236}">
                        <a16:creationId xmlns:a16="http://schemas.microsoft.com/office/drawing/2014/main" id="{A1AE4C9D-F77A-0699-466E-133FF6CF407C}"/>
                      </a:ext>
                    </a:extLst>
                  </p:cNvPr>
                  <p:cNvSpPr/>
                  <p:nvPr/>
                </p:nvSpPr>
                <p:spPr>
                  <a:xfrm flipV="1">
                    <a:off x="3325408" y="4816380"/>
                    <a:ext cx="45407" cy="71113"/>
                  </a:xfrm>
                  <a:custGeom>
                    <a:avLst/>
                    <a:gdLst>
                      <a:gd name="connsiteX0" fmla="*/ -1570 w 45407"/>
                      <a:gd name="connsiteY0" fmla="*/ 33687 h 71113"/>
                      <a:gd name="connsiteX1" fmla="*/ 968 w 45407"/>
                      <a:gd name="connsiteY1" fmla="*/ 53570 h 71113"/>
                      <a:gd name="connsiteX2" fmla="*/ 8508 w 45407"/>
                      <a:gd name="connsiteY2" fmla="*/ 65185 h 71113"/>
                      <a:gd name="connsiteX3" fmla="*/ 21126 w 45407"/>
                      <a:gd name="connsiteY3" fmla="*/ 69274 h 71113"/>
                      <a:gd name="connsiteX4" fmla="*/ 30961 w 45407"/>
                      <a:gd name="connsiteY4" fmla="*/ 67009 h 71113"/>
                      <a:gd name="connsiteX5" fmla="*/ 37939 w 45407"/>
                      <a:gd name="connsiteY5" fmla="*/ 60502 h 71113"/>
                      <a:gd name="connsiteX6" fmla="*/ 42271 w 45407"/>
                      <a:gd name="connsiteY6" fmla="*/ 50150 h 71113"/>
                      <a:gd name="connsiteX7" fmla="*/ 43837 w 45407"/>
                      <a:gd name="connsiteY7" fmla="*/ 33687 h 71113"/>
                      <a:gd name="connsiteX8" fmla="*/ 41314 w 45407"/>
                      <a:gd name="connsiteY8" fmla="*/ 13909 h 71113"/>
                      <a:gd name="connsiteX9" fmla="*/ 33789 w 45407"/>
                      <a:gd name="connsiteY9" fmla="*/ 2265 h 71113"/>
                      <a:gd name="connsiteX10" fmla="*/ 21126 w 45407"/>
                      <a:gd name="connsiteY10" fmla="*/ -1840 h 71113"/>
                      <a:gd name="connsiteX11" fmla="*/ 5316 w 45407"/>
                      <a:gd name="connsiteY11" fmla="*/ 5381 h 71113"/>
                      <a:gd name="connsiteX12" fmla="*/ -1570 w 45407"/>
                      <a:gd name="connsiteY12" fmla="*/ 33687 h 71113"/>
                      <a:gd name="connsiteX13" fmla="*/ 7216 w 45407"/>
                      <a:gd name="connsiteY13" fmla="*/ 33687 h 71113"/>
                      <a:gd name="connsiteX14" fmla="*/ 11229 w 45407"/>
                      <a:gd name="connsiteY14" fmla="*/ 10854 h 71113"/>
                      <a:gd name="connsiteX15" fmla="*/ 21126 w 45407"/>
                      <a:gd name="connsiteY15" fmla="*/ 5183 h 71113"/>
                      <a:gd name="connsiteX16" fmla="*/ 31037 w 45407"/>
                      <a:gd name="connsiteY16" fmla="*/ 10884 h 71113"/>
                      <a:gd name="connsiteX17" fmla="*/ 35050 w 45407"/>
                      <a:gd name="connsiteY17" fmla="*/ 33687 h 71113"/>
                      <a:gd name="connsiteX18" fmla="*/ 31037 w 45407"/>
                      <a:gd name="connsiteY18" fmla="*/ 56535 h 71113"/>
                      <a:gd name="connsiteX19" fmla="*/ 21034 w 45407"/>
                      <a:gd name="connsiteY19" fmla="*/ 62190 h 71113"/>
                      <a:gd name="connsiteX20" fmla="*/ 11625 w 45407"/>
                      <a:gd name="connsiteY20" fmla="*/ 57204 h 71113"/>
                      <a:gd name="connsiteX21" fmla="*/ 7216 w 45407"/>
                      <a:gd name="connsiteY21" fmla="*/ 33687 h 711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45407" h="71113">
                        <a:moveTo>
                          <a:pt x="-1570" y="33687"/>
                        </a:moveTo>
                        <a:cubicBezTo>
                          <a:pt x="-1570" y="41926"/>
                          <a:pt x="-724" y="48554"/>
                          <a:pt x="968" y="53570"/>
                        </a:cubicBezTo>
                        <a:cubicBezTo>
                          <a:pt x="2661" y="58597"/>
                          <a:pt x="5174" y="62469"/>
                          <a:pt x="8508" y="65185"/>
                        </a:cubicBezTo>
                        <a:cubicBezTo>
                          <a:pt x="11853" y="67911"/>
                          <a:pt x="16058" y="69274"/>
                          <a:pt x="21126" y="69274"/>
                        </a:cubicBezTo>
                        <a:cubicBezTo>
                          <a:pt x="24865" y="69274"/>
                          <a:pt x="28144" y="68519"/>
                          <a:pt x="30961" y="67009"/>
                        </a:cubicBezTo>
                        <a:cubicBezTo>
                          <a:pt x="33779" y="65509"/>
                          <a:pt x="36104" y="63340"/>
                          <a:pt x="37939" y="60502"/>
                        </a:cubicBezTo>
                        <a:cubicBezTo>
                          <a:pt x="39783" y="57675"/>
                          <a:pt x="41227" y="54224"/>
                          <a:pt x="42271" y="50150"/>
                        </a:cubicBezTo>
                        <a:cubicBezTo>
                          <a:pt x="43315" y="46086"/>
                          <a:pt x="43837" y="40598"/>
                          <a:pt x="43837" y="33687"/>
                        </a:cubicBezTo>
                        <a:cubicBezTo>
                          <a:pt x="43837" y="25518"/>
                          <a:pt x="42996" y="18926"/>
                          <a:pt x="41314" y="13909"/>
                        </a:cubicBezTo>
                        <a:cubicBezTo>
                          <a:pt x="39641" y="8893"/>
                          <a:pt x="37133" y="5011"/>
                          <a:pt x="33789" y="2265"/>
                        </a:cubicBezTo>
                        <a:cubicBezTo>
                          <a:pt x="30455" y="-472"/>
                          <a:pt x="26233" y="-1840"/>
                          <a:pt x="21126" y="-1840"/>
                        </a:cubicBezTo>
                        <a:cubicBezTo>
                          <a:pt x="14417" y="-1840"/>
                          <a:pt x="9147" y="567"/>
                          <a:pt x="5316" y="5381"/>
                        </a:cubicBezTo>
                        <a:cubicBezTo>
                          <a:pt x="725" y="11178"/>
                          <a:pt x="-1570" y="20613"/>
                          <a:pt x="-1570" y="33687"/>
                        </a:cubicBezTo>
                        <a:close/>
                        <a:moveTo>
                          <a:pt x="7216" y="33687"/>
                        </a:moveTo>
                        <a:cubicBezTo>
                          <a:pt x="7216" y="22255"/>
                          <a:pt x="8554" y="14644"/>
                          <a:pt x="11229" y="10854"/>
                        </a:cubicBezTo>
                        <a:cubicBezTo>
                          <a:pt x="13905" y="7073"/>
                          <a:pt x="17204" y="5183"/>
                          <a:pt x="21126" y="5183"/>
                        </a:cubicBezTo>
                        <a:cubicBezTo>
                          <a:pt x="25058" y="5183"/>
                          <a:pt x="28362" y="7084"/>
                          <a:pt x="31037" y="10884"/>
                        </a:cubicBezTo>
                        <a:cubicBezTo>
                          <a:pt x="33713" y="14684"/>
                          <a:pt x="35050" y="22285"/>
                          <a:pt x="35050" y="33687"/>
                        </a:cubicBezTo>
                        <a:cubicBezTo>
                          <a:pt x="35050" y="45159"/>
                          <a:pt x="33713" y="52775"/>
                          <a:pt x="31037" y="56535"/>
                        </a:cubicBezTo>
                        <a:cubicBezTo>
                          <a:pt x="28362" y="60305"/>
                          <a:pt x="25028" y="62190"/>
                          <a:pt x="21034" y="62190"/>
                        </a:cubicBezTo>
                        <a:cubicBezTo>
                          <a:pt x="17112" y="62190"/>
                          <a:pt x="13976" y="60528"/>
                          <a:pt x="11625" y="57204"/>
                        </a:cubicBezTo>
                        <a:cubicBezTo>
                          <a:pt x="8686" y="52967"/>
                          <a:pt x="7216" y="45129"/>
                          <a:pt x="7216" y="3368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97" name="Graphic 988">
                <a:extLst>
                  <a:ext uri="{FF2B5EF4-FFF2-40B4-BE49-F238E27FC236}">
                    <a16:creationId xmlns:a16="http://schemas.microsoft.com/office/drawing/2014/main" id="{977566C2-D592-6C58-EA3D-944C66E6ADF0}"/>
                  </a:ext>
                </a:extLst>
              </p:cNvPr>
              <p:cNvGrpSpPr/>
              <p:nvPr/>
            </p:nvGrpSpPr>
            <p:grpSpPr>
              <a:xfrm>
                <a:off x="3216089" y="4466778"/>
                <a:ext cx="2134534" cy="71113"/>
                <a:chOff x="3216089" y="4466778"/>
                <a:chExt cx="2134534" cy="71113"/>
              </a:xfrm>
            </p:grpSpPr>
            <p:sp>
              <p:nvSpPr>
                <p:cNvPr id="213" name="Freeform: Shape 212">
                  <a:extLst>
                    <a:ext uri="{FF2B5EF4-FFF2-40B4-BE49-F238E27FC236}">
                      <a16:creationId xmlns:a16="http://schemas.microsoft.com/office/drawing/2014/main" id="{7FC9411A-05C6-7DD7-C2CC-498BF4B17D90}"/>
                    </a:ext>
                  </a:extLst>
                </p:cNvPr>
                <p:cNvSpPr/>
                <p:nvPr/>
              </p:nvSpPr>
              <p:spPr>
                <a:xfrm>
                  <a:off x="3459480" y="4501884"/>
                  <a:ext cx="1891143" cy="8844"/>
                </a:xfrm>
                <a:custGeom>
                  <a:avLst/>
                  <a:gdLst>
                    <a:gd name="connsiteX0" fmla="*/ 0 w 1891143"/>
                    <a:gd name="connsiteY0" fmla="*/ 0 h 8844"/>
                    <a:gd name="connsiteX1" fmla="*/ 1891144 w 1891143"/>
                    <a:gd name="connsiteY1" fmla="*/ 0 h 8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891143" h="8844">
                      <a:moveTo>
                        <a:pt x="0" y="0"/>
                      </a:moveTo>
                      <a:lnTo>
                        <a:pt x="1891144" y="0"/>
                      </a:lnTo>
                    </a:path>
                  </a:pathLst>
                </a:custGeom>
                <a:noFill/>
                <a:ln w="8845" cap="rnd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214" name="Graphic 988">
                  <a:extLst>
                    <a:ext uri="{FF2B5EF4-FFF2-40B4-BE49-F238E27FC236}">
                      <a16:creationId xmlns:a16="http://schemas.microsoft.com/office/drawing/2014/main" id="{3884AFB3-6AF5-D5BF-120C-D785DDCF1AC4}"/>
                    </a:ext>
                  </a:extLst>
                </p:cNvPr>
                <p:cNvGrpSpPr/>
                <p:nvPr/>
              </p:nvGrpSpPr>
              <p:grpSpPr>
                <a:xfrm>
                  <a:off x="3216089" y="4466778"/>
                  <a:ext cx="154726" cy="71113"/>
                  <a:chOff x="3216089" y="4466778"/>
                  <a:chExt cx="154726" cy="71113"/>
                </a:xfrm>
                <a:solidFill>
                  <a:srgbClr val="262626"/>
                </a:solidFill>
              </p:grpSpPr>
              <p:sp>
                <p:nvSpPr>
                  <p:cNvPr id="215" name="Freeform: Shape 214">
                    <a:extLst>
                      <a:ext uri="{FF2B5EF4-FFF2-40B4-BE49-F238E27FC236}">
                        <a16:creationId xmlns:a16="http://schemas.microsoft.com/office/drawing/2014/main" id="{CA486704-E6E8-D764-71AE-C86C96435C1C}"/>
                      </a:ext>
                    </a:extLst>
                  </p:cNvPr>
                  <p:cNvSpPr/>
                  <p:nvPr/>
                </p:nvSpPr>
                <p:spPr>
                  <a:xfrm flipV="1">
                    <a:off x="3216089" y="4466778"/>
                    <a:ext cx="46037" cy="69927"/>
                  </a:xfrm>
                  <a:custGeom>
                    <a:avLst/>
                    <a:gdLst>
                      <a:gd name="connsiteX0" fmla="*/ 44507 w 46037"/>
                      <a:gd name="connsiteY0" fmla="*/ 6306 h 69927"/>
                      <a:gd name="connsiteX1" fmla="*/ 44507 w 46037"/>
                      <a:gd name="connsiteY1" fmla="*/ -1918 h 69927"/>
                      <a:gd name="connsiteX2" fmla="*/ -1524 w 46037"/>
                      <a:gd name="connsiteY2" fmla="*/ -1918 h 69927"/>
                      <a:gd name="connsiteX3" fmla="*/ -536 w 46037"/>
                      <a:gd name="connsiteY3" fmla="*/ 4025 h 69927"/>
                      <a:gd name="connsiteX4" fmla="*/ 5089 w 46037"/>
                      <a:gd name="connsiteY4" fmla="*/ 13283 h 69927"/>
                      <a:gd name="connsiteX5" fmla="*/ 16292 w 46037"/>
                      <a:gd name="connsiteY5" fmla="*/ 23833 h 69927"/>
                      <a:gd name="connsiteX6" fmla="*/ 31631 w 46037"/>
                      <a:gd name="connsiteY6" fmla="*/ 38579 h 69927"/>
                      <a:gd name="connsiteX7" fmla="*/ 35629 w 46037"/>
                      <a:gd name="connsiteY7" fmla="*/ 48871 h 69927"/>
                      <a:gd name="connsiteX8" fmla="*/ 31981 w 46037"/>
                      <a:gd name="connsiteY8" fmla="*/ 57429 h 69927"/>
                      <a:gd name="connsiteX9" fmla="*/ 22510 w 46037"/>
                      <a:gd name="connsiteY9" fmla="*/ 60926 h 69927"/>
                      <a:gd name="connsiteX10" fmla="*/ 12629 w 46037"/>
                      <a:gd name="connsiteY10" fmla="*/ 57216 h 69927"/>
                      <a:gd name="connsiteX11" fmla="*/ 8874 w 46037"/>
                      <a:gd name="connsiteY11" fmla="*/ 46970 h 69927"/>
                      <a:gd name="connsiteX12" fmla="*/ 87 w 46037"/>
                      <a:gd name="connsiteY12" fmla="*/ 47867 h 69927"/>
                      <a:gd name="connsiteX13" fmla="*/ 6867 w 46037"/>
                      <a:gd name="connsiteY13" fmla="*/ 62856 h 69927"/>
                      <a:gd name="connsiteX14" fmla="*/ 22708 w 46037"/>
                      <a:gd name="connsiteY14" fmla="*/ 68010 h 69927"/>
                      <a:gd name="connsiteX15" fmla="*/ 38563 w 46037"/>
                      <a:gd name="connsiteY15" fmla="*/ 62446 h 69927"/>
                      <a:gd name="connsiteX16" fmla="*/ 44416 w 46037"/>
                      <a:gd name="connsiteY16" fmla="*/ 48673 h 69927"/>
                      <a:gd name="connsiteX17" fmla="*/ 42698 w 46037"/>
                      <a:gd name="connsiteY17" fmla="*/ 40449 h 69927"/>
                      <a:gd name="connsiteX18" fmla="*/ 37028 w 46037"/>
                      <a:gd name="connsiteY18" fmla="*/ 31951 h 69927"/>
                      <a:gd name="connsiteX19" fmla="*/ 23848 w 46037"/>
                      <a:gd name="connsiteY19" fmla="*/ 19698 h 69927"/>
                      <a:gd name="connsiteX20" fmla="*/ 13951 w 46037"/>
                      <a:gd name="connsiteY20" fmla="*/ 10927 h 69927"/>
                      <a:gd name="connsiteX21" fmla="*/ 10349 w 46037"/>
                      <a:gd name="connsiteY21" fmla="*/ 6306 h 69927"/>
                      <a:gd name="connsiteX22" fmla="*/ 44507 w 46037"/>
                      <a:gd name="connsiteY22" fmla="*/ 6306 h 699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</a:cxnLst>
                    <a:rect l="l" t="t" r="r" b="b"/>
                    <a:pathLst>
                      <a:path w="46037" h="69927">
                        <a:moveTo>
                          <a:pt x="44507" y="6306"/>
                        </a:moveTo>
                        <a:lnTo>
                          <a:pt x="44507" y="-1918"/>
                        </a:lnTo>
                        <a:lnTo>
                          <a:pt x="-1524" y="-1918"/>
                        </a:lnTo>
                        <a:cubicBezTo>
                          <a:pt x="-1585" y="139"/>
                          <a:pt x="-1255" y="2120"/>
                          <a:pt x="-536" y="4025"/>
                        </a:cubicBezTo>
                        <a:cubicBezTo>
                          <a:pt x="640" y="7157"/>
                          <a:pt x="2515" y="10243"/>
                          <a:pt x="5089" y="13283"/>
                        </a:cubicBezTo>
                        <a:cubicBezTo>
                          <a:pt x="7673" y="16324"/>
                          <a:pt x="11408" y="19840"/>
                          <a:pt x="16292" y="23833"/>
                        </a:cubicBezTo>
                        <a:cubicBezTo>
                          <a:pt x="23863" y="30036"/>
                          <a:pt x="28976" y="34951"/>
                          <a:pt x="31631" y="38579"/>
                        </a:cubicBezTo>
                        <a:cubicBezTo>
                          <a:pt x="34296" y="42207"/>
                          <a:pt x="35629" y="45638"/>
                          <a:pt x="35629" y="48871"/>
                        </a:cubicBezTo>
                        <a:cubicBezTo>
                          <a:pt x="35629" y="52256"/>
                          <a:pt x="34413" y="55108"/>
                          <a:pt x="31981" y="57429"/>
                        </a:cubicBezTo>
                        <a:cubicBezTo>
                          <a:pt x="29559" y="59760"/>
                          <a:pt x="26402" y="60926"/>
                          <a:pt x="22510" y="60926"/>
                        </a:cubicBezTo>
                        <a:cubicBezTo>
                          <a:pt x="18395" y="60926"/>
                          <a:pt x="15102" y="59689"/>
                          <a:pt x="12629" y="57216"/>
                        </a:cubicBezTo>
                        <a:cubicBezTo>
                          <a:pt x="10156" y="54754"/>
                          <a:pt x="8904" y="51338"/>
                          <a:pt x="8874" y="46970"/>
                        </a:cubicBezTo>
                        <a:lnTo>
                          <a:pt x="87" y="47867"/>
                        </a:lnTo>
                        <a:cubicBezTo>
                          <a:pt x="685" y="54424"/>
                          <a:pt x="2945" y="59421"/>
                          <a:pt x="6867" y="62856"/>
                        </a:cubicBezTo>
                        <a:cubicBezTo>
                          <a:pt x="10800" y="66292"/>
                          <a:pt x="16080" y="68010"/>
                          <a:pt x="22708" y="68010"/>
                        </a:cubicBezTo>
                        <a:cubicBezTo>
                          <a:pt x="29386" y="68010"/>
                          <a:pt x="34671" y="66155"/>
                          <a:pt x="38563" y="62446"/>
                        </a:cubicBezTo>
                        <a:cubicBezTo>
                          <a:pt x="42465" y="58747"/>
                          <a:pt x="44416" y="54156"/>
                          <a:pt x="44416" y="48673"/>
                        </a:cubicBezTo>
                        <a:cubicBezTo>
                          <a:pt x="44416" y="45886"/>
                          <a:pt x="43843" y="43145"/>
                          <a:pt x="42698" y="40449"/>
                        </a:cubicBezTo>
                        <a:cubicBezTo>
                          <a:pt x="41563" y="37763"/>
                          <a:pt x="39673" y="34931"/>
                          <a:pt x="37028" y="31951"/>
                        </a:cubicBezTo>
                        <a:cubicBezTo>
                          <a:pt x="34383" y="28972"/>
                          <a:pt x="29989" y="24887"/>
                          <a:pt x="23848" y="19698"/>
                        </a:cubicBezTo>
                        <a:cubicBezTo>
                          <a:pt x="18710" y="15391"/>
                          <a:pt x="15411" y="12467"/>
                          <a:pt x="13951" y="10927"/>
                        </a:cubicBezTo>
                        <a:cubicBezTo>
                          <a:pt x="12502" y="9397"/>
                          <a:pt x="11301" y="7856"/>
                          <a:pt x="10349" y="6306"/>
                        </a:cubicBezTo>
                        <a:lnTo>
                          <a:pt x="44507" y="6306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16" name="Freeform: Shape 215">
                    <a:extLst>
                      <a:ext uri="{FF2B5EF4-FFF2-40B4-BE49-F238E27FC236}">
                        <a16:creationId xmlns:a16="http://schemas.microsoft.com/office/drawing/2014/main" id="{18938120-5D0A-173D-EE19-5D9554D8F9CF}"/>
                      </a:ext>
                    </a:extLst>
                  </p:cNvPr>
                  <p:cNvSpPr/>
                  <p:nvPr/>
                </p:nvSpPr>
                <p:spPr>
                  <a:xfrm flipV="1">
                    <a:off x="3271300" y="4468009"/>
                    <a:ext cx="46167" cy="69882"/>
                  </a:xfrm>
                  <a:custGeom>
                    <a:avLst/>
                    <a:gdLst>
                      <a:gd name="connsiteX0" fmla="*/ -1602 w 46167"/>
                      <a:gd name="connsiteY0" fmla="*/ 17589 h 69882"/>
                      <a:gd name="connsiteX1" fmla="*/ 7367 w 46167"/>
                      <a:gd name="connsiteY1" fmla="*/ 18349 h 69882"/>
                      <a:gd name="connsiteX2" fmla="*/ 12004 w 46167"/>
                      <a:gd name="connsiteY2" fmla="*/ 8483 h 69882"/>
                      <a:gd name="connsiteX3" fmla="*/ 20775 w 46167"/>
                      <a:gd name="connsiteY3" fmla="*/ 5184 h 69882"/>
                      <a:gd name="connsiteX4" fmla="*/ 31219 w 46167"/>
                      <a:gd name="connsiteY4" fmla="*/ 9836 h 69882"/>
                      <a:gd name="connsiteX5" fmla="*/ 35491 w 46167"/>
                      <a:gd name="connsiteY5" fmla="*/ 22195 h 69882"/>
                      <a:gd name="connsiteX6" fmla="*/ 31386 w 46167"/>
                      <a:gd name="connsiteY6" fmla="*/ 33733 h 69882"/>
                      <a:gd name="connsiteX7" fmla="*/ 20623 w 46167"/>
                      <a:gd name="connsiteY7" fmla="*/ 37975 h 69882"/>
                      <a:gd name="connsiteX8" fmla="*/ 13159 w 46167"/>
                      <a:gd name="connsiteY8" fmla="*/ 36090 h 69882"/>
                      <a:gd name="connsiteX9" fmla="*/ 7945 w 46167"/>
                      <a:gd name="connsiteY9" fmla="*/ 31225 h 69882"/>
                      <a:gd name="connsiteX10" fmla="*/ -81 w 46167"/>
                      <a:gd name="connsiteY10" fmla="*/ 32274 h 69882"/>
                      <a:gd name="connsiteX11" fmla="*/ 6653 w 46167"/>
                      <a:gd name="connsiteY11" fmla="*/ 68044 h 69882"/>
                      <a:gd name="connsiteX12" fmla="*/ 41298 w 46167"/>
                      <a:gd name="connsiteY12" fmla="*/ 68044 h 69882"/>
                      <a:gd name="connsiteX13" fmla="*/ 41298 w 46167"/>
                      <a:gd name="connsiteY13" fmla="*/ 59865 h 69882"/>
                      <a:gd name="connsiteX14" fmla="*/ 13494 w 46167"/>
                      <a:gd name="connsiteY14" fmla="*/ 59865 h 69882"/>
                      <a:gd name="connsiteX15" fmla="*/ 9754 w 46167"/>
                      <a:gd name="connsiteY15" fmla="*/ 41152 h 69882"/>
                      <a:gd name="connsiteX16" fmla="*/ 22904 w 46167"/>
                      <a:gd name="connsiteY16" fmla="*/ 45530 h 69882"/>
                      <a:gd name="connsiteX17" fmla="*/ 38288 w 46167"/>
                      <a:gd name="connsiteY17" fmla="*/ 39206 h 69882"/>
                      <a:gd name="connsiteX18" fmla="*/ 44566 w 46167"/>
                      <a:gd name="connsiteY18" fmla="*/ 22955 h 69882"/>
                      <a:gd name="connsiteX19" fmla="*/ 39063 w 46167"/>
                      <a:gd name="connsiteY19" fmla="*/ 6613 h 69882"/>
                      <a:gd name="connsiteX20" fmla="*/ 20775 w 46167"/>
                      <a:gd name="connsiteY20" fmla="*/ -1839 h 69882"/>
                      <a:gd name="connsiteX21" fmla="*/ 5254 w 46167"/>
                      <a:gd name="connsiteY21" fmla="*/ 3482 h 69882"/>
                      <a:gd name="connsiteX22" fmla="*/ -1602 w 46167"/>
                      <a:gd name="connsiteY22" fmla="*/ 17589 h 698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</a:cxnLst>
                    <a:rect l="l" t="t" r="r" b="b"/>
                    <a:pathLst>
                      <a:path w="46167" h="69882">
                        <a:moveTo>
                          <a:pt x="-1602" y="17589"/>
                        </a:moveTo>
                        <a:lnTo>
                          <a:pt x="7367" y="18349"/>
                        </a:lnTo>
                        <a:cubicBezTo>
                          <a:pt x="8036" y="13981"/>
                          <a:pt x="9582" y="10693"/>
                          <a:pt x="12004" y="8483"/>
                        </a:cubicBezTo>
                        <a:cubicBezTo>
                          <a:pt x="14426" y="6284"/>
                          <a:pt x="17350" y="5184"/>
                          <a:pt x="20775" y="5184"/>
                        </a:cubicBezTo>
                        <a:cubicBezTo>
                          <a:pt x="24890" y="5184"/>
                          <a:pt x="28371" y="6735"/>
                          <a:pt x="31219" y="9836"/>
                        </a:cubicBezTo>
                        <a:cubicBezTo>
                          <a:pt x="34067" y="12947"/>
                          <a:pt x="35491" y="17067"/>
                          <a:pt x="35491" y="22195"/>
                        </a:cubicBezTo>
                        <a:cubicBezTo>
                          <a:pt x="35491" y="27070"/>
                          <a:pt x="34123" y="30916"/>
                          <a:pt x="31386" y="33733"/>
                        </a:cubicBezTo>
                        <a:cubicBezTo>
                          <a:pt x="28650" y="36561"/>
                          <a:pt x="25062" y="37975"/>
                          <a:pt x="20623" y="37975"/>
                        </a:cubicBezTo>
                        <a:cubicBezTo>
                          <a:pt x="17867" y="37975"/>
                          <a:pt x="15379" y="37346"/>
                          <a:pt x="13159" y="36090"/>
                        </a:cubicBezTo>
                        <a:cubicBezTo>
                          <a:pt x="10950" y="34843"/>
                          <a:pt x="9212" y="33221"/>
                          <a:pt x="7945" y="31225"/>
                        </a:cubicBezTo>
                        <a:lnTo>
                          <a:pt x="-81" y="32274"/>
                        </a:lnTo>
                        <a:lnTo>
                          <a:pt x="6653" y="68044"/>
                        </a:lnTo>
                        <a:lnTo>
                          <a:pt x="41298" y="68044"/>
                        </a:lnTo>
                        <a:lnTo>
                          <a:pt x="41298" y="59865"/>
                        </a:lnTo>
                        <a:lnTo>
                          <a:pt x="13494" y="59865"/>
                        </a:lnTo>
                        <a:lnTo>
                          <a:pt x="9754" y="41152"/>
                        </a:lnTo>
                        <a:cubicBezTo>
                          <a:pt x="13930" y="44070"/>
                          <a:pt x="18313" y="45530"/>
                          <a:pt x="22904" y="45530"/>
                        </a:cubicBezTo>
                        <a:cubicBezTo>
                          <a:pt x="28984" y="45530"/>
                          <a:pt x="34112" y="43422"/>
                          <a:pt x="38288" y="39206"/>
                        </a:cubicBezTo>
                        <a:cubicBezTo>
                          <a:pt x="42473" y="34990"/>
                          <a:pt x="44566" y="29573"/>
                          <a:pt x="44566" y="22955"/>
                        </a:cubicBezTo>
                        <a:cubicBezTo>
                          <a:pt x="44566" y="16652"/>
                          <a:pt x="42732" y="11204"/>
                          <a:pt x="39063" y="6613"/>
                        </a:cubicBezTo>
                        <a:cubicBezTo>
                          <a:pt x="34594" y="979"/>
                          <a:pt x="28498" y="-1839"/>
                          <a:pt x="20775" y="-1839"/>
                        </a:cubicBezTo>
                        <a:cubicBezTo>
                          <a:pt x="14441" y="-1839"/>
                          <a:pt x="9268" y="-65"/>
                          <a:pt x="5254" y="3482"/>
                        </a:cubicBezTo>
                        <a:cubicBezTo>
                          <a:pt x="1251" y="7029"/>
                          <a:pt x="-1034" y="11731"/>
                          <a:pt x="-1602" y="17589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17" name="Freeform: Shape 216">
                    <a:extLst>
                      <a:ext uri="{FF2B5EF4-FFF2-40B4-BE49-F238E27FC236}">
                        <a16:creationId xmlns:a16="http://schemas.microsoft.com/office/drawing/2014/main" id="{9E4D8FE0-6400-2BBF-E1CD-E0660DFFBD68}"/>
                      </a:ext>
                    </a:extLst>
                  </p:cNvPr>
                  <p:cNvSpPr/>
                  <p:nvPr/>
                </p:nvSpPr>
                <p:spPr>
                  <a:xfrm flipV="1">
                    <a:off x="3325408" y="4466778"/>
                    <a:ext cx="45407" cy="71113"/>
                  </a:xfrm>
                  <a:custGeom>
                    <a:avLst/>
                    <a:gdLst>
                      <a:gd name="connsiteX0" fmla="*/ -1570 w 45407"/>
                      <a:gd name="connsiteY0" fmla="*/ 33647 h 71113"/>
                      <a:gd name="connsiteX1" fmla="*/ 968 w 45407"/>
                      <a:gd name="connsiteY1" fmla="*/ 53531 h 71113"/>
                      <a:gd name="connsiteX2" fmla="*/ 8508 w 45407"/>
                      <a:gd name="connsiteY2" fmla="*/ 65145 h 71113"/>
                      <a:gd name="connsiteX3" fmla="*/ 21126 w 45407"/>
                      <a:gd name="connsiteY3" fmla="*/ 69234 h 71113"/>
                      <a:gd name="connsiteX4" fmla="*/ 30961 w 45407"/>
                      <a:gd name="connsiteY4" fmla="*/ 66969 h 71113"/>
                      <a:gd name="connsiteX5" fmla="*/ 37939 w 45407"/>
                      <a:gd name="connsiteY5" fmla="*/ 60463 h 71113"/>
                      <a:gd name="connsiteX6" fmla="*/ 42271 w 45407"/>
                      <a:gd name="connsiteY6" fmla="*/ 50111 h 71113"/>
                      <a:gd name="connsiteX7" fmla="*/ 43837 w 45407"/>
                      <a:gd name="connsiteY7" fmla="*/ 33647 h 71113"/>
                      <a:gd name="connsiteX8" fmla="*/ 41314 w 45407"/>
                      <a:gd name="connsiteY8" fmla="*/ 13870 h 71113"/>
                      <a:gd name="connsiteX9" fmla="*/ 33789 w 45407"/>
                      <a:gd name="connsiteY9" fmla="*/ 2225 h 71113"/>
                      <a:gd name="connsiteX10" fmla="*/ 21126 w 45407"/>
                      <a:gd name="connsiteY10" fmla="*/ -1879 h 71113"/>
                      <a:gd name="connsiteX11" fmla="*/ 5316 w 45407"/>
                      <a:gd name="connsiteY11" fmla="*/ 5341 h 71113"/>
                      <a:gd name="connsiteX12" fmla="*/ -1570 w 45407"/>
                      <a:gd name="connsiteY12" fmla="*/ 33647 h 71113"/>
                      <a:gd name="connsiteX13" fmla="*/ 7216 w 45407"/>
                      <a:gd name="connsiteY13" fmla="*/ 33647 h 71113"/>
                      <a:gd name="connsiteX14" fmla="*/ 11229 w 45407"/>
                      <a:gd name="connsiteY14" fmla="*/ 10814 h 71113"/>
                      <a:gd name="connsiteX15" fmla="*/ 21126 w 45407"/>
                      <a:gd name="connsiteY15" fmla="*/ 5144 h 71113"/>
                      <a:gd name="connsiteX16" fmla="*/ 31037 w 45407"/>
                      <a:gd name="connsiteY16" fmla="*/ 10845 h 71113"/>
                      <a:gd name="connsiteX17" fmla="*/ 35050 w 45407"/>
                      <a:gd name="connsiteY17" fmla="*/ 33647 h 71113"/>
                      <a:gd name="connsiteX18" fmla="*/ 31037 w 45407"/>
                      <a:gd name="connsiteY18" fmla="*/ 56495 h 71113"/>
                      <a:gd name="connsiteX19" fmla="*/ 21034 w 45407"/>
                      <a:gd name="connsiteY19" fmla="*/ 62150 h 71113"/>
                      <a:gd name="connsiteX20" fmla="*/ 11625 w 45407"/>
                      <a:gd name="connsiteY20" fmla="*/ 57164 h 71113"/>
                      <a:gd name="connsiteX21" fmla="*/ 7216 w 45407"/>
                      <a:gd name="connsiteY21" fmla="*/ 33647 h 711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45407" h="71113">
                        <a:moveTo>
                          <a:pt x="-1570" y="33647"/>
                        </a:moveTo>
                        <a:cubicBezTo>
                          <a:pt x="-1570" y="41886"/>
                          <a:pt x="-724" y="48514"/>
                          <a:pt x="968" y="53531"/>
                        </a:cubicBezTo>
                        <a:cubicBezTo>
                          <a:pt x="2661" y="58558"/>
                          <a:pt x="5174" y="62429"/>
                          <a:pt x="8508" y="65145"/>
                        </a:cubicBezTo>
                        <a:cubicBezTo>
                          <a:pt x="11853" y="67871"/>
                          <a:pt x="16058" y="69234"/>
                          <a:pt x="21126" y="69234"/>
                        </a:cubicBezTo>
                        <a:cubicBezTo>
                          <a:pt x="24865" y="69234"/>
                          <a:pt x="28144" y="68479"/>
                          <a:pt x="30961" y="66969"/>
                        </a:cubicBezTo>
                        <a:cubicBezTo>
                          <a:pt x="33779" y="65469"/>
                          <a:pt x="36104" y="63301"/>
                          <a:pt x="37939" y="60463"/>
                        </a:cubicBezTo>
                        <a:cubicBezTo>
                          <a:pt x="39783" y="57635"/>
                          <a:pt x="41227" y="54185"/>
                          <a:pt x="42271" y="50111"/>
                        </a:cubicBezTo>
                        <a:cubicBezTo>
                          <a:pt x="43315" y="46047"/>
                          <a:pt x="43837" y="40559"/>
                          <a:pt x="43837" y="33647"/>
                        </a:cubicBezTo>
                        <a:cubicBezTo>
                          <a:pt x="43837" y="25479"/>
                          <a:pt x="42996" y="18886"/>
                          <a:pt x="41314" y="13870"/>
                        </a:cubicBezTo>
                        <a:cubicBezTo>
                          <a:pt x="39641" y="8853"/>
                          <a:pt x="37133" y="4972"/>
                          <a:pt x="33789" y="2225"/>
                        </a:cubicBezTo>
                        <a:cubicBezTo>
                          <a:pt x="30455" y="-511"/>
                          <a:pt x="26233" y="-1879"/>
                          <a:pt x="21126" y="-1879"/>
                        </a:cubicBezTo>
                        <a:cubicBezTo>
                          <a:pt x="14417" y="-1879"/>
                          <a:pt x="9147" y="528"/>
                          <a:pt x="5316" y="5341"/>
                        </a:cubicBezTo>
                        <a:cubicBezTo>
                          <a:pt x="725" y="11138"/>
                          <a:pt x="-1570" y="20574"/>
                          <a:pt x="-1570" y="33647"/>
                        </a:cubicBezTo>
                        <a:close/>
                        <a:moveTo>
                          <a:pt x="7216" y="33647"/>
                        </a:moveTo>
                        <a:cubicBezTo>
                          <a:pt x="7216" y="22215"/>
                          <a:pt x="8554" y="14604"/>
                          <a:pt x="11229" y="10814"/>
                        </a:cubicBezTo>
                        <a:cubicBezTo>
                          <a:pt x="13905" y="7034"/>
                          <a:pt x="17204" y="5144"/>
                          <a:pt x="21126" y="5144"/>
                        </a:cubicBezTo>
                        <a:cubicBezTo>
                          <a:pt x="25058" y="5144"/>
                          <a:pt x="28362" y="7044"/>
                          <a:pt x="31037" y="10845"/>
                        </a:cubicBezTo>
                        <a:cubicBezTo>
                          <a:pt x="33713" y="14645"/>
                          <a:pt x="35050" y="22246"/>
                          <a:pt x="35050" y="33647"/>
                        </a:cubicBezTo>
                        <a:cubicBezTo>
                          <a:pt x="35050" y="45119"/>
                          <a:pt x="33713" y="52735"/>
                          <a:pt x="31037" y="56495"/>
                        </a:cubicBezTo>
                        <a:cubicBezTo>
                          <a:pt x="28362" y="60265"/>
                          <a:pt x="25028" y="62150"/>
                          <a:pt x="21034" y="62150"/>
                        </a:cubicBezTo>
                        <a:cubicBezTo>
                          <a:pt x="17112" y="62150"/>
                          <a:pt x="13976" y="60488"/>
                          <a:pt x="11625" y="57164"/>
                        </a:cubicBezTo>
                        <a:cubicBezTo>
                          <a:pt x="8686" y="52928"/>
                          <a:pt x="7216" y="45089"/>
                          <a:pt x="7216" y="3364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98" name="Graphic 988">
                <a:extLst>
                  <a:ext uri="{FF2B5EF4-FFF2-40B4-BE49-F238E27FC236}">
                    <a16:creationId xmlns:a16="http://schemas.microsoft.com/office/drawing/2014/main" id="{E4BC6919-8D9E-406B-3DD4-8A3749031A9C}"/>
                  </a:ext>
                </a:extLst>
              </p:cNvPr>
              <p:cNvGrpSpPr/>
              <p:nvPr/>
            </p:nvGrpSpPr>
            <p:grpSpPr>
              <a:xfrm>
                <a:off x="3217237" y="4117175"/>
                <a:ext cx="2133386" cy="71159"/>
                <a:chOff x="3217237" y="4117175"/>
                <a:chExt cx="2133386" cy="71159"/>
              </a:xfrm>
            </p:grpSpPr>
            <p:sp>
              <p:nvSpPr>
                <p:cNvPr id="208" name="Freeform: Shape 207">
                  <a:extLst>
                    <a:ext uri="{FF2B5EF4-FFF2-40B4-BE49-F238E27FC236}">
                      <a16:creationId xmlns:a16="http://schemas.microsoft.com/office/drawing/2014/main" id="{33F7DAFE-D0A2-C3BE-47E3-491949E49EA3}"/>
                    </a:ext>
                  </a:extLst>
                </p:cNvPr>
                <p:cNvSpPr/>
                <p:nvPr/>
              </p:nvSpPr>
              <p:spPr>
                <a:xfrm>
                  <a:off x="3459480" y="4152282"/>
                  <a:ext cx="1891143" cy="8844"/>
                </a:xfrm>
                <a:custGeom>
                  <a:avLst/>
                  <a:gdLst>
                    <a:gd name="connsiteX0" fmla="*/ 0 w 1891143"/>
                    <a:gd name="connsiteY0" fmla="*/ 0 h 8844"/>
                    <a:gd name="connsiteX1" fmla="*/ 1891144 w 1891143"/>
                    <a:gd name="connsiteY1" fmla="*/ 0 h 8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891143" h="8844">
                      <a:moveTo>
                        <a:pt x="0" y="0"/>
                      </a:moveTo>
                      <a:lnTo>
                        <a:pt x="1891144" y="0"/>
                      </a:lnTo>
                    </a:path>
                  </a:pathLst>
                </a:custGeom>
                <a:noFill/>
                <a:ln w="8845" cap="rnd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209" name="Graphic 988">
                  <a:extLst>
                    <a:ext uri="{FF2B5EF4-FFF2-40B4-BE49-F238E27FC236}">
                      <a16:creationId xmlns:a16="http://schemas.microsoft.com/office/drawing/2014/main" id="{7E7B04F1-A601-E92E-497C-6F74F23BD490}"/>
                    </a:ext>
                  </a:extLst>
                </p:cNvPr>
                <p:cNvGrpSpPr/>
                <p:nvPr/>
              </p:nvGrpSpPr>
              <p:grpSpPr>
                <a:xfrm>
                  <a:off x="3217237" y="4117175"/>
                  <a:ext cx="153578" cy="71159"/>
                  <a:chOff x="3217237" y="4117175"/>
                  <a:chExt cx="153578" cy="71159"/>
                </a:xfrm>
                <a:solidFill>
                  <a:srgbClr val="262626"/>
                </a:solidFill>
              </p:grpSpPr>
              <p:sp>
                <p:nvSpPr>
                  <p:cNvPr id="210" name="Freeform: Shape 209">
                    <a:extLst>
                      <a:ext uri="{FF2B5EF4-FFF2-40B4-BE49-F238E27FC236}">
                        <a16:creationId xmlns:a16="http://schemas.microsoft.com/office/drawing/2014/main" id="{D406C3E5-D6EA-9D65-AB11-B0C363C82ECA}"/>
                      </a:ext>
                    </a:extLst>
                  </p:cNvPr>
                  <p:cNvSpPr/>
                  <p:nvPr/>
                </p:nvSpPr>
                <p:spPr>
                  <a:xfrm flipV="1">
                    <a:off x="3217237" y="4117175"/>
                    <a:ext cx="45605" cy="71159"/>
                  </a:xfrm>
                  <a:custGeom>
                    <a:avLst/>
                    <a:gdLst>
                      <a:gd name="connsiteX0" fmla="*/ -1592 w 45605"/>
                      <a:gd name="connsiteY0" fmla="*/ 17693 h 71159"/>
                      <a:gd name="connsiteX1" fmla="*/ 6951 w 45605"/>
                      <a:gd name="connsiteY1" fmla="*/ 18833 h 71159"/>
                      <a:gd name="connsiteX2" fmla="*/ 11968 w 45605"/>
                      <a:gd name="connsiteY2" fmla="*/ 8359 h 71159"/>
                      <a:gd name="connsiteX3" fmla="*/ 20587 w 45605"/>
                      <a:gd name="connsiteY3" fmla="*/ 5151 h 71159"/>
                      <a:gd name="connsiteX4" fmla="*/ 30772 w 45605"/>
                      <a:gd name="connsiteY4" fmla="*/ 9332 h 71159"/>
                      <a:gd name="connsiteX5" fmla="*/ 34938 w 45605"/>
                      <a:gd name="connsiteY5" fmla="*/ 19699 h 71159"/>
                      <a:gd name="connsiteX6" fmla="*/ 31092 w 45605"/>
                      <a:gd name="connsiteY6" fmla="*/ 29398 h 71159"/>
                      <a:gd name="connsiteX7" fmla="*/ 21302 w 45605"/>
                      <a:gd name="connsiteY7" fmla="*/ 33229 h 71159"/>
                      <a:gd name="connsiteX8" fmla="*/ 15267 w 45605"/>
                      <a:gd name="connsiteY8" fmla="*/ 32287 h 71159"/>
                      <a:gd name="connsiteX9" fmla="*/ 16224 w 45605"/>
                      <a:gd name="connsiteY9" fmla="*/ 39796 h 71159"/>
                      <a:gd name="connsiteX10" fmla="*/ 17592 w 45605"/>
                      <a:gd name="connsiteY10" fmla="*/ 39690 h 71159"/>
                      <a:gd name="connsiteX11" fmla="*/ 27428 w 45605"/>
                      <a:gd name="connsiteY11" fmla="*/ 42532 h 71159"/>
                      <a:gd name="connsiteX12" fmla="*/ 31806 w 45605"/>
                      <a:gd name="connsiteY12" fmla="*/ 51334 h 71159"/>
                      <a:gd name="connsiteX13" fmla="*/ 28614 w 45605"/>
                      <a:gd name="connsiteY13" fmla="*/ 59118 h 71159"/>
                      <a:gd name="connsiteX14" fmla="*/ 20405 w 45605"/>
                      <a:gd name="connsiteY14" fmla="*/ 62219 h 71159"/>
                      <a:gd name="connsiteX15" fmla="*/ 12089 w 45605"/>
                      <a:gd name="connsiteY15" fmla="*/ 59072 h 71159"/>
                      <a:gd name="connsiteX16" fmla="*/ 7818 w 45605"/>
                      <a:gd name="connsiteY16" fmla="*/ 49677 h 71159"/>
                      <a:gd name="connsiteX17" fmla="*/ -741 w 45605"/>
                      <a:gd name="connsiteY17" fmla="*/ 51197 h 71159"/>
                      <a:gd name="connsiteX18" fmla="*/ 6373 w 45605"/>
                      <a:gd name="connsiteY18" fmla="*/ 64514 h 71159"/>
                      <a:gd name="connsiteX19" fmla="*/ 20207 w 45605"/>
                      <a:gd name="connsiteY19" fmla="*/ 69242 h 71159"/>
                      <a:gd name="connsiteX20" fmla="*/ 30696 w 45605"/>
                      <a:gd name="connsiteY20" fmla="*/ 66794 h 71159"/>
                      <a:gd name="connsiteX21" fmla="*/ 38039 w 45605"/>
                      <a:gd name="connsiteY21" fmla="*/ 60121 h 71159"/>
                      <a:gd name="connsiteX22" fmla="*/ 40593 w 45605"/>
                      <a:gd name="connsiteY22" fmla="*/ 51137 h 71159"/>
                      <a:gd name="connsiteX23" fmla="*/ 38160 w 45605"/>
                      <a:gd name="connsiteY23" fmla="*/ 42928 h 71159"/>
                      <a:gd name="connsiteX24" fmla="*/ 31000 w 45605"/>
                      <a:gd name="connsiteY24" fmla="*/ 37029 h 71159"/>
                      <a:gd name="connsiteX25" fmla="*/ 40593 w 45605"/>
                      <a:gd name="connsiteY25" fmla="*/ 31116 h 71159"/>
                      <a:gd name="connsiteX26" fmla="*/ 44013 w 45605"/>
                      <a:gd name="connsiteY26" fmla="*/ 19882 h 71159"/>
                      <a:gd name="connsiteX27" fmla="*/ 37355 w 45605"/>
                      <a:gd name="connsiteY27" fmla="*/ 4422 h 71159"/>
                      <a:gd name="connsiteX28" fmla="*/ 20542 w 45605"/>
                      <a:gd name="connsiteY28" fmla="*/ -1917 h 71159"/>
                      <a:gd name="connsiteX29" fmla="*/ 5309 w 45605"/>
                      <a:gd name="connsiteY29" fmla="*/ 3540 h 71159"/>
                      <a:gd name="connsiteX30" fmla="*/ -1592 w 45605"/>
                      <a:gd name="connsiteY30" fmla="*/ 17693 h 711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45605" h="71159">
                        <a:moveTo>
                          <a:pt x="-1592" y="17693"/>
                        </a:moveTo>
                        <a:lnTo>
                          <a:pt x="6951" y="18833"/>
                        </a:lnTo>
                        <a:cubicBezTo>
                          <a:pt x="7934" y="13989"/>
                          <a:pt x="9606" y="10497"/>
                          <a:pt x="11968" y="8359"/>
                        </a:cubicBezTo>
                        <a:cubicBezTo>
                          <a:pt x="14329" y="6221"/>
                          <a:pt x="17202" y="5151"/>
                          <a:pt x="20587" y="5151"/>
                        </a:cubicBezTo>
                        <a:cubicBezTo>
                          <a:pt x="24611" y="5151"/>
                          <a:pt x="28006" y="6545"/>
                          <a:pt x="30772" y="9332"/>
                        </a:cubicBezTo>
                        <a:cubicBezTo>
                          <a:pt x="33549" y="12119"/>
                          <a:pt x="34938" y="15575"/>
                          <a:pt x="34938" y="19699"/>
                        </a:cubicBezTo>
                        <a:cubicBezTo>
                          <a:pt x="34938" y="23622"/>
                          <a:pt x="33656" y="26854"/>
                          <a:pt x="31092" y="29398"/>
                        </a:cubicBezTo>
                        <a:cubicBezTo>
                          <a:pt x="28527" y="31952"/>
                          <a:pt x="25264" y="33229"/>
                          <a:pt x="21302" y="33229"/>
                        </a:cubicBezTo>
                        <a:cubicBezTo>
                          <a:pt x="19690" y="33229"/>
                          <a:pt x="17679" y="32915"/>
                          <a:pt x="15267" y="32287"/>
                        </a:cubicBezTo>
                        <a:lnTo>
                          <a:pt x="16224" y="39796"/>
                        </a:lnTo>
                        <a:cubicBezTo>
                          <a:pt x="16792" y="39725"/>
                          <a:pt x="17248" y="39690"/>
                          <a:pt x="17592" y="39690"/>
                        </a:cubicBezTo>
                        <a:cubicBezTo>
                          <a:pt x="21241" y="39690"/>
                          <a:pt x="24519" y="40637"/>
                          <a:pt x="27428" y="42532"/>
                        </a:cubicBezTo>
                        <a:cubicBezTo>
                          <a:pt x="30347" y="44438"/>
                          <a:pt x="31806" y="47372"/>
                          <a:pt x="31806" y="51334"/>
                        </a:cubicBezTo>
                        <a:cubicBezTo>
                          <a:pt x="31806" y="54466"/>
                          <a:pt x="30742" y="57060"/>
                          <a:pt x="28614" y="59118"/>
                        </a:cubicBezTo>
                        <a:cubicBezTo>
                          <a:pt x="26496" y="61185"/>
                          <a:pt x="23759" y="62219"/>
                          <a:pt x="20405" y="62219"/>
                        </a:cubicBezTo>
                        <a:cubicBezTo>
                          <a:pt x="17081" y="62219"/>
                          <a:pt x="14309" y="61170"/>
                          <a:pt x="12089" y="59072"/>
                        </a:cubicBezTo>
                        <a:cubicBezTo>
                          <a:pt x="9870" y="56984"/>
                          <a:pt x="8446" y="53853"/>
                          <a:pt x="7818" y="49677"/>
                        </a:cubicBezTo>
                        <a:lnTo>
                          <a:pt x="-741" y="51197"/>
                        </a:lnTo>
                        <a:cubicBezTo>
                          <a:pt x="303" y="56924"/>
                          <a:pt x="2674" y="61362"/>
                          <a:pt x="6373" y="64514"/>
                        </a:cubicBezTo>
                        <a:cubicBezTo>
                          <a:pt x="10083" y="67666"/>
                          <a:pt x="14694" y="69242"/>
                          <a:pt x="20207" y="69242"/>
                        </a:cubicBezTo>
                        <a:cubicBezTo>
                          <a:pt x="24008" y="69242"/>
                          <a:pt x="27504" y="68426"/>
                          <a:pt x="30696" y="66794"/>
                        </a:cubicBezTo>
                        <a:cubicBezTo>
                          <a:pt x="33899" y="65163"/>
                          <a:pt x="36346" y="62938"/>
                          <a:pt x="38039" y="60121"/>
                        </a:cubicBezTo>
                        <a:cubicBezTo>
                          <a:pt x="39741" y="57304"/>
                          <a:pt x="40593" y="54309"/>
                          <a:pt x="40593" y="51137"/>
                        </a:cubicBezTo>
                        <a:cubicBezTo>
                          <a:pt x="40593" y="48137"/>
                          <a:pt x="39782" y="45401"/>
                          <a:pt x="38160" y="42928"/>
                        </a:cubicBezTo>
                        <a:cubicBezTo>
                          <a:pt x="36549" y="40455"/>
                          <a:pt x="34162" y="38489"/>
                          <a:pt x="31000" y="37029"/>
                        </a:cubicBezTo>
                        <a:cubicBezTo>
                          <a:pt x="35115" y="36087"/>
                          <a:pt x="38312" y="34116"/>
                          <a:pt x="40593" y="31116"/>
                        </a:cubicBezTo>
                        <a:cubicBezTo>
                          <a:pt x="42873" y="28126"/>
                          <a:pt x="44013" y="24382"/>
                          <a:pt x="44013" y="19882"/>
                        </a:cubicBezTo>
                        <a:cubicBezTo>
                          <a:pt x="44013" y="13801"/>
                          <a:pt x="41794" y="8648"/>
                          <a:pt x="37355" y="4422"/>
                        </a:cubicBezTo>
                        <a:cubicBezTo>
                          <a:pt x="32926" y="196"/>
                          <a:pt x="27321" y="-1917"/>
                          <a:pt x="20542" y="-1917"/>
                        </a:cubicBezTo>
                        <a:cubicBezTo>
                          <a:pt x="14430" y="-1917"/>
                          <a:pt x="9353" y="-98"/>
                          <a:pt x="5309" y="3540"/>
                        </a:cubicBezTo>
                        <a:cubicBezTo>
                          <a:pt x="1276" y="7188"/>
                          <a:pt x="-1025" y="11906"/>
                          <a:pt x="-1592" y="17693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11" name="Freeform: Shape 210">
                    <a:extLst>
                      <a:ext uri="{FF2B5EF4-FFF2-40B4-BE49-F238E27FC236}">
                        <a16:creationId xmlns:a16="http://schemas.microsoft.com/office/drawing/2014/main" id="{6BB0B851-B169-6406-D920-545FBB365F3C}"/>
                      </a:ext>
                    </a:extLst>
                  </p:cNvPr>
                  <p:cNvSpPr/>
                  <p:nvPr/>
                </p:nvSpPr>
                <p:spPr>
                  <a:xfrm flipV="1">
                    <a:off x="3271300" y="4117175"/>
                    <a:ext cx="45407" cy="71113"/>
                  </a:xfrm>
                  <a:custGeom>
                    <a:avLst/>
                    <a:gdLst>
                      <a:gd name="connsiteX0" fmla="*/ -1577 w 45407"/>
                      <a:gd name="connsiteY0" fmla="*/ 33608 h 71113"/>
                      <a:gd name="connsiteX1" fmla="*/ 962 w 45407"/>
                      <a:gd name="connsiteY1" fmla="*/ 53491 h 71113"/>
                      <a:gd name="connsiteX2" fmla="*/ 8502 w 45407"/>
                      <a:gd name="connsiteY2" fmla="*/ 65106 h 71113"/>
                      <a:gd name="connsiteX3" fmla="*/ 21120 w 45407"/>
                      <a:gd name="connsiteY3" fmla="*/ 69195 h 71113"/>
                      <a:gd name="connsiteX4" fmla="*/ 30955 w 45407"/>
                      <a:gd name="connsiteY4" fmla="*/ 66930 h 71113"/>
                      <a:gd name="connsiteX5" fmla="*/ 37933 w 45407"/>
                      <a:gd name="connsiteY5" fmla="*/ 60423 h 71113"/>
                      <a:gd name="connsiteX6" fmla="*/ 42265 w 45407"/>
                      <a:gd name="connsiteY6" fmla="*/ 50071 h 71113"/>
                      <a:gd name="connsiteX7" fmla="*/ 43831 w 45407"/>
                      <a:gd name="connsiteY7" fmla="*/ 33608 h 71113"/>
                      <a:gd name="connsiteX8" fmla="*/ 41307 w 45407"/>
                      <a:gd name="connsiteY8" fmla="*/ 13830 h 71113"/>
                      <a:gd name="connsiteX9" fmla="*/ 33783 w 45407"/>
                      <a:gd name="connsiteY9" fmla="*/ 2186 h 71113"/>
                      <a:gd name="connsiteX10" fmla="*/ 21120 w 45407"/>
                      <a:gd name="connsiteY10" fmla="*/ -1919 h 71113"/>
                      <a:gd name="connsiteX11" fmla="*/ 5310 w 45407"/>
                      <a:gd name="connsiteY11" fmla="*/ 5302 h 71113"/>
                      <a:gd name="connsiteX12" fmla="*/ -1577 w 45407"/>
                      <a:gd name="connsiteY12" fmla="*/ 33608 h 71113"/>
                      <a:gd name="connsiteX13" fmla="*/ 7210 w 45407"/>
                      <a:gd name="connsiteY13" fmla="*/ 33608 h 71113"/>
                      <a:gd name="connsiteX14" fmla="*/ 11223 w 45407"/>
                      <a:gd name="connsiteY14" fmla="*/ 10775 h 71113"/>
                      <a:gd name="connsiteX15" fmla="*/ 21120 w 45407"/>
                      <a:gd name="connsiteY15" fmla="*/ 5104 h 71113"/>
                      <a:gd name="connsiteX16" fmla="*/ 31031 w 45407"/>
                      <a:gd name="connsiteY16" fmla="*/ 10805 h 71113"/>
                      <a:gd name="connsiteX17" fmla="*/ 35044 w 45407"/>
                      <a:gd name="connsiteY17" fmla="*/ 33608 h 71113"/>
                      <a:gd name="connsiteX18" fmla="*/ 31031 w 45407"/>
                      <a:gd name="connsiteY18" fmla="*/ 56456 h 71113"/>
                      <a:gd name="connsiteX19" fmla="*/ 21028 w 45407"/>
                      <a:gd name="connsiteY19" fmla="*/ 62111 h 71113"/>
                      <a:gd name="connsiteX20" fmla="*/ 11618 w 45407"/>
                      <a:gd name="connsiteY20" fmla="*/ 57125 h 71113"/>
                      <a:gd name="connsiteX21" fmla="*/ 7210 w 45407"/>
                      <a:gd name="connsiteY21" fmla="*/ 33608 h 711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45407" h="71113">
                        <a:moveTo>
                          <a:pt x="-1577" y="33608"/>
                        </a:moveTo>
                        <a:cubicBezTo>
                          <a:pt x="-1577" y="41847"/>
                          <a:pt x="-730" y="48475"/>
                          <a:pt x="962" y="53491"/>
                        </a:cubicBezTo>
                        <a:cubicBezTo>
                          <a:pt x="2655" y="58518"/>
                          <a:pt x="5168" y="62389"/>
                          <a:pt x="8502" y="65106"/>
                        </a:cubicBezTo>
                        <a:cubicBezTo>
                          <a:pt x="11847" y="67832"/>
                          <a:pt x="16052" y="69195"/>
                          <a:pt x="21120" y="69195"/>
                        </a:cubicBezTo>
                        <a:cubicBezTo>
                          <a:pt x="24859" y="69195"/>
                          <a:pt x="28138" y="68440"/>
                          <a:pt x="30955" y="66930"/>
                        </a:cubicBezTo>
                        <a:cubicBezTo>
                          <a:pt x="33772" y="65430"/>
                          <a:pt x="36098" y="63261"/>
                          <a:pt x="37933" y="60423"/>
                        </a:cubicBezTo>
                        <a:cubicBezTo>
                          <a:pt x="39777" y="57596"/>
                          <a:pt x="41221" y="54145"/>
                          <a:pt x="42265" y="50071"/>
                        </a:cubicBezTo>
                        <a:cubicBezTo>
                          <a:pt x="43309" y="46007"/>
                          <a:pt x="43831" y="40519"/>
                          <a:pt x="43831" y="33608"/>
                        </a:cubicBezTo>
                        <a:cubicBezTo>
                          <a:pt x="43831" y="25439"/>
                          <a:pt x="42990" y="18847"/>
                          <a:pt x="41307" y="13830"/>
                        </a:cubicBezTo>
                        <a:cubicBezTo>
                          <a:pt x="39635" y="8814"/>
                          <a:pt x="37127" y="4932"/>
                          <a:pt x="33783" y="2186"/>
                        </a:cubicBezTo>
                        <a:cubicBezTo>
                          <a:pt x="30448" y="-551"/>
                          <a:pt x="26227" y="-1919"/>
                          <a:pt x="21120" y="-1919"/>
                        </a:cubicBezTo>
                        <a:cubicBezTo>
                          <a:pt x="14411" y="-1919"/>
                          <a:pt x="9141" y="488"/>
                          <a:pt x="5310" y="5302"/>
                        </a:cubicBezTo>
                        <a:cubicBezTo>
                          <a:pt x="719" y="11099"/>
                          <a:pt x="-1577" y="20534"/>
                          <a:pt x="-1577" y="33608"/>
                        </a:cubicBezTo>
                        <a:close/>
                        <a:moveTo>
                          <a:pt x="7210" y="33608"/>
                        </a:moveTo>
                        <a:cubicBezTo>
                          <a:pt x="7210" y="22176"/>
                          <a:pt x="8548" y="14565"/>
                          <a:pt x="11223" y="10775"/>
                        </a:cubicBezTo>
                        <a:cubicBezTo>
                          <a:pt x="13899" y="6994"/>
                          <a:pt x="17198" y="5104"/>
                          <a:pt x="21120" y="5104"/>
                        </a:cubicBezTo>
                        <a:cubicBezTo>
                          <a:pt x="25052" y="5104"/>
                          <a:pt x="28356" y="7005"/>
                          <a:pt x="31031" y="10805"/>
                        </a:cubicBezTo>
                        <a:cubicBezTo>
                          <a:pt x="33707" y="14605"/>
                          <a:pt x="35044" y="22206"/>
                          <a:pt x="35044" y="33608"/>
                        </a:cubicBezTo>
                        <a:cubicBezTo>
                          <a:pt x="35044" y="45080"/>
                          <a:pt x="33707" y="52696"/>
                          <a:pt x="31031" y="56456"/>
                        </a:cubicBezTo>
                        <a:cubicBezTo>
                          <a:pt x="28356" y="60226"/>
                          <a:pt x="25021" y="62111"/>
                          <a:pt x="21028" y="62111"/>
                        </a:cubicBezTo>
                        <a:cubicBezTo>
                          <a:pt x="17106" y="62111"/>
                          <a:pt x="13970" y="60449"/>
                          <a:pt x="11618" y="57125"/>
                        </a:cubicBezTo>
                        <a:cubicBezTo>
                          <a:pt x="8679" y="52888"/>
                          <a:pt x="7210" y="45049"/>
                          <a:pt x="7210" y="33608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12" name="Freeform: Shape 211">
                    <a:extLst>
                      <a:ext uri="{FF2B5EF4-FFF2-40B4-BE49-F238E27FC236}">
                        <a16:creationId xmlns:a16="http://schemas.microsoft.com/office/drawing/2014/main" id="{B4882DD1-482C-C031-9658-B92BE63AC578}"/>
                      </a:ext>
                    </a:extLst>
                  </p:cNvPr>
                  <p:cNvSpPr/>
                  <p:nvPr/>
                </p:nvSpPr>
                <p:spPr>
                  <a:xfrm flipV="1">
                    <a:off x="3325408" y="4117175"/>
                    <a:ext cx="45407" cy="71113"/>
                  </a:xfrm>
                  <a:custGeom>
                    <a:avLst/>
                    <a:gdLst>
                      <a:gd name="connsiteX0" fmla="*/ -1570 w 45407"/>
                      <a:gd name="connsiteY0" fmla="*/ 33608 h 71113"/>
                      <a:gd name="connsiteX1" fmla="*/ 968 w 45407"/>
                      <a:gd name="connsiteY1" fmla="*/ 53491 h 71113"/>
                      <a:gd name="connsiteX2" fmla="*/ 8508 w 45407"/>
                      <a:gd name="connsiteY2" fmla="*/ 65106 h 71113"/>
                      <a:gd name="connsiteX3" fmla="*/ 21126 w 45407"/>
                      <a:gd name="connsiteY3" fmla="*/ 69195 h 71113"/>
                      <a:gd name="connsiteX4" fmla="*/ 30961 w 45407"/>
                      <a:gd name="connsiteY4" fmla="*/ 66930 h 71113"/>
                      <a:gd name="connsiteX5" fmla="*/ 37939 w 45407"/>
                      <a:gd name="connsiteY5" fmla="*/ 60423 h 71113"/>
                      <a:gd name="connsiteX6" fmla="*/ 42271 w 45407"/>
                      <a:gd name="connsiteY6" fmla="*/ 50071 h 71113"/>
                      <a:gd name="connsiteX7" fmla="*/ 43837 w 45407"/>
                      <a:gd name="connsiteY7" fmla="*/ 33608 h 71113"/>
                      <a:gd name="connsiteX8" fmla="*/ 41314 w 45407"/>
                      <a:gd name="connsiteY8" fmla="*/ 13830 h 71113"/>
                      <a:gd name="connsiteX9" fmla="*/ 33789 w 45407"/>
                      <a:gd name="connsiteY9" fmla="*/ 2186 h 71113"/>
                      <a:gd name="connsiteX10" fmla="*/ 21126 w 45407"/>
                      <a:gd name="connsiteY10" fmla="*/ -1919 h 71113"/>
                      <a:gd name="connsiteX11" fmla="*/ 5316 w 45407"/>
                      <a:gd name="connsiteY11" fmla="*/ 5302 h 71113"/>
                      <a:gd name="connsiteX12" fmla="*/ -1570 w 45407"/>
                      <a:gd name="connsiteY12" fmla="*/ 33608 h 71113"/>
                      <a:gd name="connsiteX13" fmla="*/ 7216 w 45407"/>
                      <a:gd name="connsiteY13" fmla="*/ 33608 h 71113"/>
                      <a:gd name="connsiteX14" fmla="*/ 11229 w 45407"/>
                      <a:gd name="connsiteY14" fmla="*/ 10775 h 71113"/>
                      <a:gd name="connsiteX15" fmla="*/ 21126 w 45407"/>
                      <a:gd name="connsiteY15" fmla="*/ 5104 h 71113"/>
                      <a:gd name="connsiteX16" fmla="*/ 31037 w 45407"/>
                      <a:gd name="connsiteY16" fmla="*/ 10805 h 71113"/>
                      <a:gd name="connsiteX17" fmla="*/ 35050 w 45407"/>
                      <a:gd name="connsiteY17" fmla="*/ 33608 h 71113"/>
                      <a:gd name="connsiteX18" fmla="*/ 31037 w 45407"/>
                      <a:gd name="connsiteY18" fmla="*/ 56456 h 71113"/>
                      <a:gd name="connsiteX19" fmla="*/ 21034 w 45407"/>
                      <a:gd name="connsiteY19" fmla="*/ 62111 h 71113"/>
                      <a:gd name="connsiteX20" fmla="*/ 11625 w 45407"/>
                      <a:gd name="connsiteY20" fmla="*/ 57125 h 71113"/>
                      <a:gd name="connsiteX21" fmla="*/ 7216 w 45407"/>
                      <a:gd name="connsiteY21" fmla="*/ 33608 h 711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45407" h="71113">
                        <a:moveTo>
                          <a:pt x="-1570" y="33608"/>
                        </a:moveTo>
                        <a:cubicBezTo>
                          <a:pt x="-1570" y="41847"/>
                          <a:pt x="-724" y="48475"/>
                          <a:pt x="968" y="53491"/>
                        </a:cubicBezTo>
                        <a:cubicBezTo>
                          <a:pt x="2661" y="58518"/>
                          <a:pt x="5174" y="62389"/>
                          <a:pt x="8508" y="65106"/>
                        </a:cubicBezTo>
                        <a:cubicBezTo>
                          <a:pt x="11853" y="67832"/>
                          <a:pt x="16058" y="69195"/>
                          <a:pt x="21126" y="69195"/>
                        </a:cubicBezTo>
                        <a:cubicBezTo>
                          <a:pt x="24865" y="69195"/>
                          <a:pt x="28144" y="68440"/>
                          <a:pt x="30961" y="66930"/>
                        </a:cubicBezTo>
                        <a:cubicBezTo>
                          <a:pt x="33779" y="65430"/>
                          <a:pt x="36104" y="63261"/>
                          <a:pt x="37939" y="60423"/>
                        </a:cubicBezTo>
                        <a:cubicBezTo>
                          <a:pt x="39783" y="57596"/>
                          <a:pt x="41227" y="54145"/>
                          <a:pt x="42271" y="50071"/>
                        </a:cubicBezTo>
                        <a:cubicBezTo>
                          <a:pt x="43315" y="46007"/>
                          <a:pt x="43837" y="40519"/>
                          <a:pt x="43837" y="33608"/>
                        </a:cubicBezTo>
                        <a:cubicBezTo>
                          <a:pt x="43837" y="25439"/>
                          <a:pt x="42996" y="18847"/>
                          <a:pt x="41314" y="13830"/>
                        </a:cubicBezTo>
                        <a:cubicBezTo>
                          <a:pt x="39641" y="8814"/>
                          <a:pt x="37133" y="4932"/>
                          <a:pt x="33789" y="2186"/>
                        </a:cubicBezTo>
                        <a:cubicBezTo>
                          <a:pt x="30455" y="-551"/>
                          <a:pt x="26233" y="-1919"/>
                          <a:pt x="21126" y="-1919"/>
                        </a:cubicBezTo>
                        <a:cubicBezTo>
                          <a:pt x="14417" y="-1919"/>
                          <a:pt x="9147" y="488"/>
                          <a:pt x="5316" y="5302"/>
                        </a:cubicBezTo>
                        <a:cubicBezTo>
                          <a:pt x="725" y="11099"/>
                          <a:pt x="-1570" y="20534"/>
                          <a:pt x="-1570" y="33608"/>
                        </a:cubicBezTo>
                        <a:close/>
                        <a:moveTo>
                          <a:pt x="7216" y="33608"/>
                        </a:moveTo>
                        <a:cubicBezTo>
                          <a:pt x="7216" y="22176"/>
                          <a:pt x="8554" y="14565"/>
                          <a:pt x="11229" y="10775"/>
                        </a:cubicBezTo>
                        <a:cubicBezTo>
                          <a:pt x="13905" y="6994"/>
                          <a:pt x="17204" y="5104"/>
                          <a:pt x="21126" y="5104"/>
                        </a:cubicBezTo>
                        <a:cubicBezTo>
                          <a:pt x="25058" y="5104"/>
                          <a:pt x="28362" y="7005"/>
                          <a:pt x="31037" y="10805"/>
                        </a:cubicBezTo>
                        <a:cubicBezTo>
                          <a:pt x="33713" y="14605"/>
                          <a:pt x="35050" y="22206"/>
                          <a:pt x="35050" y="33608"/>
                        </a:cubicBezTo>
                        <a:cubicBezTo>
                          <a:pt x="35050" y="45080"/>
                          <a:pt x="33713" y="52696"/>
                          <a:pt x="31037" y="56456"/>
                        </a:cubicBezTo>
                        <a:cubicBezTo>
                          <a:pt x="28362" y="60226"/>
                          <a:pt x="25028" y="62111"/>
                          <a:pt x="21034" y="62111"/>
                        </a:cubicBezTo>
                        <a:cubicBezTo>
                          <a:pt x="17112" y="62111"/>
                          <a:pt x="13976" y="60449"/>
                          <a:pt x="11625" y="57125"/>
                        </a:cubicBezTo>
                        <a:cubicBezTo>
                          <a:pt x="8686" y="52888"/>
                          <a:pt x="7216" y="45049"/>
                          <a:pt x="7216" y="33608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99" name="Graphic 988">
                <a:extLst>
                  <a:ext uri="{FF2B5EF4-FFF2-40B4-BE49-F238E27FC236}">
                    <a16:creationId xmlns:a16="http://schemas.microsoft.com/office/drawing/2014/main" id="{64D8E501-4834-CDC0-C335-0E87DEE63397}"/>
                  </a:ext>
                </a:extLst>
              </p:cNvPr>
              <p:cNvGrpSpPr/>
              <p:nvPr/>
            </p:nvGrpSpPr>
            <p:grpSpPr>
              <a:xfrm>
                <a:off x="2666339" y="5120216"/>
                <a:ext cx="482849" cy="86108"/>
                <a:chOff x="2666339" y="5120216"/>
                <a:chExt cx="482849" cy="86108"/>
              </a:xfrm>
              <a:solidFill>
                <a:srgbClr val="262626"/>
              </a:solidFill>
            </p:grpSpPr>
            <p:sp>
              <p:nvSpPr>
                <p:cNvPr id="200" name="Freeform: Shape 199">
                  <a:extLst>
                    <a:ext uri="{FF2B5EF4-FFF2-40B4-BE49-F238E27FC236}">
                      <a16:creationId xmlns:a16="http://schemas.microsoft.com/office/drawing/2014/main" id="{3458ED3E-5367-3B30-1EC5-412357569D3D}"/>
                    </a:ext>
                  </a:extLst>
                </p:cNvPr>
                <p:cNvSpPr/>
                <p:nvPr/>
              </p:nvSpPr>
              <p:spPr>
                <a:xfrm flipV="1">
                  <a:off x="2666339" y="5121195"/>
                  <a:ext cx="52504" cy="77578"/>
                </a:xfrm>
                <a:custGeom>
                  <a:avLst/>
                  <a:gdLst>
                    <a:gd name="connsiteX0" fmla="*/ -1921 w 52504"/>
                    <a:gd name="connsiteY0" fmla="*/ 24414 h 77578"/>
                    <a:gd name="connsiteX1" fmla="*/ 948 w 52504"/>
                    <a:gd name="connsiteY1" fmla="*/ 43999 h 77578"/>
                    <a:gd name="connsiteX2" fmla="*/ 7349 w 52504"/>
                    <a:gd name="connsiteY2" fmla="*/ 59903 h 77578"/>
                    <a:gd name="connsiteX3" fmla="*/ 14663 w 52504"/>
                    <a:gd name="connsiteY3" fmla="*/ 69240 h 77578"/>
                    <a:gd name="connsiteX4" fmla="*/ 22092 w 52504"/>
                    <a:gd name="connsiteY4" fmla="*/ 74182 h 77578"/>
                    <a:gd name="connsiteX5" fmla="*/ 30218 w 52504"/>
                    <a:gd name="connsiteY5" fmla="*/ 75774 h 77578"/>
                    <a:gd name="connsiteX6" fmla="*/ 44745 w 52504"/>
                    <a:gd name="connsiteY6" fmla="*/ 69289 h 77578"/>
                    <a:gd name="connsiteX7" fmla="*/ 50583 w 52504"/>
                    <a:gd name="connsiteY7" fmla="*/ 50583 h 77578"/>
                    <a:gd name="connsiteX8" fmla="*/ 46536 w 52504"/>
                    <a:gd name="connsiteY8" fmla="*/ 25658 h 77578"/>
                    <a:gd name="connsiteX9" fmla="*/ 33270 w 52504"/>
                    <a:gd name="connsiteY9" fmla="*/ 3734 h 77578"/>
                    <a:gd name="connsiteX10" fmla="*/ 18394 w 52504"/>
                    <a:gd name="connsiteY10" fmla="*/ -1805 h 77578"/>
                    <a:gd name="connsiteX11" fmla="*/ 3966 w 52504"/>
                    <a:gd name="connsiteY11" fmla="*/ 4895 h 77578"/>
                    <a:gd name="connsiteX12" fmla="*/ -1921 w 52504"/>
                    <a:gd name="connsiteY12" fmla="*/ 24414 h 77578"/>
                    <a:gd name="connsiteX13" fmla="*/ 7150 w 52504"/>
                    <a:gd name="connsiteY13" fmla="*/ 22026 h 77578"/>
                    <a:gd name="connsiteX14" fmla="*/ 9488 w 52504"/>
                    <a:gd name="connsiteY14" fmla="*/ 11097 h 77578"/>
                    <a:gd name="connsiteX15" fmla="*/ 18858 w 52504"/>
                    <a:gd name="connsiteY15" fmla="*/ 5658 h 77578"/>
                    <a:gd name="connsiteX16" fmla="*/ 28759 w 52504"/>
                    <a:gd name="connsiteY16" fmla="*/ 10583 h 77578"/>
                    <a:gd name="connsiteX17" fmla="*/ 38427 w 52504"/>
                    <a:gd name="connsiteY17" fmla="*/ 30915 h 77578"/>
                    <a:gd name="connsiteX18" fmla="*/ 41661 w 52504"/>
                    <a:gd name="connsiteY18" fmla="*/ 52822 h 77578"/>
                    <a:gd name="connsiteX19" fmla="*/ 38527 w 52504"/>
                    <a:gd name="connsiteY19" fmla="*/ 64629 h 77578"/>
                    <a:gd name="connsiteX20" fmla="*/ 30268 w 52504"/>
                    <a:gd name="connsiteY20" fmla="*/ 68261 h 77578"/>
                    <a:gd name="connsiteX21" fmla="*/ 23286 w 52504"/>
                    <a:gd name="connsiteY21" fmla="*/ 66337 h 77578"/>
                    <a:gd name="connsiteX22" fmla="*/ 17100 w 52504"/>
                    <a:gd name="connsiteY22" fmla="*/ 59754 h 77578"/>
                    <a:gd name="connsiteX23" fmla="*/ 9787 w 52504"/>
                    <a:gd name="connsiteY23" fmla="*/ 40069 h 77578"/>
                    <a:gd name="connsiteX24" fmla="*/ 7150 w 52504"/>
                    <a:gd name="connsiteY24" fmla="*/ 22026 h 775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52504" h="77578">
                      <a:moveTo>
                        <a:pt x="-1921" y="24414"/>
                      </a:moveTo>
                      <a:cubicBezTo>
                        <a:pt x="-1921" y="30837"/>
                        <a:pt x="-965" y="37366"/>
                        <a:pt x="948" y="43999"/>
                      </a:cubicBezTo>
                      <a:cubicBezTo>
                        <a:pt x="2872" y="50633"/>
                        <a:pt x="5005" y="55934"/>
                        <a:pt x="7349" y="59903"/>
                      </a:cubicBezTo>
                      <a:cubicBezTo>
                        <a:pt x="9704" y="63883"/>
                        <a:pt x="12142" y="66995"/>
                        <a:pt x="14663" y="69240"/>
                      </a:cubicBezTo>
                      <a:cubicBezTo>
                        <a:pt x="17183" y="71484"/>
                        <a:pt x="19660" y="73131"/>
                        <a:pt x="22092" y="74182"/>
                      </a:cubicBezTo>
                      <a:cubicBezTo>
                        <a:pt x="24535" y="75243"/>
                        <a:pt x="27244" y="75774"/>
                        <a:pt x="30218" y="75774"/>
                      </a:cubicBezTo>
                      <a:cubicBezTo>
                        <a:pt x="36022" y="75774"/>
                        <a:pt x="40865" y="73612"/>
                        <a:pt x="44745" y="69289"/>
                      </a:cubicBezTo>
                      <a:cubicBezTo>
                        <a:pt x="48637" y="64978"/>
                        <a:pt x="50583" y="58742"/>
                        <a:pt x="50583" y="50583"/>
                      </a:cubicBezTo>
                      <a:cubicBezTo>
                        <a:pt x="50583" y="42192"/>
                        <a:pt x="49234" y="33883"/>
                        <a:pt x="46536" y="25658"/>
                      </a:cubicBezTo>
                      <a:cubicBezTo>
                        <a:pt x="43364" y="15917"/>
                        <a:pt x="38941" y="8610"/>
                        <a:pt x="33270" y="3734"/>
                      </a:cubicBezTo>
                      <a:cubicBezTo>
                        <a:pt x="28913" y="41"/>
                        <a:pt x="23955" y="-1805"/>
                        <a:pt x="18394" y="-1805"/>
                      </a:cubicBezTo>
                      <a:cubicBezTo>
                        <a:pt x="12700" y="-1805"/>
                        <a:pt x="7891" y="428"/>
                        <a:pt x="3966" y="4895"/>
                      </a:cubicBezTo>
                      <a:cubicBezTo>
                        <a:pt x="41" y="9372"/>
                        <a:pt x="-1921" y="15879"/>
                        <a:pt x="-1921" y="24414"/>
                      </a:cubicBezTo>
                      <a:close/>
                      <a:moveTo>
                        <a:pt x="7150" y="22026"/>
                      </a:moveTo>
                      <a:cubicBezTo>
                        <a:pt x="7150" y="17371"/>
                        <a:pt x="7930" y="13728"/>
                        <a:pt x="9488" y="11097"/>
                      </a:cubicBezTo>
                      <a:cubicBezTo>
                        <a:pt x="11589" y="7471"/>
                        <a:pt x="14712" y="5658"/>
                        <a:pt x="18858" y="5658"/>
                      </a:cubicBezTo>
                      <a:cubicBezTo>
                        <a:pt x="22485" y="5658"/>
                        <a:pt x="25785" y="7299"/>
                        <a:pt x="28759" y="10583"/>
                      </a:cubicBezTo>
                      <a:cubicBezTo>
                        <a:pt x="33048" y="15215"/>
                        <a:pt x="36271" y="21993"/>
                        <a:pt x="38427" y="30915"/>
                      </a:cubicBezTo>
                      <a:cubicBezTo>
                        <a:pt x="40583" y="39848"/>
                        <a:pt x="41661" y="47150"/>
                        <a:pt x="41661" y="52822"/>
                      </a:cubicBezTo>
                      <a:cubicBezTo>
                        <a:pt x="41661" y="58272"/>
                        <a:pt x="40616" y="62208"/>
                        <a:pt x="38527" y="64629"/>
                      </a:cubicBezTo>
                      <a:cubicBezTo>
                        <a:pt x="36437" y="67051"/>
                        <a:pt x="33684" y="68261"/>
                        <a:pt x="30268" y="68261"/>
                      </a:cubicBezTo>
                      <a:cubicBezTo>
                        <a:pt x="27780" y="68261"/>
                        <a:pt x="25453" y="67620"/>
                        <a:pt x="23286" y="66337"/>
                      </a:cubicBezTo>
                      <a:cubicBezTo>
                        <a:pt x="21130" y="65066"/>
                        <a:pt x="19068" y="62871"/>
                        <a:pt x="17100" y="59754"/>
                      </a:cubicBezTo>
                      <a:cubicBezTo>
                        <a:pt x="14303" y="55376"/>
                        <a:pt x="11865" y="48814"/>
                        <a:pt x="9787" y="40069"/>
                      </a:cubicBezTo>
                      <a:cubicBezTo>
                        <a:pt x="8029" y="32606"/>
                        <a:pt x="7150" y="26592"/>
                        <a:pt x="7150" y="2202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1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1" name="Freeform: Shape 200">
                  <a:extLst>
                    <a:ext uri="{FF2B5EF4-FFF2-40B4-BE49-F238E27FC236}">
                      <a16:creationId xmlns:a16="http://schemas.microsoft.com/office/drawing/2014/main" id="{E30ADAB6-8A7C-7032-E874-37843790E412}"/>
                    </a:ext>
                  </a:extLst>
                </p:cNvPr>
                <p:cNvSpPr/>
                <p:nvPr/>
              </p:nvSpPr>
              <p:spPr>
                <a:xfrm flipV="1">
                  <a:off x="2723974" y="5186850"/>
                  <a:ext cx="12852" cy="10630"/>
                </a:xfrm>
                <a:custGeom>
                  <a:avLst/>
                  <a:gdLst>
                    <a:gd name="connsiteX0" fmla="*/ -637 w 12852"/>
                    <a:gd name="connsiteY0" fmla="*/ 139 h 10630"/>
                    <a:gd name="connsiteX1" fmla="*/ 1585 w 12852"/>
                    <a:gd name="connsiteY1" fmla="*/ 10769 h 10630"/>
                    <a:gd name="connsiteX2" fmla="*/ 12215 w 12852"/>
                    <a:gd name="connsiteY2" fmla="*/ 10769 h 10630"/>
                    <a:gd name="connsiteX3" fmla="*/ 9926 w 12852"/>
                    <a:gd name="connsiteY3" fmla="*/ 139 h 10630"/>
                    <a:gd name="connsiteX4" fmla="*/ -637 w 12852"/>
                    <a:gd name="connsiteY4" fmla="*/ 139 h 106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852" h="10630">
                      <a:moveTo>
                        <a:pt x="-637" y="139"/>
                      </a:moveTo>
                      <a:lnTo>
                        <a:pt x="1585" y="10769"/>
                      </a:lnTo>
                      <a:lnTo>
                        <a:pt x="12215" y="10769"/>
                      </a:lnTo>
                      <a:lnTo>
                        <a:pt x="9926" y="139"/>
                      </a:lnTo>
                      <a:lnTo>
                        <a:pt x="-637" y="139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1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2" name="Freeform: Shape 201">
                  <a:extLst>
                    <a:ext uri="{FF2B5EF4-FFF2-40B4-BE49-F238E27FC236}">
                      <a16:creationId xmlns:a16="http://schemas.microsoft.com/office/drawing/2014/main" id="{B60F4ACD-77AE-8064-DAC6-D7E4FBC7B4FB}"/>
                    </a:ext>
                  </a:extLst>
                </p:cNvPr>
                <p:cNvSpPr/>
                <p:nvPr/>
              </p:nvSpPr>
              <p:spPr>
                <a:xfrm flipV="1">
                  <a:off x="2763047" y="5121195"/>
                  <a:ext cx="35190" cy="76285"/>
                </a:xfrm>
                <a:custGeom>
                  <a:avLst/>
                  <a:gdLst>
                    <a:gd name="connsiteX0" fmla="*/ 7968 w 35190"/>
                    <a:gd name="connsiteY0" fmla="*/ -1844 h 76285"/>
                    <a:gd name="connsiteX1" fmla="*/ 19991 w 35190"/>
                    <a:gd name="connsiteY1" fmla="*/ 55519 h 76285"/>
                    <a:gd name="connsiteX2" fmla="*/ -1883 w 35190"/>
                    <a:gd name="connsiteY2" fmla="*/ 45735 h 76285"/>
                    <a:gd name="connsiteX3" fmla="*/ -125 w 35190"/>
                    <a:gd name="connsiteY3" fmla="*/ 54225 h 76285"/>
                    <a:gd name="connsiteX4" fmla="*/ 13689 w 35190"/>
                    <a:gd name="connsiteY4" fmla="*/ 61539 h 76285"/>
                    <a:gd name="connsiteX5" fmla="*/ 23921 w 35190"/>
                    <a:gd name="connsiteY5" fmla="*/ 69416 h 76285"/>
                    <a:gd name="connsiteX6" fmla="*/ 27868 w 35190"/>
                    <a:gd name="connsiteY6" fmla="*/ 74441 h 76285"/>
                    <a:gd name="connsiteX7" fmla="*/ 33307 w 35190"/>
                    <a:gd name="connsiteY7" fmla="*/ 74441 h 76285"/>
                    <a:gd name="connsiteX8" fmla="*/ 17387 w 35190"/>
                    <a:gd name="connsiteY8" fmla="*/ -1844 h 76285"/>
                    <a:gd name="connsiteX9" fmla="*/ 7968 w 35190"/>
                    <a:gd name="connsiteY9" fmla="*/ -1844 h 762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5190" h="76285">
                      <a:moveTo>
                        <a:pt x="7968" y="-1844"/>
                      </a:moveTo>
                      <a:lnTo>
                        <a:pt x="19991" y="55519"/>
                      </a:lnTo>
                      <a:cubicBezTo>
                        <a:pt x="14806" y="51450"/>
                        <a:pt x="7514" y="48189"/>
                        <a:pt x="-1883" y="45735"/>
                      </a:cubicBezTo>
                      <a:lnTo>
                        <a:pt x="-125" y="54225"/>
                      </a:lnTo>
                      <a:cubicBezTo>
                        <a:pt x="4540" y="56094"/>
                        <a:pt x="9145" y="58532"/>
                        <a:pt x="13689" y="61539"/>
                      </a:cubicBezTo>
                      <a:cubicBezTo>
                        <a:pt x="18233" y="64546"/>
                        <a:pt x="21644" y="67172"/>
                        <a:pt x="23921" y="69416"/>
                      </a:cubicBezTo>
                      <a:cubicBezTo>
                        <a:pt x="25303" y="70798"/>
                        <a:pt x="26619" y="72473"/>
                        <a:pt x="27868" y="74441"/>
                      </a:cubicBezTo>
                      <a:lnTo>
                        <a:pt x="33307" y="74441"/>
                      </a:lnTo>
                      <a:lnTo>
                        <a:pt x="17387" y="-1844"/>
                      </a:lnTo>
                      <a:lnTo>
                        <a:pt x="7968" y="-1844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1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3" name="Freeform: Shape 202">
                  <a:extLst>
                    <a:ext uri="{FF2B5EF4-FFF2-40B4-BE49-F238E27FC236}">
                      <a16:creationId xmlns:a16="http://schemas.microsoft.com/office/drawing/2014/main" id="{AF1AE2ED-7F78-65D3-A97F-A19A79DD5DAA}"/>
                    </a:ext>
                  </a:extLst>
                </p:cNvPr>
                <p:cNvSpPr/>
                <p:nvPr/>
              </p:nvSpPr>
              <p:spPr>
                <a:xfrm flipV="1">
                  <a:off x="2816686" y="5120216"/>
                  <a:ext cx="80165" cy="80066"/>
                </a:xfrm>
                <a:custGeom>
                  <a:avLst/>
                  <a:gdLst>
                    <a:gd name="connsiteX0" fmla="*/ 1605 w 80165"/>
                    <a:gd name="connsiteY0" fmla="*/ -1789 h 80066"/>
                    <a:gd name="connsiteX1" fmla="*/ 64358 w 80165"/>
                    <a:gd name="connsiteY1" fmla="*/ 78277 h 80066"/>
                    <a:gd name="connsiteX2" fmla="*/ 72865 w 80165"/>
                    <a:gd name="connsiteY2" fmla="*/ 78277 h 80066"/>
                    <a:gd name="connsiteX3" fmla="*/ 10361 w 80165"/>
                    <a:gd name="connsiteY3" fmla="*/ -1789 h 80066"/>
                    <a:gd name="connsiteX4" fmla="*/ 1605 w 80165"/>
                    <a:gd name="connsiteY4" fmla="*/ -1789 h 80066"/>
                    <a:gd name="connsiteX5" fmla="*/ -2906 w 80165"/>
                    <a:gd name="connsiteY5" fmla="*/ 53617 h 80066"/>
                    <a:gd name="connsiteX6" fmla="*/ -1944 w 80165"/>
                    <a:gd name="connsiteY6" fmla="*/ 60135 h 80066"/>
                    <a:gd name="connsiteX7" fmla="*/ 876 w 80165"/>
                    <a:gd name="connsiteY7" fmla="*/ 68012 h 80066"/>
                    <a:gd name="connsiteX8" fmla="*/ 5021 w 80165"/>
                    <a:gd name="connsiteY8" fmla="*/ 73567 h 80066"/>
                    <a:gd name="connsiteX9" fmla="*/ 9997 w 80165"/>
                    <a:gd name="connsiteY9" fmla="*/ 76619 h 80066"/>
                    <a:gd name="connsiteX10" fmla="*/ 16116 w 80165"/>
                    <a:gd name="connsiteY10" fmla="*/ 77614 h 80066"/>
                    <a:gd name="connsiteX11" fmla="*/ 27177 w 80165"/>
                    <a:gd name="connsiteY11" fmla="*/ 73899 h 80066"/>
                    <a:gd name="connsiteX12" fmla="*/ 30942 w 80165"/>
                    <a:gd name="connsiteY12" fmla="*/ 63053 h 80066"/>
                    <a:gd name="connsiteX13" fmla="*/ 28421 w 80165"/>
                    <a:gd name="connsiteY13" fmla="*/ 50450 h 80066"/>
                    <a:gd name="connsiteX14" fmla="*/ 21522 w 80165"/>
                    <a:gd name="connsiteY14" fmla="*/ 40732 h 80066"/>
                    <a:gd name="connsiteX15" fmla="*/ 11041 w 80165"/>
                    <a:gd name="connsiteY15" fmla="*/ 37647 h 80066"/>
                    <a:gd name="connsiteX16" fmla="*/ 660 w 80165"/>
                    <a:gd name="connsiteY16" fmla="*/ 41511 h 80066"/>
                    <a:gd name="connsiteX17" fmla="*/ -2906 w 80165"/>
                    <a:gd name="connsiteY17" fmla="*/ 53617 h 80066"/>
                    <a:gd name="connsiteX18" fmla="*/ 5071 w 80165"/>
                    <a:gd name="connsiteY18" fmla="*/ 51909 h 80066"/>
                    <a:gd name="connsiteX19" fmla="*/ 6696 w 80165"/>
                    <a:gd name="connsiteY19" fmla="*/ 45740 h 80066"/>
                    <a:gd name="connsiteX20" fmla="*/ 11091 w 80165"/>
                    <a:gd name="connsiteY20" fmla="*/ 43932 h 80066"/>
                    <a:gd name="connsiteX21" fmla="*/ 17011 w 80165"/>
                    <a:gd name="connsiteY21" fmla="*/ 46436 h 80066"/>
                    <a:gd name="connsiteX22" fmla="*/ 21207 w 80165"/>
                    <a:gd name="connsiteY22" fmla="*/ 54546 h 80066"/>
                    <a:gd name="connsiteX23" fmla="*/ 22749 w 80165"/>
                    <a:gd name="connsiteY23" fmla="*/ 64131 h 80066"/>
                    <a:gd name="connsiteX24" fmla="*/ 20975 w 80165"/>
                    <a:gd name="connsiteY24" fmla="*/ 69471 h 80066"/>
                    <a:gd name="connsiteX25" fmla="*/ 16365 w 80165"/>
                    <a:gd name="connsiteY25" fmla="*/ 71345 h 80066"/>
                    <a:gd name="connsiteX26" fmla="*/ 10826 w 80165"/>
                    <a:gd name="connsiteY26" fmla="*/ 68924 h 80066"/>
                    <a:gd name="connsiteX27" fmla="*/ 6680 w 80165"/>
                    <a:gd name="connsiteY27" fmla="*/ 61279 h 80066"/>
                    <a:gd name="connsiteX28" fmla="*/ 5071 w 80165"/>
                    <a:gd name="connsiteY28" fmla="*/ 51909 h 80066"/>
                    <a:gd name="connsiteX29" fmla="*/ 43429 w 80165"/>
                    <a:gd name="connsiteY29" fmla="*/ 14181 h 80066"/>
                    <a:gd name="connsiteX30" fmla="*/ 44375 w 80165"/>
                    <a:gd name="connsiteY30" fmla="*/ 20699 h 80066"/>
                    <a:gd name="connsiteX31" fmla="*/ 47194 w 80165"/>
                    <a:gd name="connsiteY31" fmla="*/ 28576 h 80066"/>
                    <a:gd name="connsiteX32" fmla="*/ 51340 w 80165"/>
                    <a:gd name="connsiteY32" fmla="*/ 34131 h 80066"/>
                    <a:gd name="connsiteX33" fmla="*/ 56315 w 80165"/>
                    <a:gd name="connsiteY33" fmla="*/ 37183 h 80066"/>
                    <a:gd name="connsiteX34" fmla="*/ 62451 w 80165"/>
                    <a:gd name="connsiteY34" fmla="*/ 38178 h 80066"/>
                    <a:gd name="connsiteX35" fmla="*/ 73496 w 80165"/>
                    <a:gd name="connsiteY35" fmla="*/ 34463 h 80066"/>
                    <a:gd name="connsiteX36" fmla="*/ 77260 w 80165"/>
                    <a:gd name="connsiteY36" fmla="*/ 23617 h 80066"/>
                    <a:gd name="connsiteX37" fmla="*/ 74739 w 80165"/>
                    <a:gd name="connsiteY37" fmla="*/ 11014 h 80066"/>
                    <a:gd name="connsiteX38" fmla="*/ 67857 w 80165"/>
                    <a:gd name="connsiteY38" fmla="*/ 1296 h 80066"/>
                    <a:gd name="connsiteX39" fmla="*/ 57360 w 80165"/>
                    <a:gd name="connsiteY39" fmla="*/ -1789 h 80066"/>
                    <a:gd name="connsiteX40" fmla="*/ 46995 w 80165"/>
                    <a:gd name="connsiteY40" fmla="*/ 2042 h 80066"/>
                    <a:gd name="connsiteX41" fmla="*/ 43429 w 80165"/>
                    <a:gd name="connsiteY41" fmla="*/ 14181 h 80066"/>
                    <a:gd name="connsiteX42" fmla="*/ 51406 w 80165"/>
                    <a:gd name="connsiteY42" fmla="*/ 12423 h 80066"/>
                    <a:gd name="connsiteX43" fmla="*/ 53031 w 80165"/>
                    <a:gd name="connsiteY43" fmla="*/ 6271 h 80066"/>
                    <a:gd name="connsiteX44" fmla="*/ 57409 w 80165"/>
                    <a:gd name="connsiteY44" fmla="*/ 4430 h 80066"/>
                    <a:gd name="connsiteX45" fmla="*/ 63313 w 80165"/>
                    <a:gd name="connsiteY45" fmla="*/ 6934 h 80066"/>
                    <a:gd name="connsiteX46" fmla="*/ 67525 w 80165"/>
                    <a:gd name="connsiteY46" fmla="*/ 15027 h 80066"/>
                    <a:gd name="connsiteX47" fmla="*/ 69084 w 80165"/>
                    <a:gd name="connsiteY47" fmla="*/ 24645 h 80066"/>
                    <a:gd name="connsiteX48" fmla="*/ 67310 w 80165"/>
                    <a:gd name="connsiteY48" fmla="*/ 30035 h 80066"/>
                    <a:gd name="connsiteX49" fmla="*/ 62700 w 80165"/>
                    <a:gd name="connsiteY49" fmla="*/ 31909 h 80066"/>
                    <a:gd name="connsiteX50" fmla="*/ 57161 w 80165"/>
                    <a:gd name="connsiteY50" fmla="*/ 29488 h 80066"/>
                    <a:gd name="connsiteX51" fmla="*/ 53015 w 80165"/>
                    <a:gd name="connsiteY51" fmla="*/ 21843 h 80066"/>
                    <a:gd name="connsiteX52" fmla="*/ 51406 w 80165"/>
                    <a:gd name="connsiteY52" fmla="*/ 12423 h 80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</a:cxnLst>
                  <a:rect l="l" t="t" r="r" b="b"/>
                  <a:pathLst>
                    <a:path w="80165" h="80066">
                      <a:moveTo>
                        <a:pt x="1605" y="-1789"/>
                      </a:moveTo>
                      <a:lnTo>
                        <a:pt x="64358" y="78277"/>
                      </a:lnTo>
                      <a:lnTo>
                        <a:pt x="72865" y="78277"/>
                      </a:lnTo>
                      <a:lnTo>
                        <a:pt x="10361" y="-1789"/>
                      </a:lnTo>
                      <a:lnTo>
                        <a:pt x="1605" y="-1789"/>
                      </a:lnTo>
                      <a:close/>
                      <a:moveTo>
                        <a:pt x="-2906" y="53617"/>
                      </a:moveTo>
                      <a:cubicBezTo>
                        <a:pt x="-2906" y="55032"/>
                        <a:pt x="-2585" y="57205"/>
                        <a:pt x="-1944" y="60135"/>
                      </a:cubicBezTo>
                      <a:cubicBezTo>
                        <a:pt x="-1302" y="63075"/>
                        <a:pt x="-363" y="65701"/>
                        <a:pt x="876" y="68012"/>
                      </a:cubicBezTo>
                      <a:cubicBezTo>
                        <a:pt x="2125" y="70334"/>
                        <a:pt x="3507" y="72185"/>
                        <a:pt x="5021" y="73567"/>
                      </a:cubicBezTo>
                      <a:cubicBezTo>
                        <a:pt x="6547" y="74949"/>
                        <a:pt x="8206" y="75967"/>
                        <a:pt x="9997" y="76619"/>
                      </a:cubicBezTo>
                      <a:cubicBezTo>
                        <a:pt x="11799" y="77282"/>
                        <a:pt x="13839" y="77614"/>
                        <a:pt x="16116" y="77614"/>
                      </a:cubicBezTo>
                      <a:cubicBezTo>
                        <a:pt x="20980" y="77614"/>
                        <a:pt x="24668" y="76376"/>
                        <a:pt x="27177" y="73899"/>
                      </a:cubicBezTo>
                      <a:cubicBezTo>
                        <a:pt x="29687" y="71434"/>
                        <a:pt x="30942" y="67818"/>
                        <a:pt x="30942" y="63053"/>
                      </a:cubicBezTo>
                      <a:cubicBezTo>
                        <a:pt x="30942" y="59073"/>
                        <a:pt x="30102" y="54872"/>
                        <a:pt x="28421" y="50450"/>
                      </a:cubicBezTo>
                      <a:cubicBezTo>
                        <a:pt x="26741" y="46027"/>
                        <a:pt x="24441" y="42788"/>
                        <a:pt x="21522" y="40732"/>
                      </a:cubicBezTo>
                      <a:cubicBezTo>
                        <a:pt x="18604" y="38675"/>
                        <a:pt x="15110" y="37647"/>
                        <a:pt x="11041" y="37647"/>
                      </a:cubicBezTo>
                      <a:cubicBezTo>
                        <a:pt x="6509" y="37647"/>
                        <a:pt x="3048" y="38935"/>
                        <a:pt x="660" y="41511"/>
                      </a:cubicBezTo>
                      <a:cubicBezTo>
                        <a:pt x="-1717" y="44087"/>
                        <a:pt x="-2906" y="48123"/>
                        <a:pt x="-2906" y="53617"/>
                      </a:cubicBezTo>
                      <a:close/>
                      <a:moveTo>
                        <a:pt x="5071" y="51909"/>
                      </a:moveTo>
                      <a:cubicBezTo>
                        <a:pt x="5071" y="49001"/>
                        <a:pt x="5613" y="46945"/>
                        <a:pt x="6696" y="45740"/>
                      </a:cubicBezTo>
                      <a:cubicBezTo>
                        <a:pt x="7791" y="44535"/>
                        <a:pt x="9256" y="43932"/>
                        <a:pt x="11091" y="43932"/>
                      </a:cubicBezTo>
                      <a:cubicBezTo>
                        <a:pt x="13269" y="43932"/>
                        <a:pt x="15243" y="44767"/>
                        <a:pt x="17011" y="46436"/>
                      </a:cubicBezTo>
                      <a:cubicBezTo>
                        <a:pt x="18791" y="48117"/>
                        <a:pt x="20190" y="50820"/>
                        <a:pt x="21207" y="54546"/>
                      </a:cubicBezTo>
                      <a:cubicBezTo>
                        <a:pt x="22235" y="58283"/>
                        <a:pt x="22749" y="61478"/>
                        <a:pt x="22749" y="64131"/>
                      </a:cubicBezTo>
                      <a:cubicBezTo>
                        <a:pt x="22749" y="66453"/>
                        <a:pt x="22158" y="68233"/>
                        <a:pt x="20975" y="69471"/>
                      </a:cubicBezTo>
                      <a:cubicBezTo>
                        <a:pt x="19803" y="70720"/>
                        <a:pt x="18266" y="71345"/>
                        <a:pt x="16365" y="71345"/>
                      </a:cubicBezTo>
                      <a:cubicBezTo>
                        <a:pt x="14364" y="71345"/>
                        <a:pt x="12517" y="70538"/>
                        <a:pt x="10826" y="68924"/>
                      </a:cubicBezTo>
                      <a:cubicBezTo>
                        <a:pt x="9134" y="67321"/>
                        <a:pt x="7752" y="64773"/>
                        <a:pt x="6680" y="61279"/>
                      </a:cubicBezTo>
                      <a:cubicBezTo>
                        <a:pt x="5607" y="57796"/>
                        <a:pt x="5071" y="54673"/>
                        <a:pt x="5071" y="51909"/>
                      </a:cubicBezTo>
                      <a:close/>
                      <a:moveTo>
                        <a:pt x="43429" y="14181"/>
                      </a:moveTo>
                      <a:cubicBezTo>
                        <a:pt x="43429" y="15596"/>
                        <a:pt x="43744" y="17769"/>
                        <a:pt x="44375" y="20699"/>
                      </a:cubicBezTo>
                      <a:cubicBezTo>
                        <a:pt x="45016" y="23639"/>
                        <a:pt x="45956" y="26265"/>
                        <a:pt x="47194" y="28576"/>
                      </a:cubicBezTo>
                      <a:cubicBezTo>
                        <a:pt x="48443" y="30898"/>
                        <a:pt x="49825" y="32749"/>
                        <a:pt x="51340" y="34131"/>
                      </a:cubicBezTo>
                      <a:cubicBezTo>
                        <a:pt x="52865" y="35513"/>
                        <a:pt x="54524" y="36531"/>
                        <a:pt x="56315" y="37183"/>
                      </a:cubicBezTo>
                      <a:cubicBezTo>
                        <a:pt x="58117" y="37846"/>
                        <a:pt x="60162" y="38178"/>
                        <a:pt x="62451" y="38178"/>
                      </a:cubicBezTo>
                      <a:cubicBezTo>
                        <a:pt x="67315" y="38178"/>
                        <a:pt x="70997" y="36939"/>
                        <a:pt x="73496" y="34463"/>
                      </a:cubicBezTo>
                      <a:cubicBezTo>
                        <a:pt x="76005" y="31998"/>
                        <a:pt x="77260" y="28382"/>
                        <a:pt x="77260" y="23617"/>
                      </a:cubicBezTo>
                      <a:cubicBezTo>
                        <a:pt x="77260" y="19637"/>
                        <a:pt x="76420" y="15436"/>
                        <a:pt x="74739" y="11014"/>
                      </a:cubicBezTo>
                      <a:cubicBezTo>
                        <a:pt x="73070" y="6591"/>
                        <a:pt x="70776" y="3352"/>
                        <a:pt x="67857" y="1296"/>
                      </a:cubicBezTo>
                      <a:cubicBezTo>
                        <a:pt x="64938" y="-761"/>
                        <a:pt x="61439" y="-1789"/>
                        <a:pt x="57360" y="-1789"/>
                      </a:cubicBezTo>
                      <a:cubicBezTo>
                        <a:pt x="52838" y="-1789"/>
                        <a:pt x="49383" y="-512"/>
                        <a:pt x="46995" y="2042"/>
                      </a:cubicBezTo>
                      <a:cubicBezTo>
                        <a:pt x="44618" y="4607"/>
                        <a:pt x="43429" y="8653"/>
                        <a:pt x="43429" y="14181"/>
                      </a:cubicBezTo>
                      <a:close/>
                      <a:moveTo>
                        <a:pt x="51406" y="12423"/>
                      </a:moveTo>
                      <a:cubicBezTo>
                        <a:pt x="51406" y="9549"/>
                        <a:pt x="51948" y="7498"/>
                        <a:pt x="53031" y="6271"/>
                      </a:cubicBezTo>
                      <a:cubicBezTo>
                        <a:pt x="54126" y="5044"/>
                        <a:pt x="55585" y="4430"/>
                        <a:pt x="57409" y="4430"/>
                      </a:cubicBezTo>
                      <a:cubicBezTo>
                        <a:pt x="59587" y="4430"/>
                        <a:pt x="61555" y="5265"/>
                        <a:pt x="63313" y="6934"/>
                      </a:cubicBezTo>
                      <a:cubicBezTo>
                        <a:pt x="65082" y="8615"/>
                        <a:pt x="66486" y="11312"/>
                        <a:pt x="67525" y="15027"/>
                      </a:cubicBezTo>
                      <a:cubicBezTo>
                        <a:pt x="68565" y="18742"/>
                        <a:pt x="69084" y="21948"/>
                        <a:pt x="69084" y="24645"/>
                      </a:cubicBezTo>
                      <a:cubicBezTo>
                        <a:pt x="69084" y="27000"/>
                        <a:pt x="68493" y="28797"/>
                        <a:pt x="67310" y="30035"/>
                      </a:cubicBezTo>
                      <a:cubicBezTo>
                        <a:pt x="66138" y="31284"/>
                        <a:pt x="64601" y="31909"/>
                        <a:pt x="62700" y="31909"/>
                      </a:cubicBezTo>
                      <a:cubicBezTo>
                        <a:pt x="60698" y="31909"/>
                        <a:pt x="58852" y="31102"/>
                        <a:pt x="57161" y="29488"/>
                      </a:cubicBezTo>
                      <a:cubicBezTo>
                        <a:pt x="55469" y="27885"/>
                        <a:pt x="54087" y="25337"/>
                        <a:pt x="53015" y="21843"/>
                      </a:cubicBezTo>
                      <a:cubicBezTo>
                        <a:pt x="51942" y="18360"/>
                        <a:pt x="51406" y="15220"/>
                        <a:pt x="51406" y="12423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1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4" name="Freeform: Shape 203">
                  <a:extLst>
                    <a:ext uri="{FF2B5EF4-FFF2-40B4-BE49-F238E27FC236}">
                      <a16:creationId xmlns:a16="http://schemas.microsoft.com/office/drawing/2014/main" id="{C4124CB3-B6A2-7687-CF74-86C561D45A0B}"/>
                    </a:ext>
                  </a:extLst>
                </p:cNvPr>
                <p:cNvSpPr/>
                <p:nvPr/>
              </p:nvSpPr>
              <p:spPr>
                <a:xfrm flipV="1">
                  <a:off x="2900742" y="5197480"/>
                  <a:ext cx="8844" cy="88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44" h="8844"/>
                  </a:pathLst>
                </a:custGeom>
                <a:solidFill>
                  <a:srgbClr val="262626"/>
                </a:solidFill>
                <a:ln w="1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5" name="Freeform: Shape 204">
                  <a:extLst>
                    <a:ext uri="{FF2B5EF4-FFF2-40B4-BE49-F238E27FC236}">
                      <a16:creationId xmlns:a16="http://schemas.microsoft.com/office/drawing/2014/main" id="{8D82D1DF-C1F7-847F-56EE-0E87B30ADD85}"/>
                    </a:ext>
                  </a:extLst>
                </p:cNvPr>
                <p:cNvSpPr/>
                <p:nvPr/>
              </p:nvSpPr>
              <p:spPr>
                <a:xfrm flipV="1">
                  <a:off x="2935056" y="5121510"/>
                  <a:ext cx="65240" cy="75969"/>
                </a:xfrm>
                <a:custGeom>
                  <a:avLst/>
                  <a:gdLst>
                    <a:gd name="connsiteX0" fmla="*/ -2112 w 65240"/>
                    <a:gd name="connsiteY0" fmla="*/ -1835 h 75969"/>
                    <a:gd name="connsiteX1" fmla="*/ 13742 w 65240"/>
                    <a:gd name="connsiteY1" fmla="*/ 74135 h 75969"/>
                    <a:gd name="connsiteX2" fmla="*/ 63128 w 65240"/>
                    <a:gd name="connsiteY2" fmla="*/ 74135 h 75969"/>
                    <a:gd name="connsiteX3" fmla="*/ 61321 w 65240"/>
                    <a:gd name="connsiteY3" fmla="*/ 65479 h 75969"/>
                    <a:gd name="connsiteX4" fmla="*/ 22084 w 65240"/>
                    <a:gd name="connsiteY4" fmla="*/ 65479 h 75969"/>
                    <a:gd name="connsiteX5" fmla="*/ 17059 w 65240"/>
                    <a:gd name="connsiteY5" fmla="*/ 41283 h 75969"/>
                    <a:gd name="connsiteX6" fmla="*/ 57009 w 65240"/>
                    <a:gd name="connsiteY6" fmla="*/ 41283 h 75969"/>
                    <a:gd name="connsiteX7" fmla="*/ 55201 w 65240"/>
                    <a:gd name="connsiteY7" fmla="*/ 32626 h 75969"/>
                    <a:gd name="connsiteX8" fmla="*/ 15251 w 65240"/>
                    <a:gd name="connsiteY8" fmla="*/ 32626 h 75969"/>
                    <a:gd name="connsiteX9" fmla="*/ 8037 w 65240"/>
                    <a:gd name="connsiteY9" fmla="*/ -1835 h 75969"/>
                    <a:gd name="connsiteX10" fmla="*/ -2112 w 65240"/>
                    <a:gd name="connsiteY10" fmla="*/ -1835 h 759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5240" h="75969">
                      <a:moveTo>
                        <a:pt x="-2112" y="-1835"/>
                      </a:moveTo>
                      <a:lnTo>
                        <a:pt x="13742" y="74135"/>
                      </a:lnTo>
                      <a:lnTo>
                        <a:pt x="63128" y="74135"/>
                      </a:lnTo>
                      <a:lnTo>
                        <a:pt x="61321" y="65479"/>
                      </a:lnTo>
                      <a:lnTo>
                        <a:pt x="22084" y="65479"/>
                      </a:lnTo>
                      <a:lnTo>
                        <a:pt x="17059" y="41283"/>
                      </a:lnTo>
                      <a:lnTo>
                        <a:pt x="57009" y="41283"/>
                      </a:lnTo>
                      <a:lnTo>
                        <a:pt x="55201" y="32626"/>
                      </a:lnTo>
                      <a:lnTo>
                        <a:pt x="15251" y="32626"/>
                      </a:lnTo>
                      <a:lnTo>
                        <a:pt x="8037" y="-1835"/>
                      </a:lnTo>
                      <a:lnTo>
                        <a:pt x="-2112" y="-1835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1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6" name="Freeform: Shape 205">
                  <a:extLst>
                    <a:ext uri="{FF2B5EF4-FFF2-40B4-BE49-F238E27FC236}">
                      <a16:creationId xmlns:a16="http://schemas.microsoft.com/office/drawing/2014/main" id="{38BBBEC5-E23C-F5CA-2A8F-25DAB267613E}"/>
                    </a:ext>
                  </a:extLst>
                </p:cNvPr>
                <p:cNvSpPr/>
                <p:nvPr/>
              </p:nvSpPr>
              <p:spPr>
                <a:xfrm flipV="1">
                  <a:off x="2999772" y="5121510"/>
                  <a:ext cx="70845" cy="75969"/>
                </a:xfrm>
                <a:custGeom>
                  <a:avLst/>
                  <a:gdLst>
                    <a:gd name="connsiteX0" fmla="*/ -2266 w 70845"/>
                    <a:gd name="connsiteY0" fmla="*/ -1835 h 75969"/>
                    <a:gd name="connsiteX1" fmla="*/ 13604 w 70845"/>
                    <a:gd name="connsiteY1" fmla="*/ 74135 h 75969"/>
                    <a:gd name="connsiteX2" fmla="*/ 36506 w 70845"/>
                    <a:gd name="connsiteY2" fmla="*/ 74135 h 75969"/>
                    <a:gd name="connsiteX3" fmla="*/ 49093 w 70845"/>
                    <a:gd name="connsiteY3" fmla="*/ 72941 h 75969"/>
                    <a:gd name="connsiteX4" fmla="*/ 59724 w 70845"/>
                    <a:gd name="connsiteY4" fmla="*/ 67220 h 75969"/>
                    <a:gd name="connsiteX5" fmla="*/ 66357 w 70845"/>
                    <a:gd name="connsiteY5" fmla="*/ 56938 h 75969"/>
                    <a:gd name="connsiteX6" fmla="*/ 68579 w 70845"/>
                    <a:gd name="connsiteY6" fmla="*/ 43091 h 75969"/>
                    <a:gd name="connsiteX7" fmla="*/ 65810 w 70845"/>
                    <a:gd name="connsiteY7" fmla="*/ 26374 h 75969"/>
                    <a:gd name="connsiteX8" fmla="*/ 58546 w 70845"/>
                    <a:gd name="connsiteY8" fmla="*/ 13107 h 75969"/>
                    <a:gd name="connsiteX9" fmla="*/ 49176 w 70845"/>
                    <a:gd name="connsiteY9" fmla="*/ 4152 h 75969"/>
                    <a:gd name="connsiteX10" fmla="*/ 37601 w 70845"/>
                    <a:gd name="connsiteY10" fmla="*/ -641 h 75969"/>
                    <a:gd name="connsiteX11" fmla="*/ 25097 w 70845"/>
                    <a:gd name="connsiteY11" fmla="*/ -1835 h 75969"/>
                    <a:gd name="connsiteX12" fmla="*/ -2266 w 70845"/>
                    <a:gd name="connsiteY12" fmla="*/ -1835 h 75969"/>
                    <a:gd name="connsiteX13" fmla="*/ 9707 w 70845"/>
                    <a:gd name="connsiteY13" fmla="*/ 6772 h 75969"/>
                    <a:gd name="connsiteX14" fmla="*/ 21730 w 70845"/>
                    <a:gd name="connsiteY14" fmla="*/ 6772 h 75969"/>
                    <a:gd name="connsiteX15" fmla="*/ 36191 w 70845"/>
                    <a:gd name="connsiteY15" fmla="*/ 8265 h 75969"/>
                    <a:gd name="connsiteX16" fmla="*/ 42924 w 70845"/>
                    <a:gd name="connsiteY16" fmla="*/ 11018 h 75969"/>
                    <a:gd name="connsiteX17" fmla="*/ 49624 w 70845"/>
                    <a:gd name="connsiteY17" fmla="*/ 17187 h 75969"/>
                    <a:gd name="connsiteX18" fmla="*/ 55909 w 70845"/>
                    <a:gd name="connsiteY18" fmla="*/ 28762 h 75969"/>
                    <a:gd name="connsiteX19" fmla="*/ 58264 w 70845"/>
                    <a:gd name="connsiteY19" fmla="*/ 43572 h 75969"/>
                    <a:gd name="connsiteX20" fmla="*/ 55047 w 70845"/>
                    <a:gd name="connsiteY20" fmla="*/ 57734 h 75969"/>
                    <a:gd name="connsiteX21" fmla="*/ 46871 w 70845"/>
                    <a:gd name="connsiteY21" fmla="*/ 64301 h 75969"/>
                    <a:gd name="connsiteX22" fmla="*/ 35412 w 70845"/>
                    <a:gd name="connsiteY22" fmla="*/ 65479 h 75969"/>
                    <a:gd name="connsiteX23" fmla="*/ 21996 w 70845"/>
                    <a:gd name="connsiteY23" fmla="*/ 65479 h 75969"/>
                    <a:gd name="connsiteX24" fmla="*/ 9707 w 70845"/>
                    <a:gd name="connsiteY24" fmla="*/ 6772 h 759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0845" h="75969">
                      <a:moveTo>
                        <a:pt x="-2266" y="-1835"/>
                      </a:moveTo>
                      <a:lnTo>
                        <a:pt x="13604" y="74135"/>
                      </a:lnTo>
                      <a:lnTo>
                        <a:pt x="36506" y="74135"/>
                      </a:lnTo>
                      <a:cubicBezTo>
                        <a:pt x="42001" y="74135"/>
                        <a:pt x="46197" y="73737"/>
                        <a:pt x="49093" y="72941"/>
                      </a:cubicBezTo>
                      <a:cubicBezTo>
                        <a:pt x="53239" y="71880"/>
                        <a:pt x="56783" y="69973"/>
                        <a:pt x="59724" y="67220"/>
                      </a:cubicBezTo>
                      <a:cubicBezTo>
                        <a:pt x="62664" y="64478"/>
                        <a:pt x="64876" y="61051"/>
                        <a:pt x="66357" y="56938"/>
                      </a:cubicBezTo>
                      <a:cubicBezTo>
                        <a:pt x="67838" y="52825"/>
                        <a:pt x="68579" y="48210"/>
                        <a:pt x="68579" y="43091"/>
                      </a:cubicBezTo>
                      <a:cubicBezTo>
                        <a:pt x="68579" y="36977"/>
                        <a:pt x="67656" y="31405"/>
                        <a:pt x="65810" y="26374"/>
                      </a:cubicBezTo>
                      <a:cubicBezTo>
                        <a:pt x="63963" y="21355"/>
                        <a:pt x="61542" y="16933"/>
                        <a:pt x="58546" y="13107"/>
                      </a:cubicBezTo>
                      <a:cubicBezTo>
                        <a:pt x="55561" y="9293"/>
                        <a:pt x="52438" y="6308"/>
                        <a:pt x="49176" y="4152"/>
                      </a:cubicBezTo>
                      <a:cubicBezTo>
                        <a:pt x="45915" y="1996"/>
                        <a:pt x="42056" y="399"/>
                        <a:pt x="37601" y="-641"/>
                      </a:cubicBezTo>
                      <a:cubicBezTo>
                        <a:pt x="34207" y="-1437"/>
                        <a:pt x="30039" y="-1835"/>
                        <a:pt x="25097" y="-1835"/>
                      </a:cubicBezTo>
                      <a:lnTo>
                        <a:pt x="-2266" y="-1835"/>
                      </a:lnTo>
                      <a:close/>
                      <a:moveTo>
                        <a:pt x="9707" y="6772"/>
                      </a:moveTo>
                      <a:lnTo>
                        <a:pt x="21730" y="6772"/>
                      </a:lnTo>
                      <a:cubicBezTo>
                        <a:pt x="27159" y="6772"/>
                        <a:pt x="31979" y="7270"/>
                        <a:pt x="36191" y="8265"/>
                      </a:cubicBezTo>
                      <a:cubicBezTo>
                        <a:pt x="38823" y="8895"/>
                        <a:pt x="41067" y="9813"/>
                        <a:pt x="42924" y="11018"/>
                      </a:cubicBezTo>
                      <a:cubicBezTo>
                        <a:pt x="45379" y="12577"/>
                        <a:pt x="47612" y="14633"/>
                        <a:pt x="49624" y="17187"/>
                      </a:cubicBezTo>
                      <a:cubicBezTo>
                        <a:pt x="52244" y="20570"/>
                        <a:pt x="54339" y="24429"/>
                        <a:pt x="55909" y="28762"/>
                      </a:cubicBezTo>
                      <a:cubicBezTo>
                        <a:pt x="57479" y="33107"/>
                        <a:pt x="58264" y="38044"/>
                        <a:pt x="58264" y="43572"/>
                      </a:cubicBezTo>
                      <a:cubicBezTo>
                        <a:pt x="58264" y="49719"/>
                        <a:pt x="57192" y="54439"/>
                        <a:pt x="55047" y="57734"/>
                      </a:cubicBezTo>
                      <a:cubicBezTo>
                        <a:pt x="52913" y="61040"/>
                        <a:pt x="50188" y="63229"/>
                        <a:pt x="46871" y="64301"/>
                      </a:cubicBezTo>
                      <a:cubicBezTo>
                        <a:pt x="44417" y="65086"/>
                        <a:pt x="40597" y="65479"/>
                        <a:pt x="35412" y="65479"/>
                      </a:cubicBezTo>
                      <a:lnTo>
                        <a:pt x="21996" y="65479"/>
                      </a:lnTo>
                      <a:lnTo>
                        <a:pt x="9707" y="6772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1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7" name="Freeform: Shape 206">
                  <a:extLst>
                    <a:ext uri="{FF2B5EF4-FFF2-40B4-BE49-F238E27FC236}">
                      <a16:creationId xmlns:a16="http://schemas.microsoft.com/office/drawing/2014/main" id="{89805B2A-6FCE-6C7F-7CB7-BFDF762919FB}"/>
                    </a:ext>
                  </a:extLst>
                </p:cNvPr>
                <p:cNvSpPr/>
                <p:nvPr/>
              </p:nvSpPr>
              <p:spPr>
                <a:xfrm flipV="1">
                  <a:off x="3076685" y="5121510"/>
                  <a:ext cx="72503" cy="75969"/>
                </a:xfrm>
                <a:custGeom>
                  <a:avLst/>
                  <a:gdLst>
                    <a:gd name="connsiteX0" fmla="*/ -2324 w 72503"/>
                    <a:gd name="connsiteY0" fmla="*/ -1835 h 75969"/>
                    <a:gd name="connsiteX1" fmla="*/ 13580 w 72503"/>
                    <a:gd name="connsiteY1" fmla="*/ 74135 h 75969"/>
                    <a:gd name="connsiteX2" fmla="*/ 45454 w 72503"/>
                    <a:gd name="connsiteY2" fmla="*/ 74135 h 75969"/>
                    <a:gd name="connsiteX3" fmla="*/ 59766 w 72503"/>
                    <a:gd name="connsiteY3" fmla="*/ 72560 h 75969"/>
                    <a:gd name="connsiteX4" fmla="*/ 67411 w 72503"/>
                    <a:gd name="connsiteY4" fmla="*/ 66623 h 75969"/>
                    <a:gd name="connsiteX5" fmla="*/ 70180 w 72503"/>
                    <a:gd name="connsiteY5" fmla="*/ 55645 h 75969"/>
                    <a:gd name="connsiteX6" fmla="*/ 64111 w 72503"/>
                    <a:gd name="connsiteY6" fmla="*/ 40238 h 75969"/>
                    <a:gd name="connsiteX7" fmla="*/ 44525 w 72503"/>
                    <a:gd name="connsiteY7" fmla="*/ 32311 h 75969"/>
                    <a:gd name="connsiteX8" fmla="*/ 50794 w 72503"/>
                    <a:gd name="connsiteY8" fmla="*/ 26308 h 75969"/>
                    <a:gd name="connsiteX9" fmla="*/ 58472 w 72503"/>
                    <a:gd name="connsiteY9" fmla="*/ 12477 h 75969"/>
                    <a:gd name="connsiteX10" fmla="*/ 64277 w 72503"/>
                    <a:gd name="connsiteY10" fmla="*/ -1835 h 75969"/>
                    <a:gd name="connsiteX11" fmla="*/ 52917 w 72503"/>
                    <a:gd name="connsiteY11" fmla="*/ -1835 h 75969"/>
                    <a:gd name="connsiteX12" fmla="*/ 47477 w 72503"/>
                    <a:gd name="connsiteY12" fmla="*/ 12311 h 75969"/>
                    <a:gd name="connsiteX13" fmla="*/ 40744 w 72503"/>
                    <a:gd name="connsiteY13" fmla="*/ 25578 h 75969"/>
                    <a:gd name="connsiteX14" fmla="*/ 35454 w 72503"/>
                    <a:gd name="connsiteY14" fmla="*/ 30686 h 75969"/>
                    <a:gd name="connsiteX15" fmla="*/ 26698 w 72503"/>
                    <a:gd name="connsiteY15" fmla="*/ 31897 h 75969"/>
                    <a:gd name="connsiteX16" fmla="*/ 14890 w 72503"/>
                    <a:gd name="connsiteY16" fmla="*/ 31897 h 75969"/>
                    <a:gd name="connsiteX17" fmla="*/ 7842 w 72503"/>
                    <a:gd name="connsiteY17" fmla="*/ -1835 h 75969"/>
                    <a:gd name="connsiteX18" fmla="*/ -2324 w 72503"/>
                    <a:gd name="connsiteY18" fmla="*/ -1835 h 75969"/>
                    <a:gd name="connsiteX19" fmla="*/ 16598 w 72503"/>
                    <a:gd name="connsiteY19" fmla="*/ 40139 h 75969"/>
                    <a:gd name="connsiteX20" fmla="*/ 30645 w 72503"/>
                    <a:gd name="connsiteY20" fmla="*/ 40139 h 75969"/>
                    <a:gd name="connsiteX21" fmla="*/ 43331 w 72503"/>
                    <a:gd name="connsiteY21" fmla="*/ 40404 h 75969"/>
                    <a:gd name="connsiteX22" fmla="*/ 52767 w 72503"/>
                    <a:gd name="connsiteY22" fmla="*/ 42991 h 75969"/>
                    <a:gd name="connsiteX23" fmla="*/ 58472 w 72503"/>
                    <a:gd name="connsiteY23" fmla="*/ 48431 h 75969"/>
                    <a:gd name="connsiteX24" fmla="*/ 60495 w 72503"/>
                    <a:gd name="connsiteY24" fmla="*/ 55794 h 75969"/>
                    <a:gd name="connsiteX25" fmla="*/ 58986 w 72503"/>
                    <a:gd name="connsiteY25" fmla="*/ 61565 h 75969"/>
                    <a:gd name="connsiteX26" fmla="*/ 55039 w 72503"/>
                    <a:gd name="connsiteY26" fmla="*/ 64915 h 75969"/>
                    <a:gd name="connsiteX27" fmla="*/ 46748 w 72503"/>
                    <a:gd name="connsiteY27" fmla="*/ 65794 h 75969"/>
                    <a:gd name="connsiteX28" fmla="*/ 21988 w 72503"/>
                    <a:gd name="connsiteY28" fmla="*/ 65794 h 75969"/>
                    <a:gd name="connsiteX29" fmla="*/ 16598 w 72503"/>
                    <a:gd name="connsiteY29" fmla="*/ 40139 h 759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72503" h="75969">
                      <a:moveTo>
                        <a:pt x="-2324" y="-1835"/>
                      </a:moveTo>
                      <a:lnTo>
                        <a:pt x="13580" y="74135"/>
                      </a:lnTo>
                      <a:lnTo>
                        <a:pt x="45454" y="74135"/>
                      </a:lnTo>
                      <a:cubicBezTo>
                        <a:pt x="51745" y="74135"/>
                        <a:pt x="56515" y="73610"/>
                        <a:pt x="59766" y="72560"/>
                      </a:cubicBezTo>
                      <a:cubicBezTo>
                        <a:pt x="63016" y="71510"/>
                        <a:pt x="65565" y="69531"/>
                        <a:pt x="67411" y="66623"/>
                      </a:cubicBezTo>
                      <a:cubicBezTo>
                        <a:pt x="69257" y="63726"/>
                        <a:pt x="70180" y="60067"/>
                        <a:pt x="70180" y="55645"/>
                      </a:cubicBezTo>
                      <a:cubicBezTo>
                        <a:pt x="70180" y="49453"/>
                        <a:pt x="68157" y="44318"/>
                        <a:pt x="64111" y="40238"/>
                      </a:cubicBezTo>
                      <a:cubicBezTo>
                        <a:pt x="60075" y="36170"/>
                        <a:pt x="53547" y="33527"/>
                        <a:pt x="44525" y="32311"/>
                      </a:cubicBezTo>
                      <a:cubicBezTo>
                        <a:pt x="47289" y="30277"/>
                        <a:pt x="49379" y="28276"/>
                        <a:pt x="50794" y="26308"/>
                      </a:cubicBezTo>
                      <a:cubicBezTo>
                        <a:pt x="53978" y="21852"/>
                        <a:pt x="56537" y="17242"/>
                        <a:pt x="58472" y="12477"/>
                      </a:cubicBezTo>
                      <a:lnTo>
                        <a:pt x="64277" y="-1835"/>
                      </a:lnTo>
                      <a:lnTo>
                        <a:pt x="52917" y="-1835"/>
                      </a:lnTo>
                      <a:lnTo>
                        <a:pt x="47477" y="12311"/>
                      </a:lnTo>
                      <a:cubicBezTo>
                        <a:pt x="45509" y="17430"/>
                        <a:pt x="43265" y="21852"/>
                        <a:pt x="40744" y="25578"/>
                      </a:cubicBezTo>
                      <a:cubicBezTo>
                        <a:pt x="39020" y="28176"/>
                        <a:pt x="37256" y="29879"/>
                        <a:pt x="35454" y="30686"/>
                      </a:cubicBezTo>
                      <a:cubicBezTo>
                        <a:pt x="33663" y="31493"/>
                        <a:pt x="30744" y="31897"/>
                        <a:pt x="26698" y="31897"/>
                      </a:cubicBezTo>
                      <a:lnTo>
                        <a:pt x="14890" y="31897"/>
                      </a:lnTo>
                      <a:lnTo>
                        <a:pt x="7842" y="-1835"/>
                      </a:lnTo>
                      <a:lnTo>
                        <a:pt x="-2324" y="-1835"/>
                      </a:lnTo>
                      <a:close/>
                      <a:moveTo>
                        <a:pt x="16598" y="40139"/>
                      </a:moveTo>
                      <a:lnTo>
                        <a:pt x="30645" y="40139"/>
                      </a:lnTo>
                      <a:cubicBezTo>
                        <a:pt x="37135" y="40139"/>
                        <a:pt x="41363" y="40227"/>
                        <a:pt x="43331" y="40404"/>
                      </a:cubicBezTo>
                      <a:cubicBezTo>
                        <a:pt x="47168" y="40780"/>
                        <a:pt x="50313" y="41642"/>
                        <a:pt x="52767" y="42991"/>
                      </a:cubicBezTo>
                      <a:cubicBezTo>
                        <a:pt x="55222" y="44340"/>
                        <a:pt x="57124" y="46153"/>
                        <a:pt x="58472" y="48431"/>
                      </a:cubicBezTo>
                      <a:cubicBezTo>
                        <a:pt x="59821" y="50719"/>
                        <a:pt x="60495" y="53174"/>
                        <a:pt x="60495" y="55794"/>
                      </a:cubicBezTo>
                      <a:cubicBezTo>
                        <a:pt x="60495" y="58005"/>
                        <a:pt x="59993" y="59929"/>
                        <a:pt x="58986" y="61565"/>
                      </a:cubicBezTo>
                      <a:cubicBezTo>
                        <a:pt x="57980" y="63212"/>
                        <a:pt x="56665" y="64329"/>
                        <a:pt x="55039" y="64915"/>
                      </a:cubicBezTo>
                      <a:cubicBezTo>
                        <a:pt x="53425" y="65501"/>
                        <a:pt x="50661" y="65794"/>
                        <a:pt x="46748" y="65794"/>
                      </a:cubicBezTo>
                      <a:lnTo>
                        <a:pt x="21988" y="65794"/>
                      </a:lnTo>
                      <a:lnTo>
                        <a:pt x="16598" y="40139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1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6" name="Graphic 988">
              <a:extLst>
                <a:ext uri="{FF2B5EF4-FFF2-40B4-BE49-F238E27FC236}">
                  <a16:creationId xmlns:a16="http://schemas.microsoft.com/office/drawing/2014/main" id="{27FC7F38-CA9A-19CF-71C2-46B0CDBCC4BA}"/>
                </a:ext>
              </a:extLst>
            </p:cNvPr>
            <p:cNvGrpSpPr/>
            <p:nvPr/>
          </p:nvGrpSpPr>
          <p:grpSpPr>
            <a:xfrm>
              <a:off x="3581502" y="1692216"/>
              <a:ext cx="2631841" cy="1984977"/>
              <a:chOff x="2718782" y="1828741"/>
              <a:chExt cx="2631841" cy="1984977"/>
            </a:xfrm>
          </p:grpSpPr>
          <p:grpSp>
            <p:nvGrpSpPr>
              <p:cNvPr id="143" name="Graphic 988">
                <a:extLst>
                  <a:ext uri="{FF2B5EF4-FFF2-40B4-BE49-F238E27FC236}">
                    <a16:creationId xmlns:a16="http://schemas.microsoft.com/office/drawing/2014/main" id="{F7E4E3A9-1611-C84F-F925-C9A81CA42CF8}"/>
                  </a:ext>
                </a:extLst>
              </p:cNvPr>
              <p:cNvGrpSpPr/>
              <p:nvPr/>
            </p:nvGrpSpPr>
            <p:grpSpPr>
              <a:xfrm>
                <a:off x="3325396" y="3742605"/>
                <a:ext cx="2025227" cy="71113"/>
                <a:chOff x="3325396" y="3742605"/>
                <a:chExt cx="2025227" cy="71113"/>
              </a:xfrm>
            </p:grpSpPr>
            <p:sp>
              <p:nvSpPr>
                <p:cNvPr id="190" name="Freeform: Shape 189">
                  <a:extLst>
                    <a:ext uri="{FF2B5EF4-FFF2-40B4-BE49-F238E27FC236}">
                      <a16:creationId xmlns:a16="http://schemas.microsoft.com/office/drawing/2014/main" id="{8E1B4309-85FA-8E32-743B-D0C3C1999C4B}"/>
                    </a:ext>
                  </a:extLst>
                </p:cNvPr>
                <p:cNvSpPr/>
                <p:nvPr/>
              </p:nvSpPr>
              <p:spPr>
                <a:xfrm>
                  <a:off x="3459480" y="3777711"/>
                  <a:ext cx="1891143" cy="8844"/>
                </a:xfrm>
                <a:custGeom>
                  <a:avLst/>
                  <a:gdLst>
                    <a:gd name="connsiteX0" fmla="*/ 0 w 1891143"/>
                    <a:gd name="connsiteY0" fmla="*/ 0 h 8844"/>
                    <a:gd name="connsiteX1" fmla="*/ 1891144 w 1891143"/>
                    <a:gd name="connsiteY1" fmla="*/ 0 h 8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891143" h="8844">
                      <a:moveTo>
                        <a:pt x="0" y="0"/>
                      </a:moveTo>
                      <a:lnTo>
                        <a:pt x="1891144" y="0"/>
                      </a:lnTo>
                    </a:path>
                  </a:pathLst>
                </a:custGeom>
                <a:noFill/>
                <a:ln w="8845" cap="rnd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1" name="Freeform: Shape 190">
                  <a:extLst>
                    <a:ext uri="{FF2B5EF4-FFF2-40B4-BE49-F238E27FC236}">
                      <a16:creationId xmlns:a16="http://schemas.microsoft.com/office/drawing/2014/main" id="{D01EF3AA-C270-6E29-9281-7C2CE6049C2F}"/>
                    </a:ext>
                  </a:extLst>
                </p:cNvPr>
                <p:cNvSpPr/>
                <p:nvPr/>
              </p:nvSpPr>
              <p:spPr>
                <a:xfrm flipV="1">
                  <a:off x="3325396" y="3742605"/>
                  <a:ext cx="45407" cy="71113"/>
                </a:xfrm>
                <a:custGeom>
                  <a:avLst/>
                  <a:gdLst>
                    <a:gd name="connsiteX0" fmla="*/ -1570 w 45407"/>
                    <a:gd name="connsiteY0" fmla="*/ 33565 h 71113"/>
                    <a:gd name="connsiteX1" fmla="*/ 968 w 45407"/>
                    <a:gd name="connsiteY1" fmla="*/ 53449 h 71113"/>
                    <a:gd name="connsiteX2" fmla="*/ 8508 w 45407"/>
                    <a:gd name="connsiteY2" fmla="*/ 65063 h 71113"/>
                    <a:gd name="connsiteX3" fmla="*/ 21126 w 45407"/>
                    <a:gd name="connsiteY3" fmla="*/ 69152 h 71113"/>
                    <a:gd name="connsiteX4" fmla="*/ 30961 w 45407"/>
                    <a:gd name="connsiteY4" fmla="*/ 66887 h 71113"/>
                    <a:gd name="connsiteX5" fmla="*/ 37939 w 45407"/>
                    <a:gd name="connsiteY5" fmla="*/ 60381 h 71113"/>
                    <a:gd name="connsiteX6" fmla="*/ 42271 w 45407"/>
                    <a:gd name="connsiteY6" fmla="*/ 50029 h 71113"/>
                    <a:gd name="connsiteX7" fmla="*/ 43837 w 45407"/>
                    <a:gd name="connsiteY7" fmla="*/ 33565 h 71113"/>
                    <a:gd name="connsiteX8" fmla="*/ 41314 w 45407"/>
                    <a:gd name="connsiteY8" fmla="*/ 13788 h 71113"/>
                    <a:gd name="connsiteX9" fmla="*/ 33789 w 45407"/>
                    <a:gd name="connsiteY9" fmla="*/ 2143 h 71113"/>
                    <a:gd name="connsiteX10" fmla="*/ 21126 w 45407"/>
                    <a:gd name="connsiteY10" fmla="*/ -1961 h 71113"/>
                    <a:gd name="connsiteX11" fmla="*/ 5316 w 45407"/>
                    <a:gd name="connsiteY11" fmla="*/ 5260 h 71113"/>
                    <a:gd name="connsiteX12" fmla="*/ -1570 w 45407"/>
                    <a:gd name="connsiteY12" fmla="*/ 33565 h 71113"/>
                    <a:gd name="connsiteX13" fmla="*/ 7216 w 45407"/>
                    <a:gd name="connsiteY13" fmla="*/ 33565 h 71113"/>
                    <a:gd name="connsiteX14" fmla="*/ 11229 w 45407"/>
                    <a:gd name="connsiteY14" fmla="*/ 10732 h 71113"/>
                    <a:gd name="connsiteX15" fmla="*/ 21126 w 45407"/>
                    <a:gd name="connsiteY15" fmla="*/ 5062 h 71113"/>
                    <a:gd name="connsiteX16" fmla="*/ 31037 w 45407"/>
                    <a:gd name="connsiteY16" fmla="*/ 10763 h 71113"/>
                    <a:gd name="connsiteX17" fmla="*/ 35050 w 45407"/>
                    <a:gd name="connsiteY17" fmla="*/ 33565 h 71113"/>
                    <a:gd name="connsiteX18" fmla="*/ 31037 w 45407"/>
                    <a:gd name="connsiteY18" fmla="*/ 56413 h 71113"/>
                    <a:gd name="connsiteX19" fmla="*/ 21034 w 45407"/>
                    <a:gd name="connsiteY19" fmla="*/ 62068 h 71113"/>
                    <a:gd name="connsiteX20" fmla="*/ 11625 w 45407"/>
                    <a:gd name="connsiteY20" fmla="*/ 57082 h 71113"/>
                    <a:gd name="connsiteX21" fmla="*/ 7216 w 45407"/>
                    <a:gd name="connsiteY21" fmla="*/ 33565 h 711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5407" h="71113">
                      <a:moveTo>
                        <a:pt x="-1570" y="33565"/>
                      </a:moveTo>
                      <a:cubicBezTo>
                        <a:pt x="-1570" y="41805"/>
                        <a:pt x="-724" y="48433"/>
                        <a:pt x="968" y="53449"/>
                      </a:cubicBezTo>
                      <a:cubicBezTo>
                        <a:pt x="2661" y="58476"/>
                        <a:pt x="5174" y="62347"/>
                        <a:pt x="8508" y="65063"/>
                      </a:cubicBezTo>
                      <a:cubicBezTo>
                        <a:pt x="11853" y="67789"/>
                        <a:pt x="16058" y="69152"/>
                        <a:pt x="21126" y="69152"/>
                      </a:cubicBezTo>
                      <a:cubicBezTo>
                        <a:pt x="24865" y="69152"/>
                        <a:pt x="28144" y="68397"/>
                        <a:pt x="30961" y="66887"/>
                      </a:cubicBezTo>
                      <a:cubicBezTo>
                        <a:pt x="33779" y="65387"/>
                        <a:pt x="36104" y="63219"/>
                        <a:pt x="37939" y="60381"/>
                      </a:cubicBezTo>
                      <a:cubicBezTo>
                        <a:pt x="39783" y="57554"/>
                        <a:pt x="41227" y="54103"/>
                        <a:pt x="42271" y="50029"/>
                      </a:cubicBezTo>
                      <a:cubicBezTo>
                        <a:pt x="43315" y="45965"/>
                        <a:pt x="43837" y="40477"/>
                        <a:pt x="43837" y="33565"/>
                      </a:cubicBezTo>
                      <a:cubicBezTo>
                        <a:pt x="43837" y="25397"/>
                        <a:pt x="42996" y="18804"/>
                        <a:pt x="41314" y="13788"/>
                      </a:cubicBezTo>
                      <a:cubicBezTo>
                        <a:pt x="39641" y="8771"/>
                        <a:pt x="37133" y="4890"/>
                        <a:pt x="33789" y="2143"/>
                      </a:cubicBezTo>
                      <a:cubicBezTo>
                        <a:pt x="30455" y="-593"/>
                        <a:pt x="26233" y="-1961"/>
                        <a:pt x="21126" y="-1961"/>
                      </a:cubicBezTo>
                      <a:cubicBezTo>
                        <a:pt x="14417" y="-1961"/>
                        <a:pt x="9147" y="446"/>
                        <a:pt x="5316" y="5260"/>
                      </a:cubicBezTo>
                      <a:cubicBezTo>
                        <a:pt x="725" y="11057"/>
                        <a:pt x="-1570" y="20492"/>
                        <a:pt x="-1570" y="33565"/>
                      </a:cubicBezTo>
                      <a:close/>
                      <a:moveTo>
                        <a:pt x="7216" y="33565"/>
                      </a:moveTo>
                      <a:cubicBezTo>
                        <a:pt x="7216" y="22134"/>
                        <a:pt x="8554" y="14522"/>
                        <a:pt x="11229" y="10732"/>
                      </a:cubicBezTo>
                      <a:cubicBezTo>
                        <a:pt x="13905" y="6952"/>
                        <a:pt x="17204" y="5062"/>
                        <a:pt x="21126" y="5062"/>
                      </a:cubicBezTo>
                      <a:cubicBezTo>
                        <a:pt x="25058" y="5062"/>
                        <a:pt x="28362" y="6962"/>
                        <a:pt x="31037" y="10763"/>
                      </a:cubicBezTo>
                      <a:cubicBezTo>
                        <a:pt x="33713" y="14563"/>
                        <a:pt x="35050" y="22164"/>
                        <a:pt x="35050" y="33565"/>
                      </a:cubicBezTo>
                      <a:cubicBezTo>
                        <a:pt x="35050" y="45038"/>
                        <a:pt x="33713" y="52654"/>
                        <a:pt x="31037" y="56413"/>
                      </a:cubicBezTo>
                      <a:cubicBezTo>
                        <a:pt x="28362" y="60183"/>
                        <a:pt x="25028" y="62068"/>
                        <a:pt x="21034" y="62068"/>
                      </a:cubicBezTo>
                      <a:cubicBezTo>
                        <a:pt x="17112" y="62068"/>
                        <a:pt x="13976" y="60406"/>
                        <a:pt x="11625" y="57082"/>
                      </a:cubicBezTo>
                      <a:cubicBezTo>
                        <a:pt x="8686" y="52846"/>
                        <a:pt x="7216" y="45007"/>
                        <a:pt x="7216" y="33565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1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44" name="Graphic 988">
                <a:extLst>
                  <a:ext uri="{FF2B5EF4-FFF2-40B4-BE49-F238E27FC236}">
                    <a16:creationId xmlns:a16="http://schemas.microsoft.com/office/drawing/2014/main" id="{B701301D-556A-F8B8-C451-AABD166AC82B}"/>
                  </a:ext>
                </a:extLst>
              </p:cNvPr>
              <p:cNvGrpSpPr/>
              <p:nvPr/>
            </p:nvGrpSpPr>
            <p:grpSpPr>
              <a:xfrm>
                <a:off x="3270192" y="3469190"/>
                <a:ext cx="2080431" cy="71114"/>
                <a:chOff x="3270192" y="3469190"/>
                <a:chExt cx="2080431" cy="71114"/>
              </a:xfrm>
            </p:grpSpPr>
            <p:sp>
              <p:nvSpPr>
                <p:cNvPr id="186" name="Freeform: Shape 185">
                  <a:extLst>
                    <a:ext uri="{FF2B5EF4-FFF2-40B4-BE49-F238E27FC236}">
                      <a16:creationId xmlns:a16="http://schemas.microsoft.com/office/drawing/2014/main" id="{42A9D40D-CFFD-047B-110F-D54550F4DD63}"/>
                    </a:ext>
                  </a:extLst>
                </p:cNvPr>
                <p:cNvSpPr/>
                <p:nvPr/>
              </p:nvSpPr>
              <p:spPr>
                <a:xfrm>
                  <a:off x="3459480" y="3504297"/>
                  <a:ext cx="1891143" cy="8844"/>
                </a:xfrm>
                <a:custGeom>
                  <a:avLst/>
                  <a:gdLst>
                    <a:gd name="connsiteX0" fmla="*/ 0 w 1891143"/>
                    <a:gd name="connsiteY0" fmla="*/ 0 h 8844"/>
                    <a:gd name="connsiteX1" fmla="*/ 1891144 w 1891143"/>
                    <a:gd name="connsiteY1" fmla="*/ 0 h 8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891143" h="8844">
                      <a:moveTo>
                        <a:pt x="0" y="0"/>
                      </a:moveTo>
                      <a:lnTo>
                        <a:pt x="1891144" y="0"/>
                      </a:lnTo>
                    </a:path>
                  </a:pathLst>
                </a:custGeom>
                <a:noFill/>
                <a:ln w="8845" cap="rnd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87" name="Graphic 988">
                  <a:extLst>
                    <a:ext uri="{FF2B5EF4-FFF2-40B4-BE49-F238E27FC236}">
                      <a16:creationId xmlns:a16="http://schemas.microsoft.com/office/drawing/2014/main" id="{0F73F2DB-8FDD-28F4-CAEE-83AC8B18EED0}"/>
                    </a:ext>
                  </a:extLst>
                </p:cNvPr>
                <p:cNvGrpSpPr/>
                <p:nvPr/>
              </p:nvGrpSpPr>
              <p:grpSpPr>
                <a:xfrm>
                  <a:off x="3270192" y="3469190"/>
                  <a:ext cx="101377" cy="71114"/>
                  <a:chOff x="3270192" y="3469190"/>
                  <a:chExt cx="101377" cy="71114"/>
                </a:xfrm>
                <a:solidFill>
                  <a:srgbClr val="262626"/>
                </a:solidFill>
              </p:grpSpPr>
              <p:sp>
                <p:nvSpPr>
                  <p:cNvPr id="188" name="Freeform: Shape 187">
                    <a:extLst>
                      <a:ext uri="{FF2B5EF4-FFF2-40B4-BE49-F238E27FC236}">
                        <a16:creationId xmlns:a16="http://schemas.microsoft.com/office/drawing/2014/main" id="{F526C700-C287-ECA4-9789-0B4B71C26561}"/>
                      </a:ext>
                    </a:extLst>
                  </p:cNvPr>
                  <p:cNvSpPr/>
                  <p:nvPr/>
                </p:nvSpPr>
                <p:spPr>
                  <a:xfrm flipV="1">
                    <a:off x="3270192" y="3469190"/>
                    <a:ext cx="46037" cy="69927"/>
                  </a:xfrm>
                  <a:custGeom>
                    <a:avLst/>
                    <a:gdLst>
                      <a:gd name="connsiteX0" fmla="*/ 44513 w 46037"/>
                      <a:gd name="connsiteY0" fmla="*/ 6193 h 69927"/>
                      <a:gd name="connsiteX1" fmla="*/ 44513 w 46037"/>
                      <a:gd name="connsiteY1" fmla="*/ -2031 h 69927"/>
                      <a:gd name="connsiteX2" fmla="*/ -1518 w 46037"/>
                      <a:gd name="connsiteY2" fmla="*/ -2031 h 69927"/>
                      <a:gd name="connsiteX3" fmla="*/ -530 w 46037"/>
                      <a:gd name="connsiteY3" fmla="*/ 3913 h 69927"/>
                      <a:gd name="connsiteX4" fmla="*/ 5095 w 46037"/>
                      <a:gd name="connsiteY4" fmla="*/ 13171 h 69927"/>
                      <a:gd name="connsiteX5" fmla="*/ 16299 w 46037"/>
                      <a:gd name="connsiteY5" fmla="*/ 23721 h 69927"/>
                      <a:gd name="connsiteX6" fmla="*/ 31637 w 46037"/>
                      <a:gd name="connsiteY6" fmla="*/ 38466 h 69927"/>
                      <a:gd name="connsiteX7" fmla="*/ 35635 w 46037"/>
                      <a:gd name="connsiteY7" fmla="*/ 48758 h 69927"/>
                      <a:gd name="connsiteX8" fmla="*/ 31987 w 46037"/>
                      <a:gd name="connsiteY8" fmla="*/ 57316 h 69927"/>
                      <a:gd name="connsiteX9" fmla="*/ 22516 w 46037"/>
                      <a:gd name="connsiteY9" fmla="*/ 60813 h 69927"/>
                      <a:gd name="connsiteX10" fmla="*/ 12635 w 46037"/>
                      <a:gd name="connsiteY10" fmla="*/ 57104 h 69927"/>
                      <a:gd name="connsiteX11" fmla="*/ 8880 w 46037"/>
                      <a:gd name="connsiteY11" fmla="*/ 46858 h 69927"/>
                      <a:gd name="connsiteX12" fmla="*/ 94 w 46037"/>
                      <a:gd name="connsiteY12" fmla="*/ 47754 h 69927"/>
                      <a:gd name="connsiteX13" fmla="*/ 6873 w 46037"/>
                      <a:gd name="connsiteY13" fmla="*/ 62743 h 69927"/>
                      <a:gd name="connsiteX14" fmla="*/ 22714 w 46037"/>
                      <a:gd name="connsiteY14" fmla="*/ 67897 h 69927"/>
                      <a:gd name="connsiteX15" fmla="*/ 38569 w 46037"/>
                      <a:gd name="connsiteY15" fmla="*/ 62333 h 69927"/>
                      <a:gd name="connsiteX16" fmla="*/ 44422 w 46037"/>
                      <a:gd name="connsiteY16" fmla="*/ 48560 h 69927"/>
                      <a:gd name="connsiteX17" fmla="*/ 42704 w 46037"/>
                      <a:gd name="connsiteY17" fmla="*/ 40336 h 69927"/>
                      <a:gd name="connsiteX18" fmla="*/ 37034 w 46037"/>
                      <a:gd name="connsiteY18" fmla="*/ 31838 h 69927"/>
                      <a:gd name="connsiteX19" fmla="*/ 23854 w 46037"/>
                      <a:gd name="connsiteY19" fmla="*/ 19586 h 69927"/>
                      <a:gd name="connsiteX20" fmla="*/ 13958 w 46037"/>
                      <a:gd name="connsiteY20" fmla="*/ 10814 h 69927"/>
                      <a:gd name="connsiteX21" fmla="*/ 10355 w 46037"/>
                      <a:gd name="connsiteY21" fmla="*/ 6193 h 69927"/>
                      <a:gd name="connsiteX22" fmla="*/ 44513 w 46037"/>
                      <a:gd name="connsiteY22" fmla="*/ 6193 h 699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</a:cxnLst>
                    <a:rect l="l" t="t" r="r" b="b"/>
                    <a:pathLst>
                      <a:path w="46037" h="69927">
                        <a:moveTo>
                          <a:pt x="44513" y="6193"/>
                        </a:moveTo>
                        <a:lnTo>
                          <a:pt x="44513" y="-2031"/>
                        </a:lnTo>
                        <a:lnTo>
                          <a:pt x="-1518" y="-2031"/>
                        </a:lnTo>
                        <a:cubicBezTo>
                          <a:pt x="-1579" y="26"/>
                          <a:pt x="-1249" y="2007"/>
                          <a:pt x="-530" y="3913"/>
                        </a:cubicBezTo>
                        <a:cubicBezTo>
                          <a:pt x="646" y="7044"/>
                          <a:pt x="2521" y="10130"/>
                          <a:pt x="5095" y="13171"/>
                        </a:cubicBezTo>
                        <a:cubicBezTo>
                          <a:pt x="7679" y="16211"/>
                          <a:pt x="11414" y="19727"/>
                          <a:pt x="16299" y="23721"/>
                        </a:cubicBezTo>
                        <a:cubicBezTo>
                          <a:pt x="23869" y="29923"/>
                          <a:pt x="28982" y="34838"/>
                          <a:pt x="31637" y="38466"/>
                        </a:cubicBezTo>
                        <a:cubicBezTo>
                          <a:pt x="34302" y="42094"/>
                          <a:pt x="35635" y="45525"/>
                          <a:pt x="35635" y="48758"/>
                        </a:cubicBezTo>
                        <a:cubicBezTo>
                          <a:pt x="35635" y="52143"/>
                          <a:pt x="34419" y="54996"/>
                          <a:pt x="31987" y="57316"/>
                        </a:cubicBezTo>
                        <a:cubicBezTo>
                          <a:pt x="29565" y="59647"/>
                          <a:pt x="26408" y="60813"/>
                          <a:pt x="22516" y="60813"/>
                        </a:cubicBezTo>
                        <a:cubicBezTo>
                          <a:pt x="18401" y="60813"/>
                          <a:pt x="15108" y="59576"/>
                          <a:pt x="12635" y="57104"/>
                        </a:cubicBezTo>
                        <a:cubicBezTo>
                          <a:pt x="10162" y="54641"/>
                          <a:pt x="8911" y="51225"/>
                          <a:pt x="8880" y="46858"/>
                        </a:cubicBezTo>
                        <a:lnTo>
                          <a:pt x="94" y="47754"/>
                        </a:lnTo>
                        <a:cubicBezTo>
                          <a:pt x="691" y="54311"/>
                          <a:pt x="2951" y="59308"/>
                          <a:pt x="6873" y="62743"/>
                        </a:cubicBezTo>
                        <a:cubicBezTo>
                          <a:pt x="10806" y="66179"/>
                          <a:pt x="16086" y="67897"/>
                          <a:pt x="22714" y="67897"/>
                        </a:cubicBezTo>
                        <a:cubicBezTo>
                          <a:pt x="29392" y="67897"/>
                          <a:pt x="34677" y="66042"/>
                          <a:pt x="38569" y="62333"/>
                        </a:cubicBezTo>
                        <a:cubicBezTo>
                          <a:pt x="42471" y="58634"/>
                          <a:pt x="44422" y="54043"/>
                          <a:pt x="44422" y="48560"/>
                        </a:cubicBezTo>
                        <a:cubicBezTo>
                          <a:pt x="44422" y="45773"/>
                          <a:pt x="43849" y="43032"/>
                          <a:pt x="42704" y="40336"/>
                        </a:cubicBezTo>
                        <a:cubicBezTo>
                          <a:pt x="41569" y="37650"/>
                          <a:pt x="39679" y="34818"/>
                          <a:pt x="37034" y="31838"/>
                        </a:cubicBezTo>
                        <a:cubicBezTo>
                          <a:pt x="34389" y="28859"/>
                          <a:pt x="29995" y="24774"/>
                          <a:pt x="23854" y="19586"/>
                        </a:cubicBezTo>
                        <a:cubicBezTo>
                          <a:pt x="18716" y="15279"/>
                          <a:pt x="15417" y="12355"/>
                          <a:pt x="13958" y="10814"/>
                        </a:cubicBezTo>
                        <a:cubicBezTo>
                          <a:pt x="12508" y="9284"/>
                          <a:pt x="11307" y="7744"/>
                          <a:pt x="10355" y="6193"/>
                        </a:cubicBezTo>
                        <a:lnTo>
                          <a:pt x="44513" y="6193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9" name="Freeform: Shape 188">
                    <a:extLst>
                      <a:ext uri="{FF2B5EF4-FFF2-40B4-BE49-F238E27FC236}">
                        <a16:creationId xmlns:a16="http://schemas.microsoft.com/office/drawing/2014/main" id="{FD45C50C-7B7B-3739-AC24-4947AA82AACF}"/>
                      </a:ext>
                    </a:extLst>
                  </p:cNvPr>
                  <p:cNvSpPr/>
                  <p:nvPr/>
                </p:nvSpPr>
                <p:spPr>
                  <a:xfrm flipV="1">
                    <a:off x="3325402" y="3470422"/>
                    <a:ext cx="46167" cy="69882"/>
                  </a:xfrm>
                  <a:custGeom>
                    <a:avLst/>
                    <a:gdLst>
                      <a:gd name="connsiteX0" fmla="*/ -1595 w 46167"/>
                      <a:gd name="connsiteY0" fmla="*/ 17476 h 69882"/>
                      <a:gd name="connsiteX1" fmla="*/ 7374 w 46167"/>
                      <a:gd name="connsiteY1" fmla="*/ 18236 h 69882"/>
                      <a:gd name="connsiteX2" fmla="*/ 12010 w 46167"/>
                      <a:gd name="connsiteY2" fmla="*/ 8370 h 69882"/>
                      <a:gd name="connsiteX3" fmla="*/ 20781 w 46167"/>
                      <a:gd name="connsiteY3" fmla="*/ 5072 h 69882"/>
                      <a:gd name="connsiteX4" fmla="*/ 31225 w 46167"/>
                      <a:gd name="connsiteY4" fmla="*/ 9723 h 69882"/>
                      <a:gd name="connsiteX5" fmla="*/ 35497 w 46167"/>
                      <a:gd name="connsiteY5" fmla="*/ 22082 h 69882"/>
                      <a:gd name="connsiteX6" fmla="*/ 31392 w 46167"/>
                      <a:gd name="connsiteY6" fmla="*/ 33620 h 69882"/>
                      <a:gd name="connsiteX7" fmla="*/ 20629 w 46167"/>
                      <a:gd name="connsiteY7" fmla="*/ 37862 h 69882"/>
                      <a:gd name="connsiteX8" fmla="*/ 13165 w 46167"/>
                      <a:gd name="connsiteY8" fmla="*/ 35977 h 69882"/>
                      <a:gd name="connsiteX9" fmla="*/ 7951 w 46167"/>
                      <a:gd name="connsiteY9" fmla="*/ 31112 h 69882"/>
                      <a:gd name="connsiteX10" fmla="*/ -75 w 46167"/>
                      <a:gd name="connsiteY10" fmla="*/ 32161 h 69882"/>
                      <a:gd name="connsiteX11" fmla="*/ 6659 w 46167"/>
                      <a:gd name="connsiteY11" fmla="*/ 67931 h 69882"/>
                      <a:gd name="connsiteX12" fmla="*/ 41304 w 46167"/>
                      <a:gd name="connsiteY12" fmla="*/ 67931 h 69882"/>
                      <a:gd name="connsiteX13" fmla="*/ 41304 w 46167"/>
                      <a:gd name="connsiteY13" fmla="*/ 59752 h 69882"/>
                      <a:gd name="connsiteX14" fmla="*/ 13500 w 46167"/>
                      <a:gd name="connsiteY14" fmla="*/ 59752 h 69882"/>
                      <a:gd name="connsiteX15" fmla="*/ 9760 w 46167"/>
                      <a:gd name="connsiteY15" fmla="*/ 41039 h 69882"/>
                      <a:gd name="connsiteX16" fmla="*/ 22910 w 46167"/>
                      <a:gd name="connsiteY16" fmla="*/ 45417 h 69882"/>
                      <a:gd name="connsiteX17" fmla="*/ 38294 w 46167"/>
                      <a:gd name="connsiteY17" fmla="*/ 39093 h 69882"/>
                      <a:gd name="connsiteX18" fmla="*/ 44572 w 46167"/>
                      <a:gd name="connsiteY18" fmla="*/ 22842 h 69882"/>
                      <a:gd name="connsiteX19" fmla="*/ 39069 w 46167"/>
                      <a:gd name="connsiteY19" fmla="*/ 6501 h 69882"/>
                      <a:gd name="connsiteX20" fmla="*/ 20781 w 46167"/>
                      <a:gd name="connsiteY20" fmla="*/ -1952 h 69882"/>
                      <a:gd name="connsiteX21" fmla="*/ 5261 w 46167"/>
                      <a:gd name="connsiteY21" fmla="*/ 3369 h 69882"/>
                      <a:gd name="connsiteX22" fmla="*/ -1595 w 46167"/>
                      <a:gd name="connsiteY22" fmla="*/ 17476 h 698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</a:cxnLst>
                    <a:rect l="l" t="t" r="r" b="b"/>
                    <a:pathLst>
                      <a:path w="46167" h="69882">
                        <a:moveTo>
                          <a:pt x="-1595" y="17476"/>
                        </a:moveTo>
                        <a:lnTo>
                          <a:pt x="7374" y="18236"/>
                        </a:lnTo>
                        <a:cubicBezTo>
                          <a:pt x="8042" y="13868"/>
                          <a:pt x="9588" y="10580"/>
                          <a:pt x="12010" y="8370"/>
                        </a:cubicBezTo>
                        <a:cubicBezTo>
                          <a:pt x="14432" y="6171"/>
                          <a:pt x="17356" y="5072"/>
                          <a:pt x="20781" y="5072"/>
                        </a:cubicBezTo>
                        <a:cubicBezTo>
                          <a:pt x="24896" y="5072"/>
                          <a:pt x="28377" y="6622"/>
                          <a:pt x="31225" y="9723"/>
                        </a:cubicBezTo>
                        <a:cubicBezTo>
                          <a:pt x="34073" y="12835"/>
                          <a:pt x="35497" y="16954"/>
                          <a:pt x="35497" y="22082"/>
                        </a:cubicBezTo>
                        <a:cubicBezTo>
                          <a:pt x="35497" y="26957"/>
                          <a:pt x="34129" y="30803"/>
                          <a:pt x="31392" y="33620"/>
                        </a:cubicBezTo>
                        <a:cubicBezTo>
                          <a:pt x="28656" y="36448"/>
                          <a:pt x="25068" y="37862"/>
                          <a:pt x="20629" y="37862"/>
                        </a:cubicBezTo>
                        <a:cubicBezTo>
                          <a:pt x="17873" y="37862"/>
                          <a:pt x="15385" y="37233"/>
                          <a:pt x="13165" y="35977"/>
                        </a:cubicBezTo>
                        <a:cubicBezTo>
                          <a:pt x="10956" y="34730"/>
                          <a:pt x="9218" y="33109"/>
                          <a:pt x="7951" y="31112"/>
                        </a:cubicBezTo>
                        <a:lnTo>
                          <a:pt x="-75" y="32161"/>
                        </a:lnTo>
                        <a:lnTo>
                          <a:pt x="6659" y="67931"/>
                        </a:lnTo>
                        <a:lnTo>
                          <a:pt x="41304" y="67931"/>
                        </a:lnTo>
                        <a:lnTo>
                          <a:pt x="41304" y="59752"/>
                        </a:lnTo>
                        <a:lnTo>
                          <a:pt x="13500" y="59752"/>
                        </a:lnTo>
                        <a:lnTo>
                          <a:pt x="9760" y="41039"/>
                        </a:lnTo>
                        <a:cubicBezTo>
                          <a:pt x="13936" y="43958"/>
                          <a:pt x="18319" y="45417"/>
                          <a:pt x="22910" y="45417"/>
                        </a:cubicBezTo>
                        <a:cubicBezTo>
                          <a:pt x="28990" y="45417"/>
                          <a:pt x="34118" y="43309"/>
                          <a:pt x="38294" y="39093"/>
                        </a:cubicBezTo>
                        <a:cubicBezTo>
                          <a:pt x="42479" y="34877"/>
                          <a:pt x="44572" y="29460"/>
                          <a:pt x="44572" y="22842"/>
                        </a:cubicBezTo>
                        <a:cubicBezTo>
                          <a:pt x="44572" y="16539"/>
                          <a:pt x="42738" y="11092"/>
                          <a:pt x="39069" y="6501"/>
                        </a:cubicBezTo>
                        <a:cubicBezTo>
                          <a:pt x="34600" y="866"/>
                          <a:pt x="28504" y="-1952"/>
                          <a:pt x="20781" y="-1952"/>
                        </a:cubicBezTo>
                        <a:cubicBezTo>
                          <a:pt x="14447" y="-1952"/>
                          <a:pt x="9274" y="-178"/>
                          <a:pt x="5261" y="3369"/>
                        </a:cubicBezTo>
                        <a:cubicBezTo>
                          <a:pt x="1257" y="6916"/>
                          <a:pt x="-1028" y="11619"/>
                          <a:pt x="-1595" y="17476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45" name="Graphic 988">
                <a:extLst>
                  <a:ext uri="{FF2B5EF4-FFF2-40B4-BE49-F238E27FC236}">
                    <a16:creationId xmlns:a16="http://schemas.microsoft.com/office/drawing/2014/main" id="{47BFD73A-DC92-A0B3-C5D7-EB88DBD91E53}"/>
                  </a:ext>
                </a:extLst>
              </p:cNvPr>
              <p:cNvGrpSpPr/>
              <p:nvPr/>
            </p:nvGrpSpPr>
            <p:grpSpPr>
              <a:xfrm>
                <a:off x="3271294" y="3195785"/>
                <a:ext cx="2079329" cy="71113"/>
                <a:chOff x="3271294" y="3195785"/>
                <a:chExt cx="2079329" cy="71113"/>
              </a:xfrm>
            </p:grpSpPr>
            <p:sp>
              <p:nvSpPr>
                <p:cNvPr id="182" name="Freeform: Shape 181">
                  <a:extLst>
                    <a:ext uri="{FF2B5EF4-FFF2-40B4-BE49-F238E27FC236}">
                      <a16:creationId xmlns:a16="http://schemas.microsoft.com/office/drawing/2014/main" id="{4EF6878D-1C60-F008-131E-5AE13878F3EE}"/>
                    </a:ext>
                  </a:extLst>
                </p:cNvPr>
                <p:cNvSpPr/>
                <p:nvPr/>
              </p:nvSpPr>
              <p:spPr>
                <a:xfrm>
                  <a:off x="3459480" y="3230891"/>
                  <a:ext cx="1891143" cy="8844"/>
                </a:xfrm>
                <a:custGeom>
                  <a:avLst/>
                  <a:gdLst>
                    <a:gd name="connsiteX0" fmla="*/ 0 w 1891143"/>
                    <a:gd name="connsiteY0" fmla="*/ 0 h 8844"/>
                    <a:gd name="connsiteX1" fmla="*/ 1891144 w 1891143"/>
                    <a:gd name="connsiteY1" fmla="*/ 0 h 8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891143" h="8844">
                      <a:moveTo>
                        <a:pt x="0" y="0"/>
                      </a:moveTo>
                      <a:lnTo>
                        <a:pt x="1891144" y="0"/>
                      </a:lnTo>
                    </a:path>
                  </a:pathLst>
                </a:custGeom>
                <a:noFill/>
                <a:ln w="8845" cap="rnd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83" name="Graphic 988">
                  <a:extLst>
                    <a:ext uri="{FF2B5EF4-FFF2-40B4-BE49-F238E27FC236}">
                      <a16:creationId xmlns:a16="http://schemas.microsoft.com/office/drawing/2014/main" id="{58F8F95D-DE58-7769-0D5C-D8A49791682A}"/>
                    </a:ext>
                  </a:extLst>
                </p:cNvPr>
                <p:cNvGrpSpPr/>
                <p:nvPr/>
              </p:nvGrpSpPr>
              <p:grpSpPr>
                <a:xfrm>
                  <a:off x="3271294" y="3195785"/>
                  <a:ext cx="99515" cy="71113"/>
                  <a:chOff x="3271294" y="3195785"/>
                  <a:chExt cx="99515" cy="71113"/>
                </a:xfrm>
                <a:solidFill>
                  <a:srgbClr val="262626"/>
                </a:solidFill>
              </p:grpSpPr>
              <p:sp>
                <p:nvSpPr>
                  <p:cNvPr id="184" name="Freeform: Shape 183">
                    <a:extLst>
                      <a:ext uri="{FF2B5EF4-FFF2-40B4-BE49-F238E27FC236}">
                        <a16:creationId xmlns:a16="http://schemas.microsoft.com/office/drawing/2014/main" id="{F0FEF0EE-4A91-BCC4-21C2-74779C7D86C9}"/>
                      </a:ext>
                    </a:extLst>
                  </p:cNvPr>
                  <p:cNvSpPr/>
                  <p:nvPr/>
                </p:nvSpPr>
                <p:spPr>
                  <a:xfrm flipV="1">
                    <a:off x="3271294" y="3197016"/>
                    <a:ext cx="46167" cy="69882"/>
                  </a:xfrm>
                  <a:custGeom>
                    <a:avLst/>
                    <a:gdLst>
                      <a:gd name="connsiteX0" fmla="*/ -1602 w 46167"/>
                      <a:gd name="connsiteY0" fmla="*/ 17445 h 69882"/>
                      <a:gd name="connsiteX1" fmla="*/ 7367 w 46167"/>
                      <a:gd name="connsiteY1" fmla="*/ 18205 h 69882"/>
                      <a:gd name="connsiteX2" fmla="*/ 12004 w 46167"/>
                      <a:gd name="connsiteY2" fmla="*/ 8340 h 69882"/>
                      <a:gd name="connsiteX3" fmla="*/ 20775 w 46167"/>
                      <a:gd name="connsiteY3" fmla="*/ 5041 h 69882"/>
                      <a:gd name="connsiteX4" fmla="*/ 31219 w 46167"/>
                      <a:gd name="connsiteY4" fmla="*/ 9692 h 69882"/>
                      <a:gd name="connsiteX5" fmla="*/ 35491 w 46167"/>
                      <a:gd name="connsiteY5" fmla="*/ 22051 h 69882"/>
                      <a:gd name="connsiteX6" fmla="*/ 31386 w 46167"/>
                      <a:gd name="connsiteY6" fmla="*/ 33590 h 69882"/>
                      <a:gd name="connsiteX7" fmla="*/ 20623 w 46167"/>
                      <a:gd name="connsiteY7" fmla="*/ 37831 h 69882"/>
                      <a:gd name="connsiteX8" fmla="*/ 13159 w 46167"/>
                      <a:gd name="connsiteY8" fmla="*/ 35946 h 69882"/>
                      <a:gd name="connsiteX9" fmla="*/ 7945 w 46167"/>
                      <a:gd name="connsiteY9" fmla="*/ 31081 h 69882"/>
                      <a:gd name="connsiteX10" fmla="*/ -81 w 46167"/>
                      <a:gd name="connsiteY10" fmla="*/ 32130 h 69882"/>
                      <a:gd name="connsiteX11" fmla="*/ 6653 w 46167"/>
                      <a:gd name="connsiteY11" fmla="*/ 67900 h 69882"/>
                      <a:gd name="connsiteX12" fmla="*/ 41298 w 46167"/>
                      <a:gd name="connsiteY12" fmla="*/ 67900 h 69882"/>
                      <a:gd name="connsiteX13" fmla="*/ 41298 w 46167"/>
                      <a:gd name="connsiteY13" fmla="*/ 59721 h 69882"/>
                      <a:gd name="connsiteX14" fmla="*/ 13494 w 46167"/>
                      <a:gd name="connsiteY14" fmla="*/ 59721 h 69882"/>
                      <a:gd name="connsiteX15" fmla="*/ 9754 w 46167"/>
                      <a:gd name="connsiteY15" fmla="*/ 41008 h 69882"/>
                      <a:gd name="connsiteX16" fmla="*/ 22904 w 46167"/>
                      <a:gd name="connsiteY16" fmla="*/ 45386 h 69882"/>
                      <a:gd name="connsiteX17" fmla="*/ 38288 w 46167"/>
                      <a:gd name="connsiteY17" fmla="*/ 39062 h 69882"/>
                      <a:gd name="connsiteX18" fmla="*/ 44566 w 46167"/>
                      <a:gd name="connsiteY18" fmla="*/ 22812 h 69882"/>
                      <a:gd name="connsiteX19" fmla="*/ 39063 w 46167"/>
                      <a:gd name="connsiteY19" fmla="*/ 6470 h 69882"/>
                      <a:gd name="connsiteX20" fmla="*/ 20775 w 46167"/>
                      <a:gd name="connsiteY20" fmla="*/ -1982 h 69882"/>
                      <a:gd name="connsiteX21" fmla="*/ 5254 w 46167"/>
                      <a:gd name="connsiteY21" fmla="*/ 3338 h 69882"/>
                      <a:gd name="connsiteX22" fmla="*/ -1602 w 46167"/>
                      <a:gd name="connsiteY22" fmla="*/ 17445 h 698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</a:cxnLst>
                    <a:rect l="l" t="t" r="r" b="b"/>
                    <a:pathLst>
                      <a:path w="46167" h="69882">
                        <a:moveTo>
                          <a:pt x="-1602" y="17445"/>
                        </a:moveTo>
                        <a:lnTo>
                          <a:pt x="7367" y="18205"/>
                        </a:lnTo>
                        <a:cubicBezTo>
                          <a:pt x="8036" y="13837"/>
                          <a:pt x="9582" y="10549"/>
                          <a:pt x="12004" y="8340"/>
                        </a:cubicBezTo>
                        <a:cubicBezTo>
                          <a:pt x="14426" y="6140"/>
                          <a:pt x="17350" y="5041"/>
                          <a:pt x="20775" y="5041"/>
                        </a:cubicBezTo>
                        <a:cubicBezTo>
                          <a:pt x="24890" y="5041"/>
                          <a:pt x="28371" y="6591"/>
                          <a:pt x="31219" y="9692"/>
                        </a:cubicBezTo>
                        <a:cubicBezTo>
                          <a:pt x="34067" y="12804"/>
                          <a:pt x="35491" y="16923"/>
                          <a:pt x="35491" y="22051"/>
                        </a:cubicBezTo>
                        <a:cubicBezTo>
                          <a:pt x="35491" y="26926"/>
                          <a:pt x="34123" y="30772"/>
                          <a:pt x="31386" y="33590"/>
                        </a:cubicBezTo>
                        <a:cubicBezTo>
                          <a:pt x="28650" y="36417"/>
                          <a:pt x="25062" y="37831"/>
                          <a:pt x="20623" y="37831"/>
                        </a:cubicBezTo>
                        <a:cubicBezTo>
                          <a:pt x="17867" y="37831"/>
                          <a:pt x="15379" y="37203"/>
                          <a:pt x="13159" y="35946"/>
                        </a:cubicBezTo>
                        <a:cubicBezTo>
                          <a:pt x="10950" y="34699"/>
                          <a:pt x="9212" y="33078"/>
                          <a:pt x="7945" y="31081"/>
                        </a:cubicBezTo>
                        <a:lnTo>
                          <a:pt x="-81" y="32130"/>
                        </a:lnTo>
                        <a:lnTo>
                          <a:pt x="6653" y="67900"/>
                        </a:lnTo>
                        <a:lnTo>
                          <a:pt x="41298" y="67900"/>
                        </a:lnTo>
                        <a:lnTo>
                          <a:pt x="41298" y="59721"/>
                        </a:lnTo>
                        <a:lnTo>
                          <a:pt x="13494" y="59721"/>
                        </a:lnTo>
                        <a:lnTo>
                          <a:pt x="9754" y="41008"/>
                        </a:lnTo>
                        <a:cubicBezTo>
                          <a:pt x="13930" y="43927"/>
                          <a:pt x="18313" y="45386"/>
                          <a:pt x="22904" y="45386"/>
                        </a:cubicBezTo>
                        <a:cubicBezTo>
                          <a:pt x="28984" y="45386"/>
                          <a:pt x="34112" y="43278"/>
                          <a:pt x="38288" y="39062"/>
                        </a:cubicBezTo>
                        <a:cubicBezTo>
                          <a:pt x="42473" y="34846"/>
                          <a:pt x="44566" y="29429"/>
                          <a:pt x="44566" y="22812"/>
                        </a:cubicBezTo>
                        <a:cubicBezTo>
                          <a:pt x="44566" y="16508"/>
                          <a:pt x="42732" y="11061"/>
                          <a:pt x="39063" y="6470"/>
                        </a:cubicBezTo>
                        <a:cubicBezTo>
                          <a:pt x="34594" y="835"/>
                          <a:pt x="28498" y="-1982"/>
                          <a:pt x="20775" y="-1982"/>
                        </a:cubicBezTo>
                        <a:cubicBezTo>
                          <a:pt x="14441" y="-1982"/>
                          <a:pt x="9268" y="-209"/>
                          <a:pt x="5254" y="3338"/>
                        </a:cubicBezTo>
                        <a:cubicBezTo>
                          <a:pt x="1251" y="6885"/>
                          <a:pt x="-1034" y="11588"/>
                          <a:pt x="-1602" y="17445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5" name="Freeform: Shape 184">
                    <a:extLst>
                      <a:ext uri="{FF2B5EF4-FFF2-40B4-BE49-F238E27FC236}">
                        <a16:creationId xmlns:a16="http://schemas.microsoft.com/office/drawing/2014/main" id="{8B191D0F-52D1-75D5-2707-EAB69B157DC9}"/>
                      </a:ext>
                    </a:extLst>
                  </p:cNvPr>
                  <p:cNvSpPr/>
                  <p:nvPr/>
                </p:nvSpPr>
                <p:spPr>
                  <a:xfrm flipV="1">
                    <a:off x="3325402" y="3195785"/>
                    <a:ext cx="45407" cy="71113"/>
                  </a:xfrm>
                  <a:custGeom>
                    <a:avLst/>
                    <a:gdLst>
                      <a:gd name="connsiteX0" fmla="*/ -1570 w 45407"/>
                      <a:gd name="connsiteY0" fmla="*/ 33503 h 71113"/>
                      <a:gd name="connsiteX1" fmla="*/ 968 w 45407"/>
                      <a:gd name="connsiteY1" fmla="*/ 53387 h 71113"/>
                      <a:gd name="connsiteX2" fmla="*/ 8508 w 45407"/>
                      <a:gd name="connsiteY2" fmla="*/ 65001 h 71113"/>
                      <a:gd name="connsiteX3" fmla="*/ 21126 w 45407"/>
                      <a:gd name="connsiteY3" fmla="*/ 69091 h 71113"/>
                      <a:gd name="connsiteX4" fmla="*/ 30961 w 45407"/>
                      <a:gd name="connsiteY4" fmla="*/ 66826 h 71113"/>
                      <a:gd name="connsiteX5" fmla="*/ 37939 w 45407"/>
                      <a:gd name="connsiteY5" fmla="*/ 60319 h 71113"/>
                      <a:gd name="connsiteX6" fmla="*/ 42271 w 45407"/>
                      <a:gd name="connsiteY6" fmla="*/ 49967 h 71113"/>
                      <a:gd name="connsiteX7" fmla="*/ 43837 w 45407"/>
                      <a:gd name="connsiteY7" fmla="*/ 33503 h 71113"/>
                      <a:gd name="connsiteX8" fmla="*/ 41314 w 45407"/>
                      <a:gd name="connsiteY8" fmla="*/ 13726 h 71113"/>
                      <a:gd name="connsiteX9" fmla="*/ 33789 w 45407"/>
                      <a:gd name="connsiteY9" fmla="*/ 2081 h 71113"/>
                      <a:gd name="connsiteX10" fmla="*/ 21126 w 45407"/>
                      <a:gd name="connsiteY10" fmla="*/ -2023 h 71113"/>
                      <a:gd name="connsiteX11" fmla="*/ 5316 w 45407"/>
                      <a:gd name="connsiteY11" fmla="*/ 5198 h 71113"/>
                      <a:gd name="connsiteX12" fmla="*/ -1570 w 45407"/>
                      <a:gd name="connsiteY12" fmla="*/ 33503 h 71113"/>
                      <a:gd name="connsiteX13" fmla="*/ 7216 w 45407"/>
                      <a:gd name="connsiteY13" fmla="*/ 33503 h 71113"/>
                      <a:gd name="connsiteX14" fmla="*/ 11229 w 45407"/>
                      <a:gd name="connsiteY14" fmla="*/ 10670 h 71113"/>
                      <a:gd name="connsiteX15" fmla="*/ 21126 w 45407"/>
                      <a:gd name="connsiteY15" fmla="*/ 5000 h 71113"/>
                      <a:gd name="connsiteX16" fmla="*/ 31037 w 45407"/>
                      <a:gd name="connsiteY16" fmla="*/ 10701 h 71113"/>
                      <a:gd name="connsiteX17" fmla="*/ 35050 w 45407"/>
                      <a:gd name="connsiteY17" fmla="*/ 33503 h 71113"/>
                      <a:gd name="connsiteX18" fmla="*/ 31037 w 45407"/>
                      <a:gd name="connsiteY18" fmla="*/ 56352 h 71113"/>
                      <a:gd name="connsiteX19" fmla="*/ 21034 w 45407"/>
                      <a:gd name="connsiteY19" fmla="*/ 62007 h 71113"/>
                      <a:gd name="connsiteX20" fmla="*/ 11625 w 45407"/>
                      <a:gd name="connsiteY20" fmla="*/ 57020 h 71113"/>
                      <a:gd name="connsiteX21" fmla="*/ 7216 w 45407"/>
                      <a:gd name="connsiteY21" fmla="*/ 33503 h 711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45407" h="71113">
                        <a:moveTo>
                          <a:pt x="-1570" y="33503"/>
                        </a:moveTo>
                        <a:cubicBezTo>
                          <a:pt x="-1570" y="41743"/>
                          <a:pt x="-724" y="48371"/>
                          <a:pt x="968" y="53387"/>
                        </a:cubicBezTo>
                        <a:cubicBezTo>
                          <a:pt x="2661" y="58414"/>
                          <a:pt x="5174" y="62285"/>
                          <a:pt x="8508" y="65001"/>
                        </a:cubicBezTo>
                        <a:cubicBezTo>
                          <a:pt x="11853" y="67728"/>
                          <a:pt x="16058" y="69091"/>
                          <a:pt x="21126" y="69091"/>
                        </a:cubicBezTo>
                        <a:cubicBezTo>
                          <a:pt x="24865" y="69091"/>
                          <a:pt x="28144" y="68336"/>
                          <a:pt x="30961" y="66826"/>
                        </a:cubicBezTo>
                        <a:cubicBezTo>
                          <a:pt x="33779" y="65326"/>
                          <a:pt x="36104" y="63157"/>
                          <a:pt x="37939" y="60319"/>
                        </a:cubicBezTo>
                        <a:cubicBezTo>
                          <a:pt x="39783" y="57492"/>
                          <a:pt x="41227" y="54041"/>
                          <a:pt x="42271" y="49967"/>
                        </a:cubicBezTo>
                        <a:cubicBezTo>
                          <a:pt x="43315" y="45903"/>
                          <a:pt x="43837" y="40415"/>
                          <a:pt x="43837" y="33503"/>
                        </a:cubicBezTo>
                        <a:cubicBezTo>
                          <a:pt x="43837" y="25335"/>
                          <a:pt x="42996" y="18743"/>
                          <a:pt x="41314" y="13726"/>
                        </a:cubicBezTo>
                        <a:cubicBezTo>
                          <a:pt x="39641" y="8709"/>
                          <a:pt x="37133" y="4828"/>
                          <a:pt x="33789" y="2081"/>
                        </a:cubicBezTo>
                        <a:cubicBezTo>
                          <a:pt x="30455" y="-655"/>
                          <a:pt x="26233" y="-2023"/>
                          <a:pt x="21126" y="-2023"/>
                        </a:cubicBezTo>
                        <a:cubicBezTo>
                          <a:pt x="14417" y="-2023"/>
                          <a:pt x="9147" y="384"/>
                          <a:pt x="5316" y="5198"/>
                        </a:cubicBezTo>
                        <a:cubicBezTo>
                          <a:pt x="725" y="10995"/>
                          <a:pt x="-1570" y="20430"/>
                          <a:pt x="-1570" y="33503"/>
                        </a:cubicBezTo>
                        <a:close/>
                        <a:moveTo>
                          <a:pt x="7216" y="33503"/>
                        </a:moveTo>
                        <a:cubicBezTo>
                          <a:pt x="7216" y="22072"/>
                          <a:pt x="8554" y="14461"/>
                          <a:pt x="11229" y="10670"/>
                        </a:cubicBezTo>
                        <a:cubicBezTo>
                          <a:pt x="13905" y="6890"/>
                          <a:pt x="17204" y="5000"/>
                          <a:pt x="21126" y="5000"/>
                        </a:cubicBezTo>
                        <a:cubicBezTo>
                          <a:pt x="25058" y="5000"/>
                          <a:pt x="28362" y="6900"/>
                          <a:pt x="31037" y="10701"/>
                        </a:cubicBezTo>
                        <a:cubicBezTo>
                          <a:pt x="33713" y="14501"/>
                          <a:pt x="35050" y="22102"/>
                          <a:pt x="35050" y="33503"/>
                        </a:cubicBezTo>
                        <a:cubicBezTo>
                          <a:pt x="35050" y="44976"/>
                          <a:pt x="33713" y="52592"/>
                          <a:pt x="31037" y="56352"/>
                        </a:cubicBezTo>
                        <a:cubicBezTo>
                          <a:pt x="28362" y="60122"/>
                          <a:pt x="25028" y="62007"/>
                          <a:pt x="21034" y="62007"/>
                        </a:cubicBezTo>
                        <a:cubicBezTo>
                          <a:pt x="17112" y="62007"/>
                          <a:pt x="13976" y="60345"/>
                          <a:pt x="11625" y="57020"/>
                        </a:cubicBezTo>
                        <a:cubicBezTo>
                          <a:pt x="8686" y="52784"/>
                          <a:pt x="7216" y="44945"/>
                          <a:pt x="7216" y="33503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46" name="Graphic 988">
                <a:extLst>
                  <a:ext uri="{FF2B5EF4-FFF2-40B4-BE49-F238E27FC236}">
                    <a16:creationId xmlns:a16="http://schemas.microsoft.com/office/drawing/2014/main" id="{AB3D8491-4673-F247-2257-073A82F6C1B5}"/>
                  </a:ext>
                </a:extLst>
              </p:cNvPr>
              <p:cNvGrpSpPr/>
              <p:nvPr/>
            </p:nvGrpSpPr>
            <p:grpSpPr>
              <a:xfrm>
                <a:off x="3271856" y="2923565"/>
                <a:ext cx="2078767" cy="69928"/>
                <a:chOff x="3271856" y="2923565"/>
                <a:chExt cx="2078767" cy="69928"/>
              </a:xfrm>
            </p:grpSpPr>
            <p:sp>
              <p:nvSpPr>
                <p:cNvPr id="178" name="Freeform: Shape 177">
                  <a:extLst>
                    <a:ext uri="{FF2B5EF4-FFF2-40B4-BE49-F238E27FC236}">
                      <a16:creationId xmlns:a16="http://schemas.microsoft.com/office/drawing/2014/main" id="{2CA7918A-5ED0-4F9F-F439-EB6AC75ABFD5}"/>
                    </a:ext>
                  </a:extLst>
                </p:cNvPr>
                <p:cNvSpPr/>
                <p:nvPr/>
              </p:nvSpPr>
              <p:spPr>
                <a:xfrm>
                  <a:off x="3459480" y="2957486"/>
                  <a:ext cx="1891143" cy="8844"/>
                </a:xfrm>
                <a:custGeom>
                  <a:avLst/>
                  <a:gdLst>
                    <a:gd name="connsiteX0" fmla="*/ 0 w 1891143"/>
                    <a:gd name="connsiteY0" fmla="*/ 0 h 8844"/>
                    <a:gd name="connsiteX1" fmla="*/ 1891144 w 1891143"/>
                    <a:gd name="connsiteY1" fmla="*/ 0 h 8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891143" h="8844">
                      <a:moveTo>
                        <a:pt x="0" y="0"/>
                      </a:moveTo>
                      <a:lnTo>
                        <a:pt x="1891144" y="0"/>
                      </a:lnTo>
                    </a:path>
                  </a:pathLst>
                </a:custGeom>
                <a:noFill/>
                <a:ln w="8845" cap="rnd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79" name="Graphic 988">
                  <a:extLst>
                    <a:ext uri="{FF2B5EF4-FFF2-40B4-BE49-F238E27FC236}">
                      <a16:creationId xmlns:a16="http://schemas.microsoft.com/office/drawing/2014/main" id="{0449265C-136E-F877-8EAA-1848500A030B}"/>
                    </a:ext>
                  </a:extLst>
                </p:cNvPr>
                <p:cNvGrpSpPr/>
                <p:nvPr/>
              </p:nvGrpSpPr>
              <p:grpSpPr>
                <a:xfrm>
                  <a:off x="3271856" y="2923565"/>
                  <a:ext cx="99713" cy="69928"/>
                  <a:chOff x="3271856" y="2923565"/>
                  <a:chExt cx="99713" cy="69928"/>
                </a:xfrm>
                <a:solidFill>
                  <a:srgbClr val="262626"/>
                </a:solidFill>
              </p:grpSpPr>
              <p:sp>
                <p:nvSpPr>
                  <p:cNvPr id="180" name="Freeform: Shape 179">
                    <a:extLst>
                      <a:ext uri="{FF2B5EF4-FFF2-40B4-BE49-F238E27FC236}">
                        <a16:creationId xmlns:a16="http://schemas.microsoft.com/office/drawing/2014/main" id="{1FBC910E-C5C2-9B36-3C11-F6B9EF67FC45}"/>
                      </a:ext>
                    </a:extLst>
                  </p:cNvPr>
                  <p:cNvSpPr/>
                  <p:nvPr/>
                </p:nvSpPr>
                <p:spPr>
                  <a:xfrm flipV="1">
                    <a:off x="3271856" y="2923565"/>
                    <a:ext cx="45088" cy="68742"/>
                  </a:xfrm>
                  <a:custGeom>
                    <a:avLst/>
                    <a:gdLst>
                      <a:gd name="connsiteX0" fmla="*/ -1603 w 45088"/>
                      <a:gd name="connsiteY0" fmla="*/ 58464 h 68742"/>
                      <a:gd name="connsiteX1" fmla="*/ -1603 w 45088"/>
                      <a:gd name="connsiteY1" fmla="*/ 66688 h 68742"/>
                      <a:gd name="connsiteX2" fmla="*/ 43485 w 45088"/>
                      <a:gd name="connsiteY2" fmla="*/ 66688 h 68742"/>
                      <a:gd name="connsiteX3" fmla="*/ 43485 w 45088"/>
                      <a:gd name="connsiteY3" fmla="*/ 60030 h 68742"/>
                      <a:gd name="connsiteX4" fmla="*/ 30290 w 45088"/>
                      <a:gd name="connsiteY4" fmla="*/ 41225 h 68742"/>
                      <a:gd name="connsiteX5" fmla="*/ 20211 w 45088"/>
                      <a:gd name="connsiteY5" fmla="*/ 17085 h 68742"/>
                      <a:gd name="connsiteX6" fmla="*/ 16928 w 45088"/>
                      <a:gd name="connsiteY6" fmla="*/ -2054 h 68742"/>
                      <a:gd name="connsiteX7" fmla="*/ 8141 w 45088"/>
                      <a:gd name="connsiteY7" fmla="*/ -2054 h 68742"/>
                      <a:gd name="connsiteX8" fmla="*/ 11364 w 45088"/>
                      <a:gd name="connsiteY8" fmla="*/ 17800 h 68742"/>
                      <a:gd name="connsiteX9" fmla="*/ 20227 w 45088"/>
                      <a:gd name="connsiteY9" fmla="*/ 40252 h 68742"/>
                      <a:gd name="connsiteX10" fmla="*/ 32510 w 45088"/>
                      <a:gd name="connsiteY10" fmla="*/ 58464 h 68742"/>
                      <a:gd name="connsiteX11" fmla="*/ -1603 w 45088"/>
                      <a:gd name="connsiteY11" fmla="*/ 58464 h 687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45088" h="68742">
                        <a:moveTo>
                          <a:pt x="-1603" y="58464"/>
                        </a:moveTo>
                        <a:lnTo>
                          <a:pt x="-1603" y="66688"/>
                        </a:lnTo>
                        <a:lnTo>
                          <a:pt x="43485" y="66688"/>
                        </a:lnTo>
                        <a:lnTo>
                          <a:pt x="43485" y="60030"/>
                        </a:lnTo>
                        <a:cubicBezTo>
                          <a:pt x="39046" y="55317"/>
                          <a:pt x="34648" y="49049"/>
                          <a:pt x="30290" y="41225"/>
                        </a:cubicBezTo>
                        <a:cubicBezTo>
                          <a:pt x="25942" y="33401"/>
                          <a:pt x="22583" y="25355"/>
                          <a:pt x="20211" y="17085"/>
                        </a:cubicBezTo>
                        <a:cubicBezTo>
                          <a:pt x="18499" y="11258"/>
                          <a:pt x="17404" y="4878"/>
                          <a:pt x="16928" y="-2054"/>
                        </a:cubicBezTo>
                        <a:lnTo>
                          <a:pt x="8141" y="-2054"/>
                        </a:lnTo>
                        <a:cubicBezTo>
                          <a:pt x="8232" y="3429"/>
                          <a:pt x="9307" y="10047"/>
                          <a:pt x="11364" y="17800"/>
                        </a:cubicBezTo>
                        <a:cubicBezTo>
                          <a:pt x="13421" y="25563"/>
                          <a:pt x="16376" y="33047"/>
                          <a:pt x="20227" y="40252"/>
                        </a:cubicBezTo>
                        <a:cubicBezTo>
                          <a:pt x="24078" y="47458"/>
                          <a:pt x="28172" y="53529"/>
                          <a:pt x="32510" y="58464"/>
                        </a:cubicBezTo>
                        <a:lnTo>
                          <a:pt x="-1603" y="58464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1" name="Freeform: Shape 180">
                    <a:extLst>
                      <a:ext uri="{FF2B5EF4-FFF2-40B4-BE49-F238E27FC236}">
                        <a16:creationId xmlns:a16="http://schemas.microsoft.com/office/drawing/2014/main" id="{C4A50E32-4ACB-91CF-B9BF-0789DFABC1E8}"/>
                      </a:ext>
                    </a:extLst>
                  </p:cNvPr>
                  <p:cNvSpPr/>
                  <p:nvPr/>
                </p:nvSpPr>
                <p:spPr>
                  <a:xfrm flipV="1">
                    <a:off x="3325402" y="2923611"/>
                    <a:ext cx="46167" cy="69882"/>
                  </a:xfrm>
                  <a:custGeom>
                    <a:avLst/>
                    <a:gdLst>
                      <a:gd name="connsiteX0" fmla="*/ -1595 w 46167"/>
                      <a:gd name="connsiteY0" fmla="*/ 17414 h 69882"/>
                      <a:gd name="connsiteX1" fmla="*/ 7374 w 46167"/>
                      <a:gd name="connsiteY1" fmla="*/ 18175 h 69882"/>
                      <a:gd name="connsiteX2" fmla="*/ 12010 w 46167"/>
                      <a:gd name="connsiteY2" fmla="*/ 8309 h 69882"/>
                      <a:gd name="connsiteX3" fmla="*/ 20781 w 46167"/>
                      <a:gd name="connsiteY3" fmla="*/ 5010 h 69882"/>
                      <a:gd name="connsiteX4" fmla="*/ 31225 w 46167"/>
                      <a:gd name="connsiteY4" fmla="*/ 9662 h 69882"/>
                      <a:gd name="connsiteX5" fmla="*/ 35497 w 46167"/>
                      <a:gd name="connsiteY5" fmla="*/ 22021 h 69882"/>
                      <a:gd name="connsiteX6" fmla="*/ 31392 w 46167"/>
                      <a:gd name="connsiteY6" fmla="*/ 33559 h 69882"/>
                      <a:gd name="connsiteX7" fmla="*/ 20629 w 46167"/>
                      <a:gd name="connsiteY7" fmla="*/ 37800 h 69882"/>
                      <a:gd name="connsiteX8" fmla="*/ 13165 w 46167"/>
                      <a:gd name="connsiteY8" fmla="*/ 35915 h 69882"/>
                      <a:gd name="connsiteX9" fmla="*/ 7951 w 46167"/>
                      <a:gd name="connsiteY9" fmla="*/ 31050 h 69882"/>
                      <a:gd name="connsiteX10" fmla="*/ -75 w 46167"/>
                      <a:gd name="connsiteY10" fmla="*/ 32099 h 69882"/>
                      <a:gd name="connsiteX11" fmla="*/ 6659 w 46167"/>
                      <a:gd name="connsiteY11" fmla="*/ 67869 h 69882"/>
                      <a:gd name="connsiteX12" fmla="*/ 41304 w 46167"/>
                      <a:gd name="connsiteY12" fmla="*/ 67869 h 69882"/>
                      <a:gd name="connsiteX13" fmla="*/ 41304 w 46167"/>
                      <a:gd name="connsiteY13" fmla="*/ 59690 h 69882"/>
                      <a:gd name="connsiteX14" fmla="*/ 13500 w 46167"/>
                      <a:gd name="connsiteY14" fmla="*/ 59690 h 69882"/>
                      <a:gd name="connsiteX15" fmla="*/ 9760 w 46167"/>
                      <a:gd name="connsiteY15" fmla="*/ 40977 h 69882"/>
                      <a:gd name="connsiteX16" fmla="*/ 22910 w 46167"/>
                      <a:gd name="connsiteY16" fmla="*/ 45355 h 69882"/>
                      <a:gd name="connsiteX17" fmla="*/ 38294 w 46167"/>
                      <a:gd name="connsiteY17" fmla="*/ 39031 h 69882"/>
                      <a:gd name="connsiteX18" fmla="*/ 44572 w 46167"/>
                      <a:gd name="connsiteY18" fmla="*/ 22781 h 69882"/>
                      <a:gd name="connsiteX19" fmla="*/ 39069 w 46167"/>
                      <a:gd name="connsiteY19" fmla="*/ 6439 h 69882"/>
                      <a:gd name="connsiteX20" fmla="*/ 20781 w 46167"/>
                      <a:gd name="connsiteY20" fmla="*/ -2013 h 69882"/>
                      <a:gd name="connsiteX21" fmla="*/ 5261 w 46167"/>
                      <a:gd name="connsiteY21" fmla="*/ 3307 h 69882"/>
                      <a:gd name="connsiteX22" fmla="*/ -1595 w 46167"/>
                      <a:gd name="connsiteY22" fmla="*/ 17414 h 698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</a:cxnLst>
                    <a:rect l="l" t="t" r="r" b="b"/>
                    <a:pathLst>
                      <a:path w="46167" h="69882">
                        <a:moveTo>
                          <a:pt x="-1595" y="17414"/>
                        </a:moveTo>
                        <a:lnTo>
                          <a:pt x="7374" y="18175"/>
                        </a:lnTo>
                        <a:cubicBezTo>
                          <a:pt x="8042" y="13807"/>
                          <a:pt x="9588" y="10518"/>
                          <a:pt x="12010" y="8309"/>
                        </a:cubicBezTo>
                        <a:cubicBezTo>
                          <a:pt x="14432" y="6109"/>
                          <a:pt x="17356" y="5010"/>
                          <a:pt x="20781" y="5010"/>
                        </a:cubicBezTo>
                        <a:cubicBezTo>
                          <a:pt x="24896" y="5010"/>
                          <a:pt x="28377" y="6560"/>
                          <a:pt x="31225" y="9662"/>
                        </a:cubicBezTo>
                        <a:cubicBezTo>
                          <a:pt x="34073" y="12773"/>
                          <a:pt x="35497" y="16893"/>
                          <a:pt x="35497" y="22021"/>
                        </a:cubicBezTo>
                        <a:cubicBezTo>
                          <a:pt x="35497" y="26895"/>
                          <a:pt x="34129" y="30741"/>
                          <a:pt x="31392" y="33559"/>
                        </a:cubicBezTo>
                        <a:cubicBezTo>
                          <a:pt x="28656" y="36386"/>
                          <a:pt x="25068" y="37800"/>
                          <a:pt x="20629" y="37800"/>
                        </a:cubicBezTo>
                        <a:cubicBezTo>
                          <a:pt x="17873" y="37800"/>
                          <a:pt x="15385" y="37172"/>
                          <a:pt x="13165" y="35915"/>
                        </a:cubicBezTo>
                        <a:cubicBezTo>
                          <a:pt x="10956" y="34668"/>
                          <a:pt x="9218" y="33047"/>
                          <a:pt x="7951" y="31050"/>
                        </a:cubicBezTo>
                        <a:lnTo>
                          <a:pt x="-75" y="32099"/>
                        </a:lnTo>
                        <a:lnTo>
                          <a:pt x="6659" y="67869"/>
                        </a:lnTo>
                        <a:lnTo>
                          <a:pt x="41304" y="67869"/>
                        </a:lnTo>
                        <a:lnTo>
                          <a:pt x="41304" y="59690"/>
                        </a:lnTo>
                        <a:lnTo>
                          <a:pt x="13500" y="59690"/>
                        </a:lnTo>
                        <a:lnTo>
                          <a:pt x="9760" y="40977"/>
                        </a:lnTo>
                        <a:cubicBezTo>
                          <a:pt x="13936" y="43896"/>
                          <a:pt x="18319" y="45355"/>
                          <a:pt x="22910" y="45355"/>
                        </a:cubicBezTo>
                        <a:cubicBezTo>
                          <a:pt x="28990" y="45355"/>
                          <a:pt x="34118" y="43247"/>
                          <a:pt x="38294" y="39031"/>
                        </a:cubicBezTo>
                        <a:cubicBezTo>
                          <a:pt x="42479" y="34815"/>
                          <a:pt x="44572" y="29398"/>
                          <a:pt x="44572" y="22781"/>
                        </a:cubicBezTo>
                        <a:cubicBezTo>
                          <a:pt x="44572" y="16477"/>
                          <a:pt x="42738" y="11030"/>
                          <a:pt x="39069" y="6439"/>
                        </a:cubicBezTo>
                        <a:cubicBezTo>
                          <a:pt x="34600" y="804"/>
                          <a:pt x="28504" y="-2013"/>
                          <a:pt x="20781" y="-2013"/>
                        </a:cubicBezTo>
                        <a:cubicBezTo>
                          <a:pt x="14447" y="-2013"/>
                          <a:pt x="9274" y="-240"/>
                          <a:pt x="5261" y="3307"/>
                        </a:cubicBezTo>
                        <a:cubicBezTo>
                          <a:pt x="1257" y="6854"/>
                          <a:pt x="-1028" y="11557"/>
                          <a:pt x="-1595" y="17414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47" name="Graphic 988">
                <a:extLst>
                  <a:ext uri="{FF2B5EF4-FFF2-40B4-BE49-F238E27FC236}">
                    <a16:creationId xmlns:a16="http://schemas.microsoft.com/office/drawing/2014/main" id="{74C1045D-DE64-BD6D-32BC-1540ADC9CEF8}"/>
                  </a:ext>
                </a:extLst>
              </p:cNvPr>
              <p:cNvGrpSpPr/>
              <p:nvPr/>
            </p:nvGrpSpPr>
            <p:grpSpPr>
              <a:xfrm>
                <a:off x="3223743" y="2648965"/>
                <a:ext cx="2126880" cy="71113"/>
                <a:chOff x="3223743" y="2648965"/>
                <a:chExt cx="2126880" cy="71113"/>
              </a:xfrm>
            </p:grpSpPr>
            <p:sp>
              <p:nvSpPr>
                <p:cNvPr id="173" name="Freeform: Shape 172">
                  <a:extLst>
                    <a:ext uri="{FF2B5EF4-FFF2-40B4-BE49-F238E27FC236}">
                      <a16:creationId xmlns:a16="http://schemas.microsoft.com/office/drawing/2014/main" id="{EC42A4E9-B88C-0F99-04F4-CA3C525EED87}"/>
                    </a:ext>
                  </a:extLst>
                </p:cNvPr>
                <p:cNvSpPr/>
                <p:nvPr/>
              </p:nvSpPr>
              <p:spPr>
                <a:xfrm>
                  <a:off x="3459480" y="2684071"/>
                  <a:ext cx="1891143" cy="8844"/>
                </a:xfrm>
                <a:custGeom>
                  <a:avLst/>
                  <a:gdLst>
                    <a:gd name="connsiteX0" fmla="*/ 0 w 1891143"/>
                    <a:gd name="connsiteY0" fmla="*/ 0 h 8844"/>
                    <a:gd name="connsiteX1" fmla="*/ 1891144 w 1891143"/>
                    <a:gd name="connsiteY1" fmla="*/ 0 h 8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891143" h="8844">
                      <a:moveTo>
                        <a:pt x="0" y="0"/>
                      </a:moveTo>
                      <a:lnTo>
                        <a:pt x="1891144" y="0"/>
                      </a:lnTo>
                    </a:path>
                  </a:pathLst>
                </a:custGeom>
                <a:noFill/>
                <a:ln w="8845" cap="rnd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74" name="Graphic 988">
                  <a:extLst>
                    <a:ext uri="{FF2B5EF4-FFF2-40B4-BE49-F238E27FC236}">
                      <a16:creationId xmlns:a16="http://schemas.microsoft.com/office/drawing/2014/main" id="{52028E53-3AEB-930B-C18A-49F00C634F83}"/>
                    </a:ext>
                  </a:extLst>
                </p:cNvPr>
                <p:cNvGrpSpPr/>
                <p:nvPr/>
              </p:nvGrpSpPr>
              <p:grpSpPr>
                <a:xfrm>
                  <a:off x="3223743" y="2648965"/>
                  <a:ext cx="147072" cy="71113"/>
                  <a:chOff x="3223743" y="2648965"/>
                  <a:chExt cx="147072" cy="71113"/>
                </a:xfrm>
                <a:solidFill>
                  <a:srgbClr val="262626"/>
                </a:solidFill>
              </p:grpSpPr>
              <p:sp>
                <p:nvSpPr>
                  <p:cNvPr id="175" name="Freeform: Shape 174">
                    <a:extLst>
                      <a:ext uri="{FF2B5EF4-FFF2-40B4-BE49-F238E27FC236}">
                        <a16:creationId xmlns:a16="http://schemas.microsoft.com/office/drawing/2014/main" id="{36069F27-07A5-B8A3-46F9-85EA3C7D8022}"/>
                      </a:ext>
                    </a:extLst>
                  </p:cNvPr>
                  <p:cNvSpPr/>
                  <p:nvPr/>
                </p:nvSpPr>
                <p:spPr>
                  <a:xfrm flipV="1">
                    <a:off x="3223743" y="2648965"/>
                    <a:ext cx="25645" cy="69927"/>
                  </a:xfrm>
                  <a:custGeom>
                    <a:avLst/>
                    <a:gdLst>
                      <a:gd name="connsiteX0" fmla="*/ 24281 w 25645"/>
                      <a:gd name="connsiteY0" fmla="*/ -2124 h 69927"/>
                      <a:gd name="connsiteX1" fmla="*/ 15738 w 25645"/>
                      <a:gd name="connsiteY1" fmla="*/ -2124 h 69927"/>
                      <a:gd name="connsiteX2" fmla="*/ 15738 w 25645"/>
                      <a:gd name="connsiteY2" fmla="*/ 52359 h 69927"/>
                      <a:gd name="connsiteX3" fmla="*/ 7635 w 25645"/>
                      <a:gd name="connsiteY3" fmla="*/ 46476 h 69927"/>
                      <a:gd name="connsiteX4" fmla="*/ -1364 w 25645"/>
                      <a:gd name="connsiteY4" fmla="*/ 42052 h 69927"/>
                      <a:gd name="connsiteX5" fmla="*/ -1364 w 25645"/>
                      <a:gd name="connsiteY5" fmla="*/ 50322 h 69927"/>
                      <a:gd name="connsiteX6" fmla="*/ 11177 w 25645"/>
                      <a:gd name="connsiteY6" fmla="*/ 58485 h 69927"/>
                      <a:gd name="connsiteX7" fmla="*/ 18778 w 25645"/>
                      <a:gd name="connsiteY7" fmla="*/ 67804 h 69927"/>
                      <a:gd name="connsiteX8" fmla="*/ 24281 w 25645"/>
                      <a:gd name="connsiteY8" fmla="*/ 67804 h 69927"/>
                      <a:gd name="connsiteX9" fmla="*/ 24281 w 25645"/>
                      <a:gd name="connsiteY9" fmla="*/ -2124 h 699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5645" h="69927">
                        <a:moveTo>
                          <a:pt x="24281" y="-2124"/>
                        </a:moveTo>
                        <a:lnTo>
                          <a:pt x="15738" y="-2124"/>
                        </a:lnTo>
                        <a:lnTo>
                          <a:pt x="15738" y="52359"/>
                        </a:lnTo>
                        <a:cubicBezTo>
                          <a:pt x="13681" y="50403"/>
                          <a:pt x="10980" y="48442"/>
                          <a:pt x="7635" y="46476"/>
                        </a:cubicBezTo>
                        <a:cubicBezTo>
                          <a:pt x="4291" y="44510"/>
                          <a:pt x="1291" y="43035"/>
                          <a:pt x="-1364" y="42052"/>
                        </a:cubicBezTo>
                        <a:lnTo>
                          <a:pt x="-1364" y="50322"/>
                        </a:lnTo>
                        <a:cubicBezTo>
                          <a:pt x="3419" y="52572"/>
                          <a:pt x="7600" y="55293"/>
                          <a:pt x="11177" y="58485"/>
                        </a:cubicBezTo>
                        <a:cubicBezTo>
                          <a:pt x="14755" y="61688"/>
                          <a:pt x="17288" y="64794"/>
                          <a:pt x="18778" y="67804"/>
                        </a:cubicBezTo>
                        <a:lnTo>
                          <a:pt x="24281" y="67804"/>
                        </a:lnTo>
                        <a:lnTo>
                          <a:pt x="24281" y="-2124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76" name="Freeform: Shape 175">
                    <a:extLst>
                      <a:ext uri="{FF2B5EF4-FFF2-40B4-BE49-F238E27FC236}">
                        <a16:creationId xmlns:a16="http://schemas.microsoft.com/office/drawing/2014/main" id="{8B107AF8-1AB8-BE53-23AB-517F861E41D1}"/>
                      </a:ext>
                    </a:extLst>
                  </p:cNvPr>
                  <p:cNvSpPr/>
                  <p:nvPr/>
                </p:nvSpPr>
                <p:spPr>
                  <a:xfrm flipV="1">
                    <a:off x="3271300" y="2648965"/>
                    <a:ext cx="45407" cy="71113"/>
                  </a:xfrm>
                  <a:custGeom>
                    <a:avLst/>
                    <a:gdLst>
                      <a:gd name="connsiteX0" fmla="*/ -1577 w 45407"/>
                      <a:gd name="connsiteY0" fmla="*/ 33442 h 71113"/>
                      <a:gd name="connsiteX1" fmla="*/ 962 w 45407"/>
                      <a:gd name="connsiteY1" fmla="*/ 53325 h 71113"/>
                      <a:gd name="connsiteX2" fmla="*/ 8502 w 45407"/>
                      <a:gd name="connsiteY2" fmla="*/ 64940 h 71113"/>
                      <a:gd name="connsiteX3" fmla="*/ 21120 w 45407"/>
                      <a:gd name="connsiteY3" fmla="*/ 69029 h 71113"/>
                      <a:gd name="connsiteX4" fmla="*/ 30955 w 45407"/>
                      <a:gd name="connsiteY4" fmla="*/ 66764 h 71113"/>
                      <a:gd name="connsiteX5" fmla="*/ 37933 w 45407"/>
                      <a:gd name="connsiteY5" fmla="*/ 60257 h 71113"/>
                      <a:gd name="connsiteX6" fmla="*/ 42265 w 45407"/>
                      <a:gd name="connsiteY6" fmla="*/ 49905 h 71113"/>
                      <a:gd name="connsiteX7" fmla="*/ 43831 w 45407"/>
                      <a:gd name="connsiteY7" fmla="*/ 33442 h 71113"/>
                      <a:gd name="connsiteX8" fmla="*/ 41307 w 45407"/>
                      <a:gd name="connsiteY8" fmla="*/ 13664 h 71113"/>
                      <a:gd name="connsiteX9" fmla="*/ 33783 w 45407"/>
                      <a:gd name="connsiteY9" fmla="*/ 2020 h 71113"/>
                      <a:gd name="connsiteX10" fmla="*/ 21120 w 45407"/>
                      <a:gd name="connsiteY10" fmla="*/ -2085 h 71113"/>
                      <a:gd name="connsiteX11" fmla="*/ 5310 w 45407"/>
                      <a:gd name="connsiteY11" fmla="*/ 5136 h 71113"/>
                      <a:gd name="connsiteX12" fmla="*/ -1577 w 45407"/>
                      <a:gd name="connsiteY12" fmla="*/ 33442 h 71113"/>
                      <a:gd name="connsiteX13" fmla="*/ 7210 w 45407"/>
                      <a:gd name="connsiteY13" fmla="*/ 33442 h 71113"/>
                      <a:gd name="connsiteX14" fmla="*/ 11223 w 45407"/>
                      <a:gd name="connsiteY14" fmla="*/ 10609 h 71113"/>
                      <a:gd name="connsiteX15" fmla="*/ 21120 w 45407"/>
                      <a:gd name="connsiteY15" fmla="*/ 4938 h 71113"/>
                      <a:gd name="connsiteX16" fmla="*/ 31031 w 45407"/>
                      <a:gd name="connsiteY16" fmla="*/ 10639 h 71113"/>
                      <a:gd name="connsiteX17" fmla="*/ 35044 w 45407"/>
                      <a:gd name="connsiteY17" fmla="*/ 33442 h 71113"/>
                      <a:gd name="connsiteX18" fmla="*/ 31031 w 45407"/>
                      <a:gd name="connsiteY18" fmla="*/ 56290 h 71113"/>
                      <a:gd name="connsiteX19" fmla="*/ 21028 w 45407"/>
                      <a:gd name="connsiteY19" fmla="*/ 61945 h 71113"/>
                      <a:gd name="connsiteX20" fmla="*/ 11618 w 45407"/>
                      <a:gd name="connsiteY20" fmla="*/ 56959 h 71113"/>
                      <a:gd name="connsiteX21" fmla="*/ 7210 w 45407"/>
                      <a:gd name="connsiteY21" fmla="*/ 33442 h 711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45407" h="71113">
                        <a:moveTo>
                          <a:pt x="-1577" y="33442"/>
                        </a:moveTo>
                        <a:cubicBezTo>
                          <a:pt x="-1577" y="41681"/>
                          <a:pt x="-730" y="48309"/>
                          <a:pt x="962" y="53325"/>
                        </a:cubicBezTo>
                        <a:cubicBezTo>
                          <a:pt x="2655" y="58352"/>
                          <a:pt x="5168" y="62223"/>
                          <a:pt x="8502" y="64940"/>
                        </a:cubicBezTo>
                        <a:cubicBezTo>
                          <a:pt x="11847" y="67666"/>
                          <a:pt x="16052" y="69029"/>
                          <a:pt x="21120" y="69029"/>
                        </a:cubicBezTo>
                        <a:cubicBezTo>
                          <a:pt x="24859" y="69029"/>
                          <a:pt x="28138" y="68274"/>
                          <a:pt x="30955" y="66764"/>
                        </a:cubicBezTo>
                        <a:cubicBezTo>
                          <a:pt x="33772" y="65264"/>
                          <a:pt x="36098" y="63095"/>
                          <a:pt x="37933" y="60257"/>
                        </a:cubicBezTo>
                        <a:cubicBezTo>
                          <a:pt x="39777" y="57430"/>
                          <a:pt x="41221" y="53979"/>
                          <a:pt x="42265" y="49905"/>
                        </a:cubicBezTo>
                        <a:cubicBezTo>
                          <a:pt x="43309" y="45841"/>
                          <a:pt x="43831" y="40353"/>
                          <a:pt x="43831" y="33442"/>
                        </a:cubicBezTo>
                        <a:cubicBezTo>
                          <a:pt x="43831" y="25273"/>
                          <a:pt x="42990" y="18681"/>
                          <a:pt x="41307" y="13664"/>
                        </a:cubicBezTo>
                        <a:cubicBezTo>
                          <a:pt x="39635" y="8648"/>
                          <a:pt x="37127" y="4766"/>
                          <a:pt x="33783" y="2020"/>
                        </a:cubicBezTo>
                        <a:cubicBezTo>
                          <a:pt x="30448" y="-717"/>
                          <a:pt x="26227" y="-2085"/>
                          <a:pt x="21120" y="-2085"/>
                        </a:cubicBezTo>
                        <a:cubicBezTo>
                          <a:pt x="14411" y="-2085"/>
                          <a:pt x="9141" y="322"/>
                          <a:pt x="5310" y="5136"/>
                        </a:cubicBezTo>
                        <a:cubicBezTo>
                          <a:pt x="719" y="10933"/>
                          <a:pt x="-1577" y="20368"/>
                          <a:pt x="-1577" y="33442"/>
                        </a:cubicBezTo>
                        <a:close/>
                        <a:moveTo>
                          <a:pt x="7210" y="33442"/>
                        </a:moveTo>
                        <a:cubicBezTo>
                          <a:pt x="7210" y="22010"/>
                          <a:pt x="8548" y="14399"/>
                          <a:pt x="11223" y="10609"/>
                        </a:cubicBezTo>
                        <a:cubicBezTo>
                          <a:pt x="13899" y="6828"/>
                          <a:pt x="17198" y="4938"/>
                          <a:pt x="21120" y="4938"/>
                        </a:cubicBezTo>
                        <a:cubicBezTo>
                          <a:pt x="25052" y="4938"/>
                          <a:pt x="28356" y="6839"/>
                          <a:pt x="31031" y="10639"/>
                        </a:cubicBezTo>
                        <a:cubicBezTo>
                          <a:pt x="33707" y="14439"/>
                          <a:pt x="35044" y="22040"/>
                          <a:pt x="35044" y="33442"/>
                        </a:cubicBezTo>
                        <a:cubicBezTo>
                          <a:pt x="35044" y="44914"/>
                          <a:pt x="33707" y="52530"/>
                          <a:pt x="31031" y="56290"/>
                        </a:cubicBezTo>
                        <a:cubicBezTo>
                          <a:pt x="28356" y="60060"/>
                          <a:pt x="25021" y="61945"/>
                          <a:pt x="21028" y="61945"/>
                        </a:cubicBezTo>
                        <a:cubicBezTo>
                          <a:pt x="17106" y="61945"/>
                          <a:pt x="13970" y="60283"/>
                          <a:pt x="11618" y="56959"/>
                        </a:cubicBezTo>
                        <a:cubicBezTo>
                          <a:pt x="8679" y="52722"/>
                          <a:pt x="7210" y="44883"/>
                          <a:pt x="7210" y="33442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77" name="Freeform: Shape 176">
                    <a:extLst>
                      <a:ext uri="{FF2B5EF4-FFF2-40B4-BE49-F238E27FC236}">
                        <a16:creationId xmlns:a16="http://schemas.microsoft.com/office/drawing/2014/main" id="{9A02AC86-953E-96E0-43DB-4EE74CE158A1}"/>
                      </a:ext>
                    </a:extLst>
                  </p:cNvPr>
                  <p:cNvSpPr/>
                  <p:nvPr/>
                </p:nvSpPr>
                <p:spPr>
                  <a:xfrm flipV="1">
                    <a:off x="3325408" y="2648965"/>
                    <a:ext cx="45407" cy="71113"/>
                  </a:xfrm>
                  <a:custGeom>
                    <a:avLst/>
                    <a:gdLst>
                      <a:gd name="connsiteX0" fmla="*/ -1570 w 45407"/>
                      <a:gd name="connsiteY0" fmla="*/ 33442 h 71113"/>
                      <a:gd name="connsiteX1" fmla="*/ 968 w 45407"/>
                      <a:gd name="connsiteY1" fmla="*/ 53325 h 71113"/>
                      <a:gd name="connsiteX2" fmla="*/ 8508 w 45407"/>
                      <a:gd name="connsiteY2" fmla="*/ 64940 h 71113"/>
                      <a:gd name="connsiteX3" fmla="*/ 21126 w 45407"/>
                      <a:gd name="connsiteY3" fmla="*/ 69029 h 71113"/>
                      <a:gd name="connsiteX4" fmla="*/ 30961 w 45407"/>
                      <a:gd name="connsiteY4" fmla="*/ 66764 h 71113"/>
                      <a:gd name="connsiteX5" fmla="*/ 37939 w 45407"/>
                      <a:gd name="connsiteY5" fmla="*/ 60257 h 71113"/>
                      <a:gd name="connsiteX6" fmla="*/ 42271 w 45407"/>
                      <a:gd name="connsiteY6" fmla="*/ 49905 h 71113"/>
                      <a:gd name="connsiteX7" fmla="*/ 43837 w 45407"/>
                      <a:gd name="connsiteY7" fmla="*/ 33442 h 71113"/>
                      <a:gd name="connsiteX8" fmla="*/ 41314 w 45407"/>
                      <a:gd name="connsiteY8" fmla="*/ 13664 h 71113"/>
                      <a:gd name="connsiteX9" fmla="*/ 33789 w 45407"/>
                      <a:gd name="connsiteY9" fmla="*/ 2020 h 71113"/>
                      <a:gd name="connsiteX10" fmla="*/ 21126 w 45407"/>
                      <a:gd name="connsiteY10" fmla="*/ -2085 h 71113"/>
                      <a:gd name="connsiteX11" fmla="*/ 5316 w 45407"/>
                      <a:gd name="connsiteY11" fmla="*/ 5136 h 71113"/>
                      <a:gd name="connsiteX12" fmla="*/ -1570 w 45407"/>
                      <a:gd name="connsiteY12" fmla="*/ 33442 h 71113"/>
                      <a:gd name="connsiteX13" fmla="*/ 7216 w 45407"/>
                      <a:gd name="connsiteY13" fmla="*/ 33442 h 71113"/>
                      <a:gd name="connsiteX14" fmla="*/ 11229 w 45407"/>
                      <a:gd name="connsiteY14" fmla="*/ 10609 h 71113"/>
                      <a:gd name="connsiteX15" fmla="*/ 21126 w 45407"/>
                      <a:gd name="connsiteY15" fmla="*/ 4938 h 71113"/>
                      <a:gd name="connsiteX16" fmla="*/ 31037 w 45407"/>
                      <a:gd name="connsiteY16" fmla="*/ 10639 h 71113"/>
                      <a:gd name="connsiteX17" fmla="*/ 35050 w 45407"/>
                      <a:gd name="connsiteY17" fmla="*/ 33442 h 71113"/>
                      <a:gd name="connsiteX18" fmla="*/ 31037 w 45407"/>
                      <a:gd name="connsiteY18" fmla="*/ 56290 h 71113"/>
                      <a:gd name="connsiteX19" fmla="*/ 21034 w 45407"/>
                      <a:gd name="connsiteY19" fmla="*/ 61945 h 71113"/>
                      <a:gd name="connsiteX20" fmla="*/ 11625 w 45407"/>
                      <a:gd name="connsiteY20" fmla="*/ 56959 h 71113"/>
                      <a:gd name="connsiteX21" fmla="*/ 7216 w 45407"/>
                      <a:gd name="connsiteY21" fmla="*/ 33442 h 711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45407" h="71113">
                        <a:moveTo>
                          <a:pt x="-1570" y="33442"/>
                        </a:moveTo>
                        <a:cubicBezTo>
                          <a:pt x="-1570" y="41681"/>
                          <a:pt x="-724" y="48309"/>
                          <a:pt x="968" y="53325"/>
                        </a:cubicBezTo>
                        <a:cubicBezTo>
                          <a:pt x="2661" y="58352"/>
                          <a:pt x="5174" y="62223"/>
                          <a:pt x="8508" y="64940"/>
                        </a:cubicBezTo>
                        <a:cubicBezTo>
                          <a:pt x="11853" y="67666"/>
                          <a:pt x="16058" y="69029"/>
                          <a:pt x="21126" y="69029"/>
                        </a:cubicBezTo>
                        <a:cubicBezTo>
                          <a:pt x="24865" y="69029"/>
                          <a:pt x="28144" y="68274"/>
                          <a:pt x="30961" y="66764"/>
                        </a:cubicBezTo>
                        <a:cubicBezTo>
                          <a:pt x="33779" y="65264"/>
                          <a:pt x="36104" y="63095"/>
                          <a:pt x="37939" y="60257"/>
                        </a:cubicBezTo>
                        <a:cubicBezTo>
                          <a:pt x="39783" y="57430"/>
                          <a:pt x="41227" y="53979"/>
                          <a:pt x="42271" y="49905"/>
                        </a:cubicBezTo>
                        <a:cubicBezTo>
                          <a:pt x="43315" y="45841"/>
                          <a:pt x="43837" y="40353"/>
                          <a:pt x="43837" y="33442"/>
                        </a:cubicBezTo>
                        <a:cubicBezTo>
                          <a:pt x="43837" y="25273"/>
                          <a:pt x="42996" y="18681"/>
                          <a:pt x="41314" y="13664"/>
                        </a:cubicBezTo>
                        <a:cubicBezTo>
                          <a:pt x="39641" y="8648"/>
                          <a:pt x="37133" y="4766"/>
                          <a:pt x="33789" y="2020"/>
                        </a:cubicBezTo>
                        <a:cubicBezTo>
                          <a:pt x="30455" y="-717"/>
                          <a:pt x="26233" y="-2085"/>
                          <a:pt x="21126" y="-2085"/>
                        </a:cubicBezTo>
                        <a:cubicBezTo>
                          <a:pt x="14417" y="-2085"/>
                          <a:pt x="9147" y="322"/>
                          <a:pt x="5316" y="5136"/>
                        </a:cubicBezTo>
                        <a:cubicBezTo>
                          <a:pt x="725" y="10933"/>
                          <a:pt x="-1570" y="20368"/>
                          <a:pt x="-1570" y="33442"/>
                        </a:cubicBezTo>
                        <a:close/>
                        <a:moveTo>
                          <a:pt x="7216" y="33442"/>
                        </a:moveTo>
                        <a:cubicBezTo>
                          <a:pt x="7216" y="22010"/>
                          <a:pt x="8554" y="14399"/>
                          <a:pt x="11229" y="10609"/>
                        </a:cubicBezTo>
                        <a:cubicBezTo>
                          <a:pt x="13905" y="6828"/>
                          <a:pt x="17204" y="4938"/>
                          <a:pt x="21126" y="4938"/>
                        </a:cubicBezTo>
                        <a:cubicBezTo>
                          <a:pt x="25058" y="4938"/>
                          <a:pt x="28362" y="6839"/>
                          <a:pt x="31037" y="10639"/>
                        </a:cubicBezTo>
                        <a:cubicBezTo>
                          <a:pt x="33713" y="14439"/>
                          <a:pt x="35050" y="22040"/>
                          <a:pt x="35050" y="33442"/>
                        </a:cubicBezTo>
                        <a:cubicBezTo>
                          <a:pt x="35050" y="44914"/>
                          <a:pt x="33713" y="52530"/>
                          <a:pt x="31037" y="56290"/>
                        </a:cubicBezTo>
                        <a:cubicBezTo>
                          <a:pt x="28362" y="60060"/>
                          <a:pt x="25028" y="61945"/>
                          <a:pt x="21034" y="61945"/>
                        </a:cubicBezTo>
                        <a:cubicBezTo>
                          <a:pt x="17112" y="61945"/>
                          <a:pt x="13976" y="60283"/>
                          <a:pt x="11625" y="56959"/>
                        </a:cubicBezTo>
                        <a:cubicBezTo>
                          <a:pt x="8686" y="52722"/>
                          <a:pt x="7216" y="44883"/>
                          <a:pt x="7216" y="33442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48" name="Graphic 988">
                <a:extLst>
                  <a:ext uri="{FF2B5EF4-FFF2-40B4-BE49-F238E27FC236}">
                    <a16:creationId xmlns:a16="http://schemas.microsoft.com/office/drawing/2014/main" id="{77AD9E39-BAF1-5A2B-044A-651D2024E4D6}"/>
                  </a:ext>
                </a:extLst>
              </p:cNvPr>
              <p:cNvGrpSpPr/>
              <p:nvPr/>
            </p:nvGrpSpPr>
            <p:grpSpPr>
              <a:xfrm>
                <a:off x="3223743" y="2375559"/>
                <a:ext cx="2126880" cy="71114"/>
                <a:chOff x="3223743" y="2375559"/>
                <a:chExt cx="2126880" cy="71114"/>
              </a:xfrm>
            </p:grpSpPr>
            <p:sp>
              <p:nvSpPr>
                <p:cNvPr id="168" name="Freeform: Shape 167">
                  <a:extLst>
                    <a:ext uri="{FF2B5EF4-FFF2-40B4-BE49-F238E27FC236}">
                      <a16:creationId xmlns:a16="http://schemas.microsoft.com/office/drawing/2014/main" id="{B16A730E-C579-7C70-6EDC-23E30BEA0ECA}"/>
                    </a:ext>
                  </a:extLst>
                </p:cNvPr>
                <p:cNvSpPr/>
                <p:nvPr/>
              </p:nvSpPr>
              <p:spPr>
                <a:xfrm>
                  <a:off x="3459480" y="2410666"/>
                  <a:ext cx="1891143" cy="8844"/>
                </a:xfrm>
                <a:custGeom>
                  <a:avLst/>
                  <a:gdLst>
                    <a:gd name="connsiteX0" fmla="*/ 0 w 1891143"/>
                    <a:gd name="connsiteY0" fmla="*/ 0 h 8844"/>
                    <a:gd name="connsiteX1" fmla="*/ 1891144 w 1891143"/>
                    <a:gd name="connsiteY1" fmla="*/ 0 h 8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891143" h="8844">
                      <a:moveTo>
                        <a:pt x="0" y="0"/>
                      </a:moveTo>
                      <a:lnTo>
                        <a:pt x="1891144" y="0"/>
                      </a:lnTo>
                    </a:path>
                  </a:pathLst>
                </a:custGeom>
                <a:noFill/>
                <a:ln w="8845" cap="rnd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69" name="Graphic 988">
                  <a:extLst>
                    <a:ext uri="{FF2B5EF4-FFF2-40B4-BE49-F238E27FC236}">
                      <a16:creationId xmlns:a16="http://schemas.microsoft.com/office/drawing/2014/main" id="{243BFA36-DE97-CF5E-A565-71B1B8ED92B1}"/>
                    </a:ext>
                  </a:extLst>
                </p:cNvPr>
                <p:cNvGrpSpPr/>
                <p:nvPr/>
              </p:nvGrpSpPr>
              <p:grpSpPr>
                <a:xfrm>
                  <a:off x="3223743" y="2375559"/>
                  <a:ext cx="147832" cy="71114"/>
                  <a:chOff x="3223743" y="2375559"/>
                  <a:chExt cx="147832" cy="71114"/>
                </a:xfrm>
                <a:solidFill>
                  <a:srgbClr val="262626"/>
                </a:solidFill>
              </p:grpSpPr>
              <p:sp>
                <p:nvSpPr>
                  <p:cNvPr id="170" name="Freeform: Shape 169">
                    <a:extLst>
                      <a:ext uri="{FF2B5EF4-FFF2-40B4-BE49-F238E27FC236}">
                        <a16:creationId xmlns:a16="http://schemas.microsoft.com/office/drawing/2014/main" id="{D899ED39-4932-70AE-6AE8-94801EB9DA1F}"/>
                      </a:ext>
                    </a:extLst>
                  </p:cNvPr>
                  <p:cNvSpPr/>
                  <p:nvPr/>
                </p:nvSpPr>
                <p:spPr>
                  <a:xfrm flipV="1">
                    <a:off x="3223743" y="2375559"/>
                    <a:ext cx="25645" cy="69927"/>
                  </a:xfrm>
                  <a:custGeom>
                    <a:avLst/>
                    <a:gdLst>
                      <a:gd name="connsiteX0" fmla="*/ 24281 w 25645"/>
                      <a:gd name="connsiteY0" fmla="*/ -2155 h 69927"/>
                      <a:gd name="connsiteX1" fmla="*/ 15738 w 25645"/>
                      <a:gd name="connsiteY1" fmla="*/ -2155 h 69927"/>
                      <a:gd name="connsiteX2" fmla="*/ 15738 w 25645"/>
                      <a:gd name="connsiteY2" fmla="*/ 52328 h 69927"/>
                      <a:gd name="connsiteX3" fmla="*/ 7635 w 25645"/>
                      <a:gd name="connsiteY3" fmla="*/ 46445 h 69927"/>
                      <a:gd name="connsiteX4" fmla="*/ -1364 w 25645"/>
                      <a:gd name="connsiteY4" fmla="*/ 42021 h 69927"/>
                      <a:gd name="connsiteX5" fmla="*/ -1364 w 25645"/>
                      <a:gd name="connsiteY5" fmla="*/ 50291 h 69927"/>
                      <a:gd name="connsiteX6" fmla="*/ 11177 w 25645"/>
                      <a:gd name="connsiteY6" fmla="*/ 58454 h 69927"/>
                      <a:gd name="connsiteX7" fmla="*/ 18778 w 25645"/>
                      <a:gd name="connsiteY7" fmla="*/ 67773 h 69927"/>
                      <a:gd name="connsiteX8" fmla="*/ 24281 w 25645"/>
                      <a:gd name="connsiteY8" fmla="*/ 67773 h 69927"/>
                      <a:gd name="connsiteX9" fmla="*/ 24281 w 25645"/>
                      <a:gd name="connsiteY9" fmla="*/ -2155 h 699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5645" h="69927">
                        <a:moveTo>
                          <a:pt x="24281" y="-2155"/>
                        </a:moveTo>
                        <a:lnTo>
                          <a:pt x="15738" y="-2155"/>
                        </a:lnTo>
                        <a:lnTo>
                          <a:pt x="15738" y="52328"/>
                        </a:lnTo>
                        <a:cubicBezTo>
                          <a:pt x="13681" y="50372"/>
                          <a:pt x="10980" y="48411"/>
                          <a:pt x="7635" y="46445"/>
                        </a:cubicBezTo>
                        <a:cubicBezTo>
                          <a:pt x="4291" y="44479"/>
                          <a:pt x="1291" y="43004"/>
                          <a:pt x="-1364" y="42021"/>
                        </a:cubicBezTo>
                        <a:lnTo>
                          <a:pt x="-1364" y="50291"/>
                        </a:lnTo>
                        <a:cubicBezTo>
                          <a:pt x="3419" y="52541"/>
                          <a:pt x="7600" y="55262"/>
                          <a:pt x="11177" y="58454"/>
                        </a:cubicBezTo>
                        <a:cubicBezTo>
                          <a:pt x="14755" y="61657"/>
                          <a:pt x="17288" y="64763"/>
                          <a:pt x="18778" y="67773"/>
                        </a:cubicBezTo>
                        <a:lnTo>
                          <a:pt x="24281" y="67773"/>
                        </a:lnTo>
                        <a:lnTo>
                          <a:pt x="24281" y="-2155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71" name="Freeform: Shape 170">
                    <a:extLst>
                      <a:ext uri="{FF2B5EF4-FFF2-40B4-BE49-F238E27FC236}">
                        <a16:creationId xmlns:a16="http://schemas.microsoft.com/office/drawing/2014/main" id="{5337D801-8055-E5B0-EEBD-352631FCBAD5}"/>
                      </a:ext>
                    </a:extLst>
                  </p:cNvPr>
                  <p:cNvSpPr/>
                  <p:nvPr/>
                </p:nvSpPr>
                <p:spPr>
                  <a:xfrm flipV="1">
                    <a:off x="3270198" y="2375559"/>
                    <a:ext cx="46037" cy="69927"/>
                  </a:xfrm>
                  <a:custGeom>
                    <a:avLst/>
                    <a:gdLst>
                      <a:gd name="connsiteX0" fmla="*/ 44513 w 46037"/>
                      <a:gd name="connsiteY0" fmla="*/ 6069 h 69927"/>
                      <a:gd name="connsiteX1" fmla="*/ 44513 w 46037"/>
                      <a:gd name="connsiteY1" fmla="*/ -2155 h 69927"/>
                      <a:gd name="connsiteX2" fmla="*/ -1518 w 46037"/>
                      <a:gd name="connsiteY2" fmla="*/ -2155 h 69927"/>
                      <a:gd name="connsiteX3" fmla="*/ -530 w 46037"/>
                      <a:gd name="connsiteY3" fmla="*/ 3789 h 69927"/>
                      <a:gd name="connsiteX4" fmla="*/ 5095 w 46037"/>
                      <a:gd name="connsiteY4" fmla="*/ 13047 h 69927"/>
                      <a:gd name="connsiteX5" fmla="*/ 16299 w 46037"/>
                      <a:gd name="connsiteY5" fmla="*/ 23597 h 69927"/>
                      <a:gd name="connsiteX6" fmla="*/ 31637 w 46037"/>
                      <a:gd name="connsiteY6" fmla="*/ 38343 h 69927"/>
                      <a:gd name="connsiteX7" fmla="*/ 35635 w 46037"/>
                      <a:gd name="connsiteY7" fmla="*/ 48634 h 69927"/>
                      <a:gd name="connsiteX8" fmla="*/ 31987 w 46037"/>
                      <a:gd name="connsiteY8" fmla="*/ 57193 h 69927"/>
                      <a:gd name="connsiteX9" fmla="*/ 22516 w 46037"/>
                      <a:gd name="connsiteY9" fmla="*/ 60689 h 69927"/>
                      <a:gd name="connsiteX10" fmla="*/ 12635 w 46037"/>
                      <a:gd name="connsiteY10" fmla="*/ 56980 h 69927"/>
                      <a:gd name="connsiteX11" fmla="*/ 8880 w 46037"/>
                      <a:gd name="connsiteY11" fmla="*/ 46734 h 69927"/>
                      <a:gd name="connsiteX12" fmla="*/ 94 w 46037"/>
                      <a:gd name="connsiteY12" fmla="*/ 47631 h 69927"/>
                      <a:gd name="connsiteX13" fmla="*/ 6873 w 46037"/>
                      <a:gd name="connsiteY13" fmla="*/ 62620 h 69927"/>
                      <a:gd name="connsiteX14" fmla="*/ 22714 w 46037"/>
                      <a:gd name="connsiteY14" fmla="*/ 67773 h 69927"/>
                      <a:gd name="connsiteX15" fmla="*/ 38569 w 46037"/>
                      <a:gd name="connsiteY15" fmla="*/ 62209 h 69927"/>
                      <a:gd name="connsiteX16" fmla="*/ 44422 w 46037"/>
                      <a:gd name="connsiteY16" fmla="*/ 48437 h 69927"/>
                      <a:gd name="connsiteX17" fmla="*/ 42704 w 46037"/>
                      <a:gd name="connsiteY17" fmla="*/ 40212 h 69927"/>
                      <a:gd name="connsiteX18" fmla="*/ 37034 w 46037"/>
                      <a:gd name="connsiteY18" fmla="*/ 31715 h 69927"/>
                      <a:gd name="connsiteX19" fmla="*/ 23854 w 46037"/>
                      <a:gd name="connsiteY19" fmla="*/ 19462 h 69927"/>
                      <a:gd name="connsiteX20" fmla="*/ 13958 w 46037"/>
                      <a:gd name="connsiteY20" fmla="*/ 10691 h 69927"/>
                      <a:gd name="connsiteX21" fmla="*/ 10355 w 46037"/>
                      <a:gd name="connsiteY21" fmla="*/ 6069 h 69927"/>
                      <a:gd name="connsiteX22" fmla="*/ 44513 w 46037"/>
                      <a:gd name="connsiteY22" fmla="*/ 6069 h 699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</a:cxnLst>
                    <a:rect l="l" t="t" r="r" b="b"/>
                    <a:pathLst>
                      <a:path w="46037" h="69927">
                        <a:moveTo>
                          <a:pt x="44513" y="6069"/>
                        </a:moveTo>
                        <a:lnTo>
                          <a:pt x="44513" y="-2155"/>
                        </a:lnTo>
                        <a:lnTo>
                          <a:pt x="-1518" y="-2155"/>
                        </a:lnTo>
                        <a:cubicBezTo>
                          <a:pt x="-1579" y="-98"/>
                          <a:pt x="-1249" y="1884"/>
                          <a:pt x="-530" y="3789"/>
                        </a:cubicBezTo>
                        <a:cubicBezTo>
                          <a:pt x="646" y="6921"/>
                          <a:pt x="2521" y="10007"/>
                          <a:pt x="5095" y="13047"/>
                        </a:cubicBezTo>
                        <a:cubicBezTo>
                          <a:pt x="7679" y="16087"/>
                          <a:pt x="11414" y="19604"/>
                          <a:pt x="16299" y="23597"/>
                        </a:cubicBezTo>
                        <a:cubicBezTo>
                          <a:pt x="23869" y="29799"/>
                          <a:pt x="28982" y="34714"/>
                          <a:pt x="31637" y="38343"/>
                        </a:cubicBezTo>
                        <a:cubicBezTo>
                          <a:pt x="34302" y="41971"/>
                          <a:pt x="35635" y="45401"/>
                          <a:pt x="35635" y="48634"/>
                        </a:cubicBezTo>
                        <a:cubicBezTo>
                          <a:pt x="35635" y="52019"/>
                          <a:pt x="34419" y="54872"/>
                          <a:pt x="31987" y="57193"/>
                        </a:cubicBezTo>
                        <a:cubicBezTo>
                          <a:pt x="29565" y="59524"/>
                          <a:pt x="26408" y="60689"/>
                          <a:pt x="22516" y="60689"/>
                        </a:cubicBezTo>
                        <a:cubicBezTo>
                          <a:pt x="18401" y="60689"/>
                          <a:pt x="15108" y="59453"/>
                          <a:pt x="12635" y="56980"/>
                        </a:cubicBezTo>
                        <a:cubicBezTo>
                          <a:pt x="10162" y="54517"/>
                          <a:pt x="8911" y="51102"/>
                          <a:pt x="8880" y="46734"/>
                        </a:cubicBezTo>
                        <a:lnTo>
                          <a:pt x="94" y="47631"/>
                        </a:lnTo>
                        <a:cubicBezTo>
                          <a:pt x="691" y="54188"/>
                          <a:pt x="2951" y="59184"/>
                          <a:pt x="6873" y="62620"/>
                        </a:cubicBezTo>
                        <a:cubicBezTo>
                          <a:pt x="10806" y="66055"/>
                          <a:pt x="16086" y="67773"/>
                          <a:pt x="22714" y="67773"/>
                        </a:cubicBezTo>
                        <a:cubicBezTo>
                          <a:pt x="29392" y="67773"/>
                          <a:pt x="34677" y="65918"/>
                          <a:pt x="38569" y="62209"/>
                        </a:cubicBezTo>
                        <a:cubicBezTo>
                          <a:pt x="42471" y="58510"/>
                          <a:pt x="44422" y="53919"/>
                          <a:pt x="44422" y="48437"/>
                        </a:cubicBezTo>
                        <a:cubicBezTo>
                          <a:pt x="44422" y="45650"/>
                          <a:pt x="43849" y="42908"/>
                          <a:pt x="42704" y="40212"/>
                        </a:cubicBezTo>
                        <a:cubicBezTo>
                          <a:pt x="41569" y="37527"/>
                          <a:pt x="39679" y="34694"/>
                          <a:pt x="37034" y="31715"/>
                        </a:cubicBezTo>
                        <a:cubicBezTo>
                          <a:pt x="34389" y="28735"/>
                          <a:pt x="29995" y="24651"/>
                          <a:pt x="23854" y="19462"/>
                        </a:cubicBezTo>
                        <a:cubicBezTo>
                          <a:pt x="18716" y="15155"/>
                          <a:pt x="15417" y="12231"/>
                          <a:pt x="13958" y="10691"/>
                        </a:cubicBezTo>
                        <a:cubicBezTo>
                          <a:pt x="12508" y="9160"/>
                          <a:pt x="11307" y="7620"/>
                          <a:pt x="10355" y="6069"/>
                        </a:cubicBezTo>
                        <a:lnTo>
                          <a:pt x="44513" y="6069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72" name="Freeform: Shape 171">
                    <a:extLst>
                      <a:ext uri="{FF2B5EF4-FFF2-40B4-BE49-F238E27FC236}">
                        <a16:creationId xmlns:a16="http://schemas.microsoft.com/office/drawing/2014/main" id="{87A37338-2590-F08E-9D26-C6D30792D48A}"/>
                      </a:ext>
                    </a:extLst>
                  </p:cNvPr>
                  <p:cNvSpPr/>
                  <p:nvPr/>
                </p:nvSpPr>
                <p:spPr>
                  <a:xfrm flipV="1">
                    <a:off x="3325408" y="2376791"/>
                    <a:ext cx="46167" cy="69882"/>
                  </a:xfrm>
                  <a:custGeom>
                    <a:avLst/>
                    <a:gdLst>
                      <a:gd name="connsiteX0" fmla="*/ -1595 w 46167"/>
                      <a:gd name="connsiteY0" fmla="*/ 17353 h 69882"/>
                      <a:gd name="connsiteX1" fmla="*/ 7374 w 46167"/>
                      <a:gd name="connsiteY1" fmla="*/ 18113 h 69882"/>
                      <a:gd name="connsiteX2" fmla="*/ 12010 w 46167"/>
                      <a:gd name="connsiteY2" fmla="*/ 8247 h 69882"/>
                      <a:gd name="connsiteX3" fmla="*/ 20781 w 46167"/>
                      <a:gd name="connsiteY3" fmla="*/ 4948 h 69882"/>
                      <a:gd name="connsiteX4" fmla="*/ 31225 w 46167"/>
                      <a:gd name="connsiteY4" fmla="*/ 9600 h 69882"/>
                      <a:gd name="connsiteX5" fmla="*/ 35497 w 46167"/>
                      <a:gd name="connsiteY5" fmla="*/ 21959 h 69882"/>
                      <a:gd name="connsiteX6" fmla="*/ 31392 w 46167"/>
                      <a:gd name="connsiteY6" fmla="*/ 33497 h 69882"/>
                      <a:gd name="connsiteX7" fmla="*/ 20629 w 46167"/>
                      <a:gd name="connsiteY7" fmla="*/ 37738 h 69882"/>
                      <a:gd name="connsiteX8" fmla="*/ 13165 w 46167"/>
                      <a:gd name="connsiteY8" fmla="*/ 35853 h 69882"/>
                      <a:gd name="connsiteX9" fmla="*/ 7951 w 46167"/>
                      <a:gd name="connsiteY9" fmla="*/ 30989 h 69882"/>
                      <a:gd name="connsiteX10" fmla="*/ -75 w 46167"/>
                      <a:gd name="connsiteY10" fmla="*/ 32037 h 69882"/>
                      <a:gd name="connsiteX11" fmla="*/ 6659 w 46167"/>
                      <a:gd name="connsiteY11" fmla="*/ 67807 h 69882"/>
                      <a:gd name="connsiteX12" fmla="*/ 41304 w 46167"/>
                      <a:gd name="connsiteY12" fmla="*/ 67807 h 69882"/>
                      <a:gd name="connsiteX13" fmla="*/ 41304 w 46167"/>
                      <a:gd name="connsiteY13" fmla="*/ 59629 h 69882"/>
                      <a:gd name="connsiteX14" fmla="*/ 13500 w 46167"/>
                      <a:gd name="connsiteY14" fmla="*/ 59629 h 69882"/>
                      <a:gd name="connsiteX15" fmla="*/ 9760 w 46167"/>
                      <a:gd name="connsiteY15" fmla="*/ 40915 h 69882"/>
                      <a:gd name="connsiteX16" fmla="*/ 22910 w 46167"/>
                      <a:gd name="connsiteY16" fmla="*/ 45293 h 69882"/>
                      <a:gd name="connsiteX17" fmla="*/ 38294 w 46167"/>
                      <a:gd name="connsiteY17" fmla="*/ 38969 h 69882"/>
                      <a:gd name="connsiteX18" fmla="*/ 44572 w 46167"/>
                      <a:gd name="connsiteY18" fmla="*/ 22719 h 69882"/>
                      <a:gd name="connsiteX19" fmla="*/ 39069 w 46167"/>
                      <a:gd name="connsiteY19" fmla="*/ 6377 h 69882"/>
                      <a:gd name="connsiteX20" fmla="*/ 20781 w 46167"/>
                      <a:gd name="connsiteY20" fmla="*/ -2075 h 69882"/>
                      <a:gd name="connsiteX21" fmla="*/ 5261 w 46167"/>
                      <a:gd name="connsiteY21" fmla="*/ 3245 h 69882"/>
                      <a:gd name="connsiteX22" fmla="*/ -1595 w 46167"/>
                      <a:gd name="connsiteY22" fmla="*/ 17353 h 698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</a:cxnLst>
                    <a:rect l="l" t="t" r="r" b="b"/>
                    <a:pathLst>
                      <a:path w="46167" h="69882">
                        <a:moveTo>
                          <a:pt x="-1595" y="17353"/>
                        </a:moveTo>
                        <a:lnTo>
                          <a:pt x="7374" y="18113"/>
                        </a:lnTo>
                        <a:cubicBezTo>
                          <a:pt x="8042" y="13745"/>
                          <a:pt x="9588" y="10456"/>
                          <a:pt x="12010" y="8247"/>
                        </a:cubicBezTo>
                        <a:cubicBezTo>
                          <a:pt x="14432" y="6048"/>
                          <a:pt x="17356" y="4948"/>
                          <a:pt x="20781" y="4948"/>
                        </a:cubicBezTo>
                        <a:cubicBezTo>
                          <a:pt x="24896" y="4948"/>
                          <a:pt x="28377" y="6499"/>
                          <a:pt x="31225" y="9600"/>
                        </a:cubicBezTo>
                        <a:cubicBezTo>
                          <a:pt x="34073" y="12711"/>
                          <a:pt x="35497" y="16831"/>
                          <a:pt x="35497" y="21959"/>
                        </a:cubicBezTo>
                        <a:cubicBezTo>
                          <a:pt x="35497" y="26833"/>
                          <a:pt x="34129" y="30680"/>
                          <a:pt x="31392" y="33497"/>
                        </a:cubicBezTo>
                        <a:cubicBezTo>
                          <a:pt x="28656" y="36324"/>
                          <a:pt x="25068" y="37738"/>
                          <a:pt x="20629" y="37738"/>
                        </a:cubicBezTo>
                        <a:cubicBezTo>
                          <a:pt x="17873" y="37738"/>
                          <a:pt x="15385" y="37110"/>
                          <a:pt x="13165" y="35853"/>
                        </a:cubicBezTo>
                        <a:cubicBezTo>
                          <a:pt x="10956" y="34607"/>
                          <a:pt x="9218" y="32985"/>
                          <a:pt x="7951" y="30989"/>
                        </a:cubicBezTo>
                        <a:lnTo>
                          <a:pt x="-75" y="32037"/>
                        </a:lnTo>
                        <a:lnTo>
                          <a:pt x="6659" y="67807"/>
                        </a:lnTo>
                        <a:lnTo>
                          <a:pt x="41304" y="67807"/>
                        </a:lnTo>
                        <a:lnTo>
                          <a:pt x="41304" y="59629"/>
                        </a:lnTo>
                        <a:lnTo>
                          <a:pt x="13500" y="59629"/>
                        </a:lnTo>
                        <a:lnTo>
                          <a:pt x="9760" y="40915"/>
                        </a:lnTo>
                        <a:cubicBezTo>
                          <a:pt x="13936" y="43834"/>
                          <a:pt x="18319" y="45293"/>
                          <a:pt x="22910" y="45293"/>
                        </a:cubicBezTo>
                        <a:cubicBezTo>
                          <a:pt x="28990" y="45293"/>
                          <a:pt x="34118" y="43185"/>
                          <a:pt x="38294" y="38969"/>
                        </a:cubicBezTo>
                        <a:cubicBezTo>
                          <a:pt x="42479" y="34754"/>
                          <a:pt x="44572" y="29337"/>
                          <a:pt x="44572" y="22719"/>
                        </a:cubicBezTo>
                        <a:cubicBezTo>
                          <a:pt x="44572" y="16415"/>
                          <a:pt x="42738" y="10968"/>
                          <a:pt x="39069" y="6377"/>
                        </a:cubicBezTo>
                        <a:cubicBezTo>
                          <a:pt x="34600" y="742"/>
                          <a:pt x="28504" y="-2075"/>
                          <a:pt x="20781" y="-2075"/>
                        </a:cubicBezTo>
                        <a:cubicBezTo>
                          <a:pt x="14447" y="-2075"/>
                          <a:pt x="9274" y="-302"/>
                          <a:pt x="5261" y="3245"/>
                        </a:cubicBezTo>
                        <a:cubicBezTo>
                          <a:pt x="1257" y="6792"/>
                          <a:pt x="-1028" y="11495"/>
                          <a:pt x="-1595" y="17353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49" name="Graphic 988">
                <a:extLst>
                  <a:ext uri="{FF2B5EF4-FFF2-40B4-BE49-F238E27FC236}">
                    <a16:creationId xmlns:a16="http://schemas.microsoft.com/office/drawing/2014/main" id="{48EE889F-977A-E72A-2D6F-7C226604F3AB}"/>
                  </a:ext>
                </a:extLst>
              </p:cNvPr>
              <p:cNvGrpSpPr/>
              <p:nvPr/>
            </p:nvGrpSpPr>
            <p:grpSpPr>
              <a:xfrm>
                <a:off x="3223743" y="2102154"/>
                <a:ext cx="2126880" cy="71113"/>
                <a:chOff x="3223743" y="2102154"/>
                <a:chExt cx="2126880" cy="71113"/>
              </a:xfrm>
            </p:grpSpPr>
            <p:sp>
              <p:nvSpPr>
                <p:cNvPr id="163" name="Freeform: Shape 162">
                  <a:extLst>
                    <a:ext uri="{FF2B5EF4-FFF2-40B4-BE49-F238E27FC236}">
                      <a16:creationId xmlns:a16="http://schemas.microsoft.com/office/drawing/2014/main" id="{9564D70C-FFB6-282B-9DBA-90A7258F568C}"/>
                    </a:ext>
                  </a:extLst>
                </p:cNvPr>
                <p:cNvSpPr/>
                <p:nvPr/>
              </p:nvSpPr>
              <p:spPr>
                <a:xfrm>
                  <a:off x="3459480" y="2137260"/>
                  <a:ext cx="1891143" cy="8844"/>
                </a:xfrm>
                <a:custGeom>
                  <a:avLst/>
                  <a:gdLst>
                    <a:gd name="connsiteX0" fmla="*/ 0 w 1891143"/>
                    <a:gd name="connsiteY0" fmla="*/ 0 h 8844"/>
                    <a:gd name="connsiteX1" fmla="*/ 1891144 w 1891143"/>
                    <a:gd name="connsiteY1" fmla="*/ 0 h 8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891143" h="8844">
                      <a:moveTo>
                        <a:pt x="0" y="0"/>
                      </a:moveTo>
                      <a:lnTo>
                        <a:pt x="1891144" y="0"/>
                      </a:lnTo>
                    </a:path>
                  </a:pathLst>
                </a:custGeom>
                <a:noFill/>
                <a:ln w="8845" cap="rnd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64" name="Graphic 988">
                  <a:extLst>
                    <a:ext uri="{FF2B5EF4-FFF2-40B4-BE49-F238E27FC236}">
                      <a16:creationId xmlns:a16="http://schemas.microsoft.com/office/drawing/2014/main" id="{DC420F44-D2A9-C711-5CF0-1B6AFA3B6066}"/>
                    </a:ext>
                  </a:extLst>
                </p:cNvPr>
                <p:cNvGrpSpPr/>
                <p:nvPr/>
              </p:nvGrpSpPr>
              <p:grpSpPr>
                <a:xfrm>
                  <a:off x="3223743" y="2102154"/>
                  <a:ext cx="147072" cy="71113"/>
                  <a:chOff x="3223743" y="2102154"/>
                  <a:chExt cx="147072" cy="71113"/>
                </a:xfrm>
                <a:solidFill>
                  <a:srgbClr val="262626"/>
                </a:solidFill>
              </p:grpSpPr>
              <p:sp>
                <p:nvSpPr>
                  <p:cNvPr id="165" name="Freeform: Shape 164">
                    <a:extLst>
                      <a:ext uri="{FF2B5EF4-FFF2-40B4-BE49-F238E27FC236}">
                        <a16:creationId xmlns:a16="http://schemas.microsoft.com/office/drawing/2014/main" id="{3CFDCB45-EE3F-53EC-C5CE-BEC8EBB1A3BD}"/>
                      </a:ext>
                    </a:extLst>
                  </p:cNvPr>
                  <p:cNvSpPr/>
                  <p:nvPr/>
                </p:nvSpPr>
                <p:spPr>
                  <a:xfrm flipV="1">
                    <a:off x="3223743" y="2102154"/>
                    <a:ext cx="25645" cy="69927"/>
                  </a:xfrm>
                  <a:custGeom>
                    <a:avLst/>
                    <a:gdLst>
                      <a:gd name="connsiteX0" fmla="*/ 24281 w 25645"/>
                      <a:gd name="connsiteY0" fmla="*/ -2186 h 69927"/>
                      <a:gd name="connsiteX1" fmla="*/ 15738 w 25645"/>
                      <a:gd name="connsiteY1" fmla="*/ -2186 h 69927"/>
                      <a:gd name="connsiteX2" fmla="*/ 15738 w 25645"/>
                      <a:gd name="connsiteY2" fmla="*/ 52297 h 69927"/>
                      <a:gd name="connsiteX3" fmla="*/ 7635 w 25645"/>
                      <a:gd name="connsiteY3" fmla="*/ 46414 h 69927"/>
                      <a:gd name="connsiteX4" fmla="*/ -1364 w 25645"/>
                      <a:gd name="connsiteY4" fmla="*/ 41990 h 69927"/>
                      <a:gd name="connsiteX5" fmla="*/ -1364 w 25645"/>
                      <a:gd name="connsiteY5" fmla="*/ 50260 h 69927"/>
                      <a:gd name="connsiteX6" fmla="*/ 11177 w 25645"/>
                      <a:gd name="connsiteY6" fmla="*/ 58424 h 69927"/>
                      <a:gd name="connsiteX7" fmla="*/ 18778 w 25645"/>
                      <a:gd name="connsiteY7" fmla="*/ 67742 h 69927"/>
                      <a:gd name="connsiteX8" fmla="*/ 24281 w 25645"/>
                      <a:gd name="connsiteY8" fmla="*/ 67742 h 69927"/>
                      <a:gd name="connsiteX9" fmla="*/ 24281 w 25645"/>
                      <a:gd name="connsiteY9" fmla="*/ -2186 h 699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5645" h="69927">
                        <a:moveTo>
                          <a:pt x="24281" y="-2186"/>
                        </a:moveTo>
                        <a:lnTo>
                          <a:pt x="15738" y="-2186"/>
                        </a:lnTo>
                        <a:lnTo>
                          <a:pt x="15738" y="52297"/>
                        </a:lnTo>
                        <a:cubicBezTo>
                          <a:pt x="13681" y="50341"/>
                          <a:pt x="10980" y="48380"/>
                          <a:pt x="7635" y="46414"/>
                        </a:cubicBezTo>
                        <a:cubicBezTo>
                          <a:pt x="4291" y="44448"/>
                          <a:pt x="1291" y="42974"/>
                          <a:pt x="-1364" y="41990"/>
                        </a:cubicBezTo>
                        <a:lnTo>
                          <a:pt x="-1364" y="50260"/>
                        </a:lnTo>
                        <a:cubicBezTo>
                          <a:pt x="3419" y="52510"/>
                          <a:pt x="7600" y="55231"/>
                          <a:pt x="11177" y="58424"/>
                        </a:cubicBezTo>
                        <a:cubicBezTo>
                          <a:pt x="14755" y="61626"/>
                          <a:pt x="17288" y="64732"/>
                          <a:pt x="18778" y="67742"/>
                        </a:cubicBezTo>
                        <a:lnTo>
                          <a:pt x="24281" y="67742"/>
                        </a:lnTo>
                        <a:lnTo>
                          <a:pt x="24281" y="-2186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66" name="Freeform: Shape 165">
                    <a:extLst>
                      <a:ext uri="{FF2B5EF4-FFF2-40B4-BE49-F238E27FC236}">
                        <a16:creationId xmlns:a16="http://schemas.microsoft.com/office/drawing/2014/main" id="{2DD3CA33-3BA7-F677-7736-83A84CCD03B8}"/>
                      </a:ext>
                    </a:extLst>
                  </p:cNvPr>
                  <p:cNvSpPr/>
                  <p:nvPr/>
                </p:nvSpPr>
                <p:spPr>
                  <a:xfrm flipV="1">
                    <a:off x="3271300" y="2103385"/>
                    <a:ext cx="46167" cy="69882"/>
                  </a:xfrm>
                  <a:custGeom>
                    <a:avLst/>
                    <a:gdLst>
                      <a:gd name="connsiteX0" fmla="*/ -1602 w 46167"/>
                      <a:gd name="connsiteY0" fmla="*/ 17322 h 69882"/>
                      <a:gd name="connsiteX1" fmla="*/ 7367 w 46167"/>
                      <a:gd name="connsiteY1" fmla="*/ 18082 h 69882"/>
                      <a:gd name="connsiteX2" fmla="*/ 12004 w 46167"/>
                      <a:gd name="connsiteY2" fmla="*/ 8216 h 69882"/>
                      <a:gd name="connsiteX3" fmla="*/ 20775 w 46167"/>
                      <a:gd name="connsiteY3" fmla="*/ 4917 h 69882"/>
                      <a:gd name="connsiteX4" fmla="*/ 31219 w 46167"/>
                      <a:gd name="connsiteY4" fmla="*/ 9569 h 69882"/>
                      <a:gd name="connsiteX5" fmla="*/ 35491 w 46167"/>
                      <a:gd name="connsiteY5" fmla="*/ 21928 h 69882"/>
                      <a:gd name="connsiteX6" fmla="*/ 31386 w 46167"/>
                      <a:gd name="connsiteY6" fmla="*/ 33466 h 69882"/>
                      <a:gd name="connsiteX7" fmla="*/ 20623 w 46167"/>
                      <a:gd name="connsiteY7" fmla="*/ 37707 h 69882"/>
                      <a:gd name="connsiteX8" fmla="*/ 13159 w 46167"/>
                      <a:gd name="connsiteY8" fmla="*/ 35822 h 69882"/>
                      <a:gd name="connsiteX9" fmla="*/ 7945 w 46167"/>
                      <a:gd name="connsiteY9" fmla="*/ 30958 h 69882"/>
                      <a:gd name="connsiteX10" fmla="*/ -81 w 46167"/>
                      <a:gd name="connsiteY10" fmla="*/ 32007 h 69882"/>
                      <a:gd name="connsiteX11" fmla="*/ 6653 w 46167"/>
                      <a:gd name="connsiteY11" fmla="*/ 67776 h 69882"/>
                      <a:gd name="connsiteX12" fmla="*/ 41298 w 46167"/>
                      <a:gd name="connsiteY12" fmla="*/ 67776 h 69882"/>
                      <a:gd name="connsiteX13" fmla="*/ 41298 w 46167"/>
                      <a:gd name="connsiteY13" fmla="*/ 59598 h 69882"/>
                      <a:gd name="connsiteX14" fmla="*/ 13494 w 46167"/>
                      <a:gd name="connsiteY14" fmla="*/ 59598 h 69882"/>
                      <a:gd name="connsiteX15" fmla="*/ 9754 w 46167"/>
                      <a:gd name="connsiteY15" fmla="*/ 40884 h 69882"/>
                      <a:gd name="connsiteX16" fmla="*/ 22904 w 46167"/>
                      <a:gd name="connsiteY16" fmla="*/ 45262 h 69882"/>
                      <a:gd name="connsiteX17" fmla="*/ 38288 w 46167"/>
                      <a:gd name="connsiteY17" fmla="*/ 38939 h 69882"/>
                      <a:gd name="connsiteX18" fmla="*/ 44566 w 46167"/>
                      <a:gd name="connsiteY18" fmla="*/ 22688 h 69882"/>
                      <a:gd name="connsiteX19" fmla="*/ 39063 w 46167"/>
                      <a:gd name="connsiteY19" fmla="*/ 6346 h 69882"/>
                      <a:gd name="connsiteX20" fmla="*/ 20775 w 46167"/>
                      <a:gd name="connsiteY20" fmla="*/ -2106 h 69882"/>
                      <a:gd name="connsiteX21" fmla="*/ 5254 w 46167"/>
                      <a:gd name="connsiteY21" fmla="*/ 3214 h 69882"/>
                      <a:gd name="connsiteX22" fmla="*/ -1602 w 46167"/>
                      <a:gd name="connsiteY22" fmla="*/ 17322 h 698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</a:cxnLst>
                    <a:rect l="l" t="t" r="r" b="b"/>
                    <a:pathLst>
                      <a:path w="46167" h="69882">
                        <a:moveTo>
                          <a:pt x="-1602" y="17322"/>
                        </a:moveTo>
                        <a:lnTo>
                          <a:pt x="7367" y="18082"/>
                        </a:lnTo>
                        <a:cubicBezTo>
                          <a:pt x="8036" y="13714"/>
                          <a:pt x="9582" y="10425"/>
                          <a:pt x="12004" y="8216"/>
                        </a:cubicBezTo>
                        <a:cubicBezTo>
                          <a:pt x="14426" y="6017"/>
                          <a:pt x="17350" y="4917"/>
                          <a:pt x="20775" y="4917"/>
                        </a:cubicBezTo>
                        <a:cubicBezTo>
                          <a:pt x="24890" y="4917"/>
                          <a:pt x="28371" y="6468"/>
                          <a:pt x="31219" y="9569"/>
                        </a:cubicBezTo>
                        <a:cubicBezTo>
                          <a:pt x="34067" y="12680"/>
                          <a:pt x="35491" y="16800"/>
                          <a:pt x="35491" y="21928"/>
                        </a:cubicBezTo>
                        <a:cubicBezTo>
                          <a:pt x="35491" y="26803"/>
                          <a:pt x="34123" y="30649"/>
                          <a:pt x="31386" y="33466"/>
                        </a:cubicBezTo>
                        <a:cubicBezTo>
                          <a:pt x="28650" y="36293"/>
                          <a:pt x="25062" y="37707"/>
                          <a:pt x="20623" y="37707"/>
                        </a:cubicBezTo>
                        <a:cubicBezTo>
                          <a:pt x="17867" y="37707"/>
                          <a:pt x="15379" y="37079"/>
                          <a:pt x="13159" y="35822"/>
                        </a:cubicBezTo>
                        <a:cubicBezTo>
                          <a:pt x="10950" y="34576"/>
                          <a:pt x="9212" y="32954"/>
                          <a:pt x="7945" y="30958"/>
                        </a:cubicBezTo>
                        <a:lnTo>
                          <a:pt x="-81" y="32007"/>
                        </a:lnTo>
                        <a:lnTo>
                          <a:pt x="6653" y="67776"/>
                        </a:lnTo>
                        <a:lnTo>
                          <a:pt x="41298" y="67776"/>
                        </a:lnTo>
                        <a:lnTo>
                          <a:pt x="41298" y="59598"/>
                        </a:lnTo>
                        <a:lnTo>
                          <a:pt x="13494" y="59598"/>
                        </a:lnTo>
                        <a:lnTo>
                          <a:pt x="9754" y="40884"/>
                        </a:lnTo>
                        <a:cubicBezTo>
                          <a:pt x="13930" y="43803"/>
                          <a:pt x="18313" y="45262"/>
                          <a:pt x="22904" y="45262"/>
                        </a:cubicBezTo>
                        <a:cubicBezTo>
                          <a:pt x="28984" y="45262"/>
                          <a:pt x="34112" y="43154"/>
                          <a:pt x="38288" y="38939"/>
                        </a:cubicBezTo>
                        <a:cubicBezTo>
                          <a:pt x="42473" y="34723"/>
                          <a:pt x="44566" y="29306"/>
                          <a:pt x="44566" y="22688"/>
                        </a:cubicBezTo>
                        <a:cubicBezTo>
                          <a:pt x="44566" y="16384"/>
                          <a:pt x="42732" y="10937"/>
                          <a:pt x="39063" y="6346"/>
                        </a:cubicBezTo>
                        <a:cubicBezTo>
                          <a:pt x="34594" y="711"/>
                          <a:pt x="28498" y="-2106"/>
                          <a:pt x="20775" y="-2106"/>
                        </a:cubicBezTo>
                        <a:cubicBezTo>
                          <a:pt x="14441" y="-2106"/>
                          <a:pt x="9268" y="-333"/>
                          <a:pt x="5254" y="3214"/>
                        </a:cubicBezTo>
                        <a:cubicBezTo>
                          <a:pt x="1251" y="6762"/>
                          <a:pt x="-1034" y="11464"/>
                          <a:pt x="-1602" y="17322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67" name="Freeform: Shape 166">
                    <a:extLst>
                      <a:ext uri="{FF2B5EF4-FFF2-40B4-BE49-F238E27FC236}">
                        <a16:creationId xmlns:a16="http://schemas.microsoft.com/office/drawing/2014/main" id="{99566395-A064-F8CC-6BDF-DA2851800101}"/>
                      </a:ext>
                    </a:extLst>
                  </p:cNvPr>
                  <p:cNvSpPr/>
                  <p:nvPr/>
                </p:nvSpPr>
                <p:spPr>
                  <a:xfrm flipV="1">
                    <a:off x="3325408" y="2102154"/>
                    <a:ext cx="45407" cy="71113"/>
                  </a:xfrm>
                  <a:custGeom>
                    <a:avLst/>
                    <a:gdLst>
                      <a:gd name="connsiteX0" fmla="*/ -1570 w 45407"/>
                      <a:gd name="connsiteY0" fmla="*/ 33380 h 71113"/>
                      <a:gd name="connsiteX1" fmla="*/ 968 w 45407"/>
                      <a:gd name="connsiteY1" fmla="*/ 53264 h 71113"/>
                      <a:gd name="connsiteX2" fmla="*/ 8508 w 45407"/>
                      <a:gd name="connsiteY2" fmla="*/ 64878 h 71113"/>
                      <a:gd name="connsiteX3" fmla="*/ 21126 w 45407"/>
                      <a:gd name="connsiteY3" fmla="*/ 68967 h 71113"/>
                      <a:gd name="connsiteX4" fmla="*/ 30961 w 45407"/>
                      <a:gd name="connsiteY4" fmla="*/ 66702 h 71113"/>
                      <a:gd name="connsiteX5" fmla="*/ 37939 w 45407"/>
                      <a:gd name="connsiteY5" fmla="*/ 60196 h 71113"/>
                      <a:gd name="connsiteX6" fmla="*/ 42271 w 45407"/>
                      <a:gd name="connsiteY6" fmla="*/ 49843 h 71113"/>
                      <a:gd name="connsiteX7" fmla="*/ 43837 w 45407"/>
                      <a:gd name="connsiteY7" fmla="*/ 33380 h 71113"/>
                      <a:gd name="connsiteX8" fmla="*/ 41314 w 45407"/>
                      <a:gd name="connsiteY8" fmla="*/ 13602 h 71113"/>
                      <a:gd name="connsiteX9" fmla="*/ 33789 w 45407"/>
                      <a:gd name="connsiteY9" fmla="*/ 1958 h 71113"/>
                      <a:gd name="connsiteX10" fmla="*/ 21126 w 45407"/>
                      <a:gd name="connsiteY10" fmla="*/ -2147 h 71113"/>
                      <a:gd name="connsiteX11" fmla="*/ 5316 w 45407"/>
                      <a:gd name="connsiteY11" fmla="*/ 5074 h 71113"/>
                      <a:gd name="connsiteX12" fmla="*/ -1570 w 45407"/>
                      <a:gd name="connsiteY12" fmla="*/ 33380 h 71113"/>
                      <a:gd name="connsiteX13" fmla="*/ 7216 w 45407"/>
                      <a:gd name="connsiteY13" fmla="*/ 33380 h 71113"/>
                      <a:gd name="connsiteX14" fmla="*/ 11229 w 45407"/>
                      <a:gd name="connsiteY14" fmla="*/ 10547 h 71113"/>
                      <a:gd name="connsiteX15" fmla="*/ 21126 w 45407"/>
                      <a:gd name="connsiteY15" fmla="*/ 4877 h 71113"/>
                      <a:gd name="connsiteX16" fmla="*/ 31037 w 45407"/>
                      <a:gd name="connsiteY16" fmla="*/ 10577 h 71113"/>
                      <a:gd name="connsiteX17" fmla="*/ 35050 w 45407"/>
                      <a:gd name="connsiteY17" fmla="*/ 33380 h 71113"/>
                      <a:gd name="connsiteX18" fmla="*/ 31037 w 45407"/>
                      <a:gd name="connsiteY18" fmla="*/ 56228 h 71113"/>
                      <a:gd name="connsiteX19" fmla="*/ 21034 w 45407"/>
                      <a:gd name="connsiteY19" fmla="*/ 61883 h 71113"/>
                      <a:gd name="connsiteX20" fmla="*/ 11625 w 45407"/>
                      <a:gd name="connsiteY20" fmla="*/ 56897 h 71113"/>
                      <a:gd name="connsiteX21" fmla="*/ 7216 w 45407"/>
                      <a:gd name="connsiteY21" fmla="*/ 33380 h 711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45407" h="71113">
                        <a:moveTo>
                          <a:pt x="-1570" y="33380"/>
                        </a:moveTo>
                        <a:cubicBezTo>
                          <a:pt x="-1570" y="41619"/>
                          <a:pt x="-724" y="48247"/>
                          <a:pt x="968" y="53264"/>
                        </a:cubicBezTo>
                        <a:cubicBezTo>
                          <a:pt x="2661" y="58290"/>
                          <a:pt x="5174" y="62162"/>
                          <a:pt x="8508" y="64878"/>
                        </a:cubicBezTo>
                        <a:cubicBezTo>
                          <a:pt x="11853" y="67604"/>
                          <a:pt x="16058" y="68967"/>
                          <a:pt x="21126" y="68967"/>
                        </a:cubicBezTo>
                        <a:cubicBezTo>
                          <a:pt x="24865" y="68967"/>
                          <a:pt x="28144" y="68212"/>
                          <a:pt x="30961" y="66702"/>
                        </a:cubicBezTo>
                        <a:cubicBezTo>
                          <a:pt x="33779" y="65202"/>
                          <a:pt x="36104" y="63033"/>
                          <a:pt x="37939" y="60196"/>
                        </a:cubicBezTo>
                        <a:cubicBezTo>
                          <a:pt x="39783" y="57368"/>
                          <a:pt x="41227" y="53917"/>
                          <a:pt x="42271" y="49843"/>
                        </a:cubicBezTo>
                        <a:cubicBezTo>
                          <a:pt x="43315" y="45779"/>
                          <a:pt x="43837" y="40292"/>
                          <a:pt x="43837" y="33380"/>
                        </a:cubicBezTo>
                        <a:cubicBezTo>
                          <a:pt x="43837" y="25211"/>
                          <a:pt x="42996" y="18619"/>
                          <a:pt x="41314" y="13602"/>
                        </a:cubicBezTo>
                        <a:cubicBezTo>
                          <a:pt x="39641" y="8586"/>
                          <a:pt x="37133" y="4704"/>
                          <a:pt x="33789" y="1958"/>
                        </a:cubicBezTo>
                        <a:cubicBezTo>
                          <a:pt x="30455" y="-779"/>
                          <a:pt x="26233" y="-2147"/>
                          <a:pt x="21126" y="-2147"/>
                        </a:cubicBezTo>
                        <a:cubicBezTo>
                          <a:pt x="14417" y="-2147"/>
                          <a:pt x="9147" y="260"/>
                          <a:pt x="5316" y="5074"/>
                        </a:cubicBezTo>
                        <a:cubicBezTo>
                          <a:pt x="725" y="10871"/>
                          <a:pt x="-1570" y="20306"/>
                          <a:pt x="-1570" y="33380"/>
                        </a:cubicBezTo>
                        <a:close/>
                        <a:moveTo>
                          <a:pt x="7216" y="33380"/>
                        </a:moveTo>
                        <a:cubicBezTo>
                          <a:pt x="7216" y="21948"/>
                          <a:pt x="8554" y="14337"/>
                          <a:pt x="11229" y="10547"/>
                        </a:cubicBezTo>
                        <a:cubicBezTo>
                          <a:pt x="13905" y="6767"/>
                          <a:pt x="17204" y="4877"/>
                          <a:pt x="21126" y="4877"/>
                        </a:cubicBezTo>
                        <a:cubicBezTo>
                          <a:pt x="25058" y="4877"/>
                          <a:pt x="28362" y="6777"/>
                          <a:pt x="31037" y="10577"/>
                        </a:cubicBezTo>
                        <a:cubicBezTo>
                          <a:pt x="33713" y="14378"/>
                          <a:pt x="35050" y="21978"/>
                          <a:pt x="35050" y="33380"/>
                        </a:cubicBezTo>
                        <a:cubicBezTo>
                          <a:pt x="35050" y="44852"/>
                          <a:pt x="33713" y="52468"/>
                          <a:pt x="31037" y="56228"/>
                        </a:cubicBezTo>
                        <a:cubicBezTo>
                          <a:pt x="28362" y="59998"/>
                          <a:pt x="25028" y="61883"/>
                          <a:pt x="21034" y="61883"/>
                        </a:cubicBezTo>
                        <a:cubicBezTo>
                          <a:pt x="17112" y="61883"/>
                          <a:pt x="13976" y="60221"/>
                          <a:pt x="11625" y="56897"/>
                        </a:cubicBezTo>
                        <a:cubicBezTo>
                          <a:pt x="8686" y="52661"/>
                          <a:pt x="7216" y="44822"/>
                          <a:pt x="7216" y="3338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50" name="Graphic 988">
                <a:extLst>
                  <a:ext uri="{FF2B5EF4-FFF2-40B4-BE49-F238E27FC236}">
                    <a16:creationId xmlns:a16="http://schemas.microsoft.com/office/drawing/2014/main" id="{20C7A1B4-44E9-F716-9E2B-8507136FFE62}"/>
                  </a:ext>
                </a:extLst>
              </p:cNvPr>
              <p:cNvGrpSpPr/>
              <p:nvPr/>
            </p:nvGrpSpPr>
            <p:grpSpPr>
              <a:xfrm>
                <a:off x="3223743" y="1828741"/>
                <a:ext cx="2126880" cy="71113"/>
                <a:chOff x="3223743" y="1828741"/>
                <a:chExt cx="2126880" cy="71113"/>
              </a:xfrm>
            </p:grpSpPr>
            <p:sp>
              <p:nvSpPr>
                <p:cNvPr id="158" name="Freeform: Shape 157">
                  <a:extLst>
                    <a:ext uri="{FF2B5EF4-FFF2-40B4-BE49-F238E27FC236}">
                      <a16:creationId xmlns:a16="http://schemas.microsoft.com/office/drawing/2014/main" id="{773F331D-965F-C6AD-0062-709F6EC608EF}"/>
                    </a:ext>
                  </a:extLst>
                </p:cNvPr>
                <p:cNvSpPr/>
                <p:nvPr/>
              </p:nvSpPr>
              <p:spPr>
                <a:xfrm>
                  <a:off x="3459480" y="1863849"/>
                  <a:ext cx="1891143" cy="8844"/>
                </a:xfrm>
                <a:custGeom>
                  <a:avLst/>
                  <a:gdLst>
                    <a:gd name="connsiteX0" fmla="*/ 0 w 1891143"/>
                    <a:gd name="connsiteY0" fmla="*/ 0 h 8844"/>
                    <a:gd name="connsiteX1" fmla="*/ 1891144 w 1891143"/>
                    <a:gd name="connsiteY1" fmla="*/ 0 h 8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891143" h="8844">
                      <a:moveTo>
                        <a:pt x="0" y="0"/>
                      </a:moveTo>
                      <a:lnTo>
                        <a:pt x="1891144" y="0"/>
                      </a:lnTo>
                    </a:path>
                  </a:pathLst>
                </a:custGeom>
                <a:noFill/>
                <a:ln w="8845" cap="rnd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59" name="Graphic 988">
                  <a:extLst>
                    <a:ext uri="{FF2B5EF4-FFF2-40B4-BE49-F238E27FC236}">
                      <a16:creationId xmlns:a16="http://schemas.microsoft.com/office/drawing/2014/main" id="{5E2A27FE-40B6-19CA-6AD1-92F3A23DC8A7}"/>
                    </a:ext>
                  </a:extLst>
                </p:cNvPr>
                <p:cNvGrpSpPr/>
                <p:nvPr/>
              </p:nvGrpSpPr>
              <p:grpSpPr>
                <a:xfrm>
                  <a:off x="3223743" y="1828741"/>
                  <a:ext cx="147832" cy="71113"/>
                  <a:chOff x="3223743" y="1828741"/>
                  <a:chExt cx="147832" cy="71113"/>
                </a:xfrm>
                <a:solidFill>
                  <a:srgbClr val="262626"/>
                </a:solidFill>
              </p:grpSpPr>
              <p:sp>
                <p:nvSpPr>
                  <p:cNvPr id="160" name="Freeform: Shape 159">
                    <a:extLst>
                      <a:ext uri="{FF2B5EF4-FFF2-40B4-BE49-F238E27FC236}">
                        <a16:creationId xmlns:a16="http://schemas.microsoft.com/office/drawing/2014/main" id="{48BBED43-EC43-2BF8-D08C-6C7F75184841}"/>
                      </a:ext>
                    </a:extLst>
                  </p:cNvPr>
                  <p:cNvSpPr/>
                  <p:nvPr/>
                </p:nvSpPr>
                <p:spPr>
                  <a:xfrm flipV="1">
                    <a:off x="3223743" y="1828741"/>
                    <a:ext cx="25645" cy="69927"/>
                  </a:xfrm>
                  <a:custGeom>
                    <a:avLst/>
                    <a:gdLst>
                      <a:gd name="connsiteX0" fmla="*/ 24281 w 25645"/>
                      <a:gd name="connsiteY0" fmla="*/ -2217 h 69927"/>
                      <a:gd name="connsiteX1" fmla="*/ 15738 w 25645"/>
                      <a:gd name="connsiteY1" fmla="*/ -2217 h 69927"/>
                      <a:gd name="connsiteX2" fmla="*/ 15738 w 25645"/>
                      <a:gd name="connsiteY2" fmla="*/ 52266 h 69927"/>
                      <a:gd name="connsiteX3" fmla="*/ 7635 w 25645"/>
                      <a:gd name="connsiteY3" fmla="*/ 46383 h 69927"/>
                      <a:gd name="connsiteX4" fmla="*/ -1364 w 25645"/>
                      <a:gd name="connsiteY4" fmla="*/ 41960 h 69927"/>
                      <a:gd name="connsiteX5" fmla="*/ -1364 w 25645"/>
                      <a:gd name="connsiteY5" fmla="*/ 50229 h 69927"/>
                      <a:gd name="connsiteX6" fmla="*/ 11177 w 25645"/>
                      <a:gd name="connsiteY6" fmla="*/ 58393 h 69927"/>
                      <a:gd name="connsiteX7" fmla="*/ 18778 w 25645"/>
                      <a:gd name="connsiteY7" fmla="*/ 67711 h 69927"/>
                      <a:gd name="connsiteX8" fmla="*/ 24281 w 25645"/>
                      <a:gd name="connsiteY8" fmla="*/ 67711 h 69927"/>
                      <a:gd name="connsiteX9" fmla="*/ 24281 w 25645"/>
                      <a:gd name="connsiteY9" fmla="*/ -2217 h 699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5645" h="69927">
                        <a:moveTo>
                          <a:pt x="24281" y="-2217"/>
                        </a:moveTo>
                        <a:lnTo>
                          <a:pt x="15738" y="-2217"/>
                        </a:lnTo>
                        <a:lnTo>
                          <a:pt x="15738" y="52266"/>
                        </a:lnTo>
                        <a:cubicBezTo>
                          <a:pt x="13681" y="50310"/>
                          <a:pt x="10980" y="48349"/>
                          <a:pt x="7635" y="46383"/>
                        </a:cubicBezTo>
                        <a:cubicBezTo>
                          <a:pt x="4291" y="44417"/>
                          <a:pt x="1291" y="42943"/>
                          <a:pt x="-1364" y="41960"/>
                        </a:cubicBezTo>
                        <a:lnTo>
                          <a:pt x="-1364" y="50229"/>
                        </a:lnTo>
                        <a:cubicBezTo>
                          <a:pt x="3419" y="52479"/>
                          <a:pt x="7600" y="55200"/>
                          <a:pt x="11177" y="58393"/>
                        </a:cubicBezTo>
                        <a:cubicBezTo>
                          <a:pt x="14755" y="61595"/>
                          <a:pt x="17288" y="64701"/>
                          <a:pt x="18778" y="67711"/>
                        </a:cubicBezTo>
                        <a:lnTo>
                          <a:pt x="24281" y="67711"/>
                        </a:lnTo>
                        <a:lnTo>
                          <a:pt x="24281" y="-2217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61" name="Freeform: Shape 160">
                    <a:extLst>
                      <a:ext uri="{FF2B5EF4-FFF2-40B4-BE49-F238E27FC236}">
                        <a16:creationId xmlns:a16="http://schemas.microsoft.com/office/drawing/2014/main" id="{74EEDA6F-A38D-7E06-B006-91FB1E7E13F0}"/>
                      </a:ext>
                    </a:extLst>
                  </p:cNvPr>
                  <p:cNvSpPr/>
                  <p:nvPr/>
                </p:nvSpPr>
                <p:spPr>
                  <a:xfrm flipV="1">
                    <a:off x="3271862" y="1829927"/>
                    <a:ext cx="45088" cy="68742"/>
                  </a:xfrm>
                  <a:custGeom>
                    <a:avLst/>
                    <a:gdLst>
                      <a:gd name="connsiteX0" fmla="*/ -1603 w 45088"/>
                      <a:gd name="connsiteY0" fmla="*/ 58340 h 68742"/>
                      <a:gd name="connsiteX1" fmla="*/ -1603 w 45088"/>
                      <a:gd name="connsiteY1" fmla="*/ 66565 h 68742"/>
                      <a:gd name="connsiteX2" fmla="*/ 43485 w 45088"/>
                      <a:gd name="connsiteY2" fmla="*/ 66565 h 68742"/>
                      <a:gd name="connsiteX3" fmla="*/ 43485 w 45088"/>
                      <a:gd name="connsiteY3" fmla="*/ 59906 h 68742"/>
                      <a:gd name="connsiteX4" fmla="*/ 30290 w 45088"/>
                      <a:gd name="connsiteY4" fmla="*/ 41102 h 68742"/>
                      <a:gd name="connsiteX5" fmla="*/ 20211 w 45088"/>
                      <a:gd name="connsiteY5" fmla="*/ 16961 h 68742"/>
                      <a:gd name="connsiteX6" fmla="*/ 16928 w 45088"/>
                      <a:gd name="connsiteY6" fmla="*/ -2178 h 68742"/>
                      <a:gd name="connsiteX7" fmla="*/ 8141 w 45088"/>
                      <a:gd name="connsiteY7" fmla="*/ -2178 h 68742"/>
                      <a:gd name="connsiteX8" fmla="*/ 11364 w 45088"/>
                      <a:gd name="connsiteY8" fmla="*/ 17676 h 68742"/>
                      <a:gd name="connsiteX9" fmla="*/ 20227 w 45088"/>
                      <a:gd name="connsiteY9" fmla="*/ 40129 h 68742"/>
                      <a:gd name="connsiteX10" fmla="*/ 32510 w 45088"/>
                      <a:gd name="connsiteY10" fmla="*/ 58340 h 68742"/>
                      <a:gd name="connsiteX11" fmla="*/ -1603 w 45088"/>
                      <a:gd name="connsiteY11" fmla="*/ 58340 h 687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45088" h="68742">
                        <a:moveTo>
                          <a:pt x="-1603" y="58340"/>
                        </a:moveTo>
                        <a:lnTo>
                          <a:pt x="-1603" y="66565"/>
                        </a:lnTo>
                        <a:lnTo>
                          <a:pt x="43485" y="66565"/>
                        </a:lnTo>
                        <a:lnTo>
                          <a:pt x="43485" y="59906"/>
                        </a:lnTo>
                        <a:cubicBezTo>
                          <a:pt x="39046" y="55194"/>
                          <a:pt x="34648" y="48926"/>
                          <a:pt x="30290" y="41102"/>
                        </a:cubicBezTo>
                        <a:cubicBezTo>
                          <a:pt x="25942" y="33278"/>
                          <a:pt x="22583" y="25231"/>
                          <a:pt x="20211" y="16961"/>
                        </a:cubicBezTo>
                        <a:cubicBezTo>
                          <a:pt x="18499" y="11134"/>
                          <a:pt x="17404" y="4754"/>
                          <a:pt x="16928" y="-2178"/>
                        </a:cubicBezTo>
                        <a:lnTo>
                          <a:pt x="8141" y="-2178"/>
                        </a:lnTo>
                        <a:cubicBezTo>
                          <a:pt x="8232" y="3305"/>
                          <a:pt x="9307" y="9923"/>
                          <a:pt x="11364" y="17676"/>
                        </a:cubicBezTo>
                        <a:cubicBezTo>
                          <a:pt x="13421" y="25439"/>
                          <a:pt x="16376" y="32923"/>
                          <a:pt x="20227" y="40129"/>
                        </a:cubicBezTo>
                        <a:cubicBezTo>
                          <a:pt x="24078" y="47334"/>
                          <a:pt x="28172" y="53405"/>
                          <a:pt x="32510" y="58340"/>
                        </a:cubicBezTo>
                        <a:lnTo>
                          <a:pt x="-1603" y="58340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62" name="Freeform: Shape 161">
                    <a:extLst>
                      <a:ext uri="{FF2B5EF4-FFF2-40B4-BE49-F238E27FC236}">
                        <a16:creationId xmlns:a16="http://schemas.microsoft.com/office/drawing/2014/main" id="{10ADA4FF-3B20-14F9-7B47-0A27D380BD59}"/>
                      </a:ext>
                    </a:extLst>
                  </p:cNvPr>
                  <p:cNvSpPr/>
                  <p:nvPr/>
                </p:nvSpPr>
                <p:spPr>
                  <a:xfrm flipV="1">
                    <a:off x="3325408" y="1829972"/>
                    <a:ext cx="46167" cy="69882"/>
                  </a:xfrm>
                  <a:custGeom>
                    <a:avLst/>
                    <a:gdLst>
                      <a:gd name="connsiteX0" fmla="*/ -1595 w 46167"/>
                      <a:gd name="connsiteY0" fmla="*/ 17291 h 69882"/>
                      <a:gd name="connsiteX1" fmla="*/ 7374 w 46167"/>
                      <a:gd name="connsiteY1" fmla="*/ 18051 h 69882"/>
                      <a:gd name="connsiteX2" fmla="*/ 12010 w 46167"/>
                      <a:gd name="connsiteY2" fmla="*/ 8185 h 69882"/>
                      <a:gd name="connsiteX3" fmla="*/ 20781 w 46167"/>
                      <a:gd name="connsiteY3" fmla="*/ 4886 h 69882"/>
                      <a:gd name="connsiteX4" fmla="*/ 31225 w 46167"/>
                      <a:gd name="connsiteY4" fmla="*/ 9538 h 69882"/>
                      <a:gd name="connsiteX5" fmla="*/ 35497 w 46167"/>
                      <a:gd name="connsiteY5" fmla="*/ 21897 h 69882"/>
                      <a:gd name="connsiteX6" fmla="*/ 31392 w 46167"/>
                      <a:gd name="connsiteY6" fmla="*/ 33435 h 69882"/>
                      <a:gd name="connsiteX7" fmla="*/ 20629 w 46167"/>
                      <a:gd name="connsiteY7" fmla="*/ 37676 h 69882"/>
                      <a:gd name="connsiteX8" fmla="*/ 13165 w 46167"/>
                      <a:gd name="connsiteY8" fmla="*/ 35791 h 69882"/>
                      <a:gd name="connsiteX9" fmla="*/ 7951 w 46167"/>
                      <a:gd name="connsiteY9" fmla="*/ 30927 h 69882"/>
                      <a:gd name="connsiteX10" fmla="*/ -75 w 46167"/>
                      <a:gd name="connsiteY10" fmla="*/ 31976 h 69882"/>
                      <a:gd name="connsiteX11" fmla="*/ 6659 w 46167"/>
                      <a:gd name="connsiteY11" fmla="*/ 67745 h 69882"/>
                      <a:gd name="connsiteX12" fmla="*/ 41304 w 46167"/>
                      <a:gd name="connsiteY12" fmla="*/ 67745 h 69882"/>
                      <a:gd name="connsiteX13" fmla="*/ 41304 w 46167"/>
                      <a:gd name="connsiteY13" fmla="*/ 59567 h 69882"/>
                      <a:gd name="connsiteX14" fmla="*/ 13500 w 46167"/>
                      <a:gd name="connsiteY14" fmla="*/ 59567 h 69882"/>
                      <a:gd name="connsiteX15" fmla="*/ 9760 w 46167"/>
                      <a:gd name="connsiteY15" fmla="*/ 40853 h 69882"/>
                      <a:gd name="connsiteX16" fmla="*/ 22910 w 46167"/>
                      <a:gd name="connsiteY16" fmla="*/ 45232 h 69882"/>
                      <a:gd name="connsiteX17" fmla="*/ 38294 w 46167"/>
                      <a:gd name="connsiteY17" fmla="*/ 38908 h 69882"/>
                      <a:gd name="connsiteX18" fmla="*/ 44572 w 46167"/>
                      <a:gd name="connsiteY18" fmla="*/ 22657 h 69882"/>
                      <a:gd name="connsiteX19" fmla="*/ 39069 w 46167"/>
                      <a:gd name="connsiteY19" fmla="*/ 6315 h 69882"/>
                      <a:gd name="connsiteX20" fmla="*/ 20781 w 46167"/>
                      <a:gd name="connsiteY20" fmla="*/ -2137 h 69882"/>
                      <a:gd name="connsiteX21" fmla="*/ 5261 w 46167"/>
                      <a:gd name="connsiteY21" fmla="*/ 3184 h 69882"/>
                      <a:gd name="connsiteX22" fmla="*/ -1595 w 46167"/>
                      <a:gd name="connsiteY22" fmla="*/ 17291 h 698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</a:cxnLst>
                    <a:rect l="l" t="t" r="r" b="b"/>
                    <a:pathLst>
                      <a:path w="46167" h="69882">
                        <a:moveTo>
                          <a:pt x="-1595" y="17291"/>
                        </a:moveTo>
                        <a:lnTo>
                          <a:pt x="7374" y="18051"/>
                        </a:lnTo>
                        <a:cubicBezTo>
                          <a:pt x="8042" y="13683"/>
                          <a:pt x="9588" y="10394"/>
                          <a:pt x="12010" y="8185"/>
                        </a:cubicBezTo>
                        <a:cubicBezTo>
                          <a:pt x="14432" y="5986"/>
                          <a:pt x="17356" y="4886"/>
                          <a:pt x="20781" y="4886"/>
                        </a:cubicBezTo>
                        <a:cubicBezTo>
                          <a:pt x="24896" y="4886"/>
                          <a:pt x="28377" y="6437"/>
                          <a:pt x="31225" y="9538"/>
                        </a:cubicBezTo>
                        <a:cubicBezTo>
                          <a:pt x="34073" y="12649"/>
                          <a:pt x="35497" y="16769"/>
                          <a:pt x="35497" y="21897"/>
                        </a:cubicBezTo>
                        <a:cubicBezTo>
                          <a:pt x="35497" y="26772"/>
                          <a:pt x="34129" y="30618"/>
                          <a:pt x="31392" y="33435"/>
                        </a:cubicBezTo>
                        <a:cubicBezTo>
                          <a:pt x="28656" y="36263"/>
                          <a:pt x="25068" y="37676"/>
                          <a:pt x="20629" y="37676"/>
                        </a:cubicBezTo>
                        <a:cubicBezTo>
                          <a:pt x="17873" y="37676"/>
                          <a:pt x="15385" y="37048"/>
                          <a:pt x="13165" y="35791"/>
                        </a:cubicBezTo>
                        <a:cubicBezTo>
                          <a:pt x="10956" y="34545"/>
                          <a:pt x="9218" y="32923"/>
                          <a:pt x="7951" y="30927"/>
                        </a:cubicBezTo>
                        <a:lnTo>
                          <a:pt x="-75" y="31976"/>
                        </a:lnTo>
                        <a:lnTo>
                          <a:pt x="6659" y="67745"/>
                        </a:lnTo>
                        <a:lnTo>
                          <a:pt x="41304" y="67745"/>
                        </a:lnTo>
                        <a:lnTo>
                          <a:pt x="41304" y="59567"/>
                        </a:lnTo>
                        <a:lnTo>
                          <a:pt x="13500" y="59567"/>
                        </a:lnTo>
                        <a:lnTo>
                          <a:pt x="9760" y="40853"/>
                        </a:lnTo>
                        <a:cubicBezTo>
                          <a:pt x="13936" y="43772"/>
                          <a:pt x="18319" y="45232"/>
                          <a:pt x="22910" y="45232"/>
                        </a:cubicBezTo>
                        <a:cubicBezTo>
                          <a:pt x="28990" y="45232"/>
                          <a:pt x="34118" y="43124"/>
                          <a:pt x="38294" y="38908"/>
                        </a:cubicBezTo>
                        <a:cubicBezTo>
                          <a:pt x="42479" y="34692"/>
                          <a:pt x="44572" y="29275"/>
                          <a:pt x="44572" y="22657"/>
                        </a:cubicBezTo>
                        <a:cubicBezTo>
                          <a:pt x="44572" y="16353"/>
                          <a:pt x="42738" y="10906"/>
                          <a:pt x="39069" y="6315"/>
                        </a:cubicBezTo>
                        <a:cubicBezTo>
                          <a:pt x="34600" y="680"/>
                          <a:pt x="28504" y="-2137"/>
                          <a:pt x="20781" y="-2137"/>
                        </a:cubicBezTo>
                        <a:cubicBezTo>
                          <a:pt x="14447" y="-2137"/>
                          <a:pt x="9274" y="-363"/>
                          <a:pt x="5261" y="3184"/>
                        </a:cubicBezTo>
                        <a:cubicBezTo>
                          <a:pt x="1257" y="6731"/>
                          <a:pt x="-1028" y="11433"/>
                          <a:pt x="-1595" y="1729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 w="15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51" name="Graphic 988">
                <a:extLst>
                  <a:ext uri="{FF2B5EF4-FFF2-40B4-BE49-F238E27FC236}">
                    <a16:creationId xmlns:a16="http://schemas.microsoft.com/office/drawing/2014/main" id="{D06A4900-7E59-75FD-185D-9B52472D0728}"/>
                  </a:ext>
                </a:extLst>
              </p:cNvPr>
              <p:cNvGrpSpPr/>
              <p:nvPr/>
            </p:nvGrpSpPr>
            <p:grpSpPr>
              <a:xfrm>
                <a:off x="2718782" y="2667739"/>
                <a:ext cx="386140" cy="86107"/>
                <a:chOff x="2718782" y="2667739"/>
                <a:chExt cx="386140" cy="86107"/>
              </a:xfrm>
              <a:solidFill>
                <a:srgbClr val="262626"/>
              </a:solidFill>
            </p:grpSpPr>
            <p:sp>
              <p:nvSpPr>
                <p:cNvPr id="152" name="Freeform: Shape 151">
                  <a:extLst>
                    <a:ext uri="{FF2B5EF4-FFF2-40B4-BE49-F238E27FC236}">
                      <a16:creationId xmlns:a16="http://schemas.microsoft.com/office/drawing/2014/main" id="{B9231BD7-A172-E97F-98A1-CD4AE6ADEDBA}"/>
                    </a:ext>
                  </a:extLst>
                </p:cNvPr>
                <p:cNvSpPr/>
                <p:nvPr/>
              </p:nvSpPr>
              <p:spPr>
                <a:xfrm flipV="1">
                  <a:off x="2718782" y="2668717"/>
                  <a:ext cx="35190" cy="76285"/>
                </a:xfrm>
                <a:custGeom>
                  <a:avLst/>
                  <a:gdLst>
                    <a:gd name="connsiteX0" fmla="*/ 7963 w 35190"/>
                    <a:gd name="connsiteY0" fmla="*/ -2121 h 76285"/>
                    <a:gd name="connsiteX1" fmla="*/ 19986 w 35190"/>
                    <a:gd name="connsiteY1" fmla="*/ 55242 h 76285"/>
                    <a:gd name="connsiteX2" fmla="*/ -1888 w 35190"/>
                    <a:gd name="connsiteY2" fmla="*/ 45457 h 76285"/>
                    <a:gd name="connsiteX3" fmla="*/ -130 w 35190"/>
                    <a:gd name="connsiteY3" fmla="*/ 53948 h 76285"/>
                    <a:gd name="connsiteX4" fmla="*/ 13684 w 35190"/>
                    <a:gd name="connsiteY4" fmla="*/ 61262 h 76285"/>
                    <a:gd name="connsiteX5" fmla="*/ 23916 w 35190"/>
                    <a:gd name="connsiteY5" fmla="*/ 69139 h 76285"/>
                    <a:gd name="connsiteX6" fmla="*/ 27863 w 35190"/>
                    <a:gd name="connsiteY6" fmla="*/ 74164 h 76285"/>
                    <a:gd name="connsiteX7" fmla="*/ 33302 w 35190"/>
                    <a:gd name="connsiteY7" fmla="*/ 74164 h 76285"/>
                    <a:gd name="connsiteX8" fmla="*/ 17382 w 35190"/>
                    <a:gd name="connsiteY8" fmla="*/ -2121 h 76285"/>
                    <a:gd name="connsiteX9" fmla="*/ 7963 w 35190"/>
                    <a:gd name="connsiteY9" fmla="*/ -2121 h 762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5190" h="76285">
                      <a:moveTo>
                        <a:pt x="7963" y="-2121"/>
                      </a:moveTo>
                      <a:lnTo>
                        <a:pt x="19986" y="55242"/>
                      </a:lnTo>
                      <a:cubicBezTo>
                        <a:pt x="14801" y="51173"/>
                        <a:pt x="7509" y="47912"/>
                        <a:pt x="-1888" y="45457"/>
                      </a:cubicBezTo>
                      <a:lnTo>
                        <a:pt x="-130" y="53948"/>
                      </a:lnTo>
                      <a:cubicBezTo>
                        <a:pt x="4535" y="55817"/>
                        <a:pt x="9140" y="58254"/>
                        <a:pt x="13684" y="61262"/>
                      </a:cubicBezTo>
                      <a:cubicBezTo>
                        <a:pt x="18228" y="64269"/>
                        <a:pt x="21639" y="66895"/>
                        <a:pt x="23916" y="69139"/>
                      </a:cubicBezTo>
                      <a:cubicBezTo>
                        <a:pt x="25298" y="70521"/>
                        <a:pt x="26614" y="72196"/>
                        <a:pt x="27863" y="74164"/>
                      </a:cubicBezTo>
                      <a:lnTo>
                        <a:pt x="33302" y="74164"/>
                      </a:lnTo>
                      <a:lnTo>
                        <a:pt x="17382" y="-2121"/>
                      </a:lnTo>
                      <a:lnTo>
                        <a:pt x="7963" y="-2121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1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3" name="Freeform: Shape 152">
                  <a:extLst>
                    <a:ext uri="{FF2B5EF4-FFF2-40B4-BE49-F238E27FC236}">
                      <a16:creationId xmlns:a16="http://schemas.microsoft.com/office/drawing/2014/main" id="{E30CFF98-B00E-0090-BC9E-7A7AF205D17E}"/>
                    </a:ext>
                  </a:extLst>
                </p:cNvPr>
                <p:cNvSpPr/>
                <p:nvPr/>
              </p:nvSpPr>
              <p:spPr>
                <a:xfrm flipV="1">
                  <a:off x="2772419" y="2667739"/>
                  <a:ext cx="80165" cy="80066"/>
                </a:xfrm>
                <a:custGeom>
                  <a:avLst/>
                  <a:gdLst>
                    <a:gd name="connsiteX0" fmla="*/ 1600 w 80165"/>
                    <a:gd name="connsiteY0" fmla="*/ -2066 h 80066"/>
                    <a:gd name="connsiteX1" fmla="*/ 64353 w 80165"/>
                    <a:gd name="connsiteY1" fmla="*/ 78000 h 80066"/>
                    <a:gd name="connsiteX2" fmla="*/ 72860 w 80165"/>
                    <a:gd name="connsiteY2" fmla="*/ 78000 h 80066"/>
                    <a:gd name="connsiteX3" fmla="*/ 10356 w 80165"/>
                    <a:gd name="connsiteY3" fmla="*/ -2066 h 80066"/>
                    <a:gd name="connsiteX4" fmla="*/ 1600 w 80165"/>
                    <a:gd name="connsiteY4" fmla="*/ -2066 h 80066"/>
                    <a:gd name="connsiteX5" fmla="*/ -2911 w 80165"/>
                    <a:gd name="connsiteY5" fmla="*/ 53340 h 80066"/>
                    <a:gd name="connsiteX6" fmla="*/ -1949 w 80165"/>
                    <a:gd name="connsiteY6" fmla="*/ 59857 h 80066"/>
                    <a:gd name="connsiteX7" fmla="*/ 871 w 80165"/>
                    <a:gd name="connsiteY7" fmla="*/ 67735 h 80066"/>
                    <a:gd name="connsiteX8" fmla="*/ 5016 w 80165"/>
                    <a:gd name="connsiteY8" fmla="*/ 73290 h 80066"/>
                    <a:gd name="connsiteX9" fmla="*/ 9992 w 80165"/>
                    <a:gd name="connsiteY9" fmla="*/ 76342 h 80066"/>
                    <a:gd name="connsiteX10" fmla="*/ 16111 w 80165"/>
                    <a:gd name="connsiteY10" fmla="*/ 77337 h 80066"/>
                    <a:gd name="connsiteX11" fmla="*/ 27172 w 80165"/>
                    <a:gd name="connsiteY11" fmla="*/ 73622 h 80066"/>
                    <a:gd name="connsiteX12" fmla="*/ 30937 w 80165"/>
                    <a:gd name="connsiteY12" fmla="*/ 62776 h 80066"/>
                    <a:gd name="connsiteX13" fmla="*/ 28416 w 80165"/>
                    <a:gd name="connsiteY13" fmla="*/ 50172 h 80066"/>
                    <a:gd name="connsiteX14" fmla="*/ 21517 w 80165"/>
                    <a:gd name="connsiteY14" fmla="*/ 40454 h 80066"/>
                    <a:gd name="connsiteX15" fmla="*/ 11036 w 80165"/>
                    <a:gd name="connsiteY15" fmla="*/ 37370 h 80066"/>
                    <a:gd name="connsiteX16" fmla="*/ 655 w 80165"/>
                    <a:gd name="connsiteY16" fmla="*/ 41234 h 80066"/>
                    <a:gd name="connsiteX17" fmla="*/ -2911 w 80165"/>
                    <a:gd name="connsiteY17" fmla="*/ 53340 h 80066"/>
                    <a:gd name="connsiteX18" fmla="*/ 5066 w 80165"/>
                    <a:gd name="connsiteY18" fmla="*/ 51632 h 80066"/>
                    <a:gd name="connsiteX19" fmla="*/ 6691 w 80165"/>
                    <a:gd name="connsiteY19" fmla="*/ 45463 h 80066"/>
                    <a:gd name="connsiteX20" fmla="*/ 11086 w 80165"/>
                    <a:gd name="connsiteY20" fmla="*/ 43655 h 80066"/>
                    <a:gd name="connsiteX21" fmla="*/ 17006 w 80165"/>
                    <a:gd name="connsiteY21" fmla="*/ 46159 h 80066"/>
                    <a:gd name="connsiteX22" fmla="*/ 21202 w 80165"/>
                    <a:gd name="connsiteY22" fmla="*/ 54269 h 80066"/>
                    <a:gd name="connsiteX23" fmla="*/ 22744 w 80165"/>
                    <a:gd name="connsiteY23" fmla="*/ 63854 h 80066"/>
                    <a:gd name="connsiteX24" fmla="*/ 20970 w 80165"/>
                    <a:gd name="connsiteY24" fmla="*/ 69194 h 80066"/>
                    <a:gd name="connsiteX25" fmla="*/ 16360 w 80165"/>
                    <a:gd name="connsiteY25" fmla="*/ 71068 h 80066"/>
                    <a:gd name="connsiteX26" fmla="*/ 10821 w 80165"/>
                    <a:gd name="connsiteY26" fmla="*/ 68647 h 80066"/>
                    <a:gd name="connsiteX27" fmla="*/ 6675 w 80165"/>
                    <a:gd name="connsiteY27" fmla="*/ 61002 h 80066"/>
                    <a:gd name="connsiteX28" fmla="*/ 5066 w 80165"/>
                    <a:gd name="connsiteY28" fmla="*/ 51632 h 80066"/>
                    <a:gd name="connsiteX29" fmla="*/ 43424 w 80165"/>
                    <a:gd name="connsiteY29" fmla="*/ 13904 h 80066"/>
                    <a:gd name="connsiteX30" fmla="*/ 44370 w 80165"/>
                    <a:gd name="connsiteY30" fmla="*/ 20421 h 80066"/>
                    <a:gd name="connsiteX31" fmla="*/ 47189 w 80165"/>
                    <a:gd name="connsiteY31" fmla="*/ 28299 h 80066"/>
                    <a:gd name="connsiteX32" fmla="*/ 51335 w 80165"/>
                    <a:gd name="connsiteY32" fmla="*/ 33854 h 80066"/>
                    <a:gd name="connsiteX33" fmla="*/ 56310 w 80165"/>
                    <a:gd name="connsiteY33" fmla="*/ 36905 h 80066"/>
                    <a:gd name="connsiteX34" fmla="*/ 62446 w 80165"/>
                    <a:gd name="connsiteY34" fmla="*/ 37900 h 80066"/>
                    <a:gd name="connsiteX35" fmla="*/ 73491 w 80165"/>
                    <a:gd name="connsiteY35" fmla="*/ 34186 h 80066"/>
                    <a:gd name="connsiteX36" fmla="*/ 77255 w 80165"/>
                    <a:gd name="connsiteY36" fmla="*/ 23340 h 80066"/>
                    <a:gd name="connsiteX37" fmla="*/ 74734 w 80165"/>
                    <a:gd name="connsiteY37" fmla="*/ 10736 h 80066"/>
                    <a:gd name="connsiteX38" fmla="*/ 67852 w 80165"/>
                    <a:gd name="connsiteY38" fmla="*/ 1018 h 80066"/>
                    <a:gd name="connsiteX39" fmla="*/ 57355 w 80165"/>
                    <a:gd name="connsiteY39" fmla="*/ -2066 h 80066"/>
                    <a:gd name="connsiteX40" fmla="*/ 46990 w 80165"/>
                    <a:gd name="connsiteY40" fmla="*/ 1765 h 80066"/>
                    <a:gd name="connsiteX41" fmla="*/ 43424 w 80165"/>
                    <a:gd name="connsiteY41" fmla="*/ 13904 h 80066"/>
                    <a:gd name="connsiteX42" fmla="*/ 51401 w 80165"/>
                    <a:gd name="connsiteY42" fmla="*/ 12146 h 80066"/>
                    <a:gd name="connsiteX43" fmla="*/ 53026 w 80165"/>
                    <a:gd name="connsiteY43" fmla="*/ 5993 h 80066"/>
                    <a:gd name="connsiteX44" fmla="*/ 57404 w 80165"/>
                    <a:gd name="connsiteY44" fmla="*/ 4153 h 80066"/>
                    <a:gd name="connsiteX45" fmla="*/ 63308 w 80165"/>
                    <a:gd name="connsiteY45" fmla="*/ 6657 h 80066"/>
                    <a:gd name="connsiteX46" fmla="*/ 67520 w 80165"/>
                    <a:gd name="connsiteY46" fmla="*/ 14750 h 80066"/>
                    <a:gd name="connsiteX47" fmla="*/ 69079 w 80165"/>
                    <a:gd name="connsiteY47" fmla="*/ 24368 h 80066"/>
                    <a:gd name="connsiteX48" fmla="*/ 67305 w 80165"/>
                    <a:gd name="connsiteY48" fmla="*/ 29758 h 80066"/>
                    <a:gd name="connsiteX49" fmla="*/ 62695 w 80165"/>
                    <a:gd name="connsiteY49" fmla="*/ 31632 h 80066"/>
                    <a:gd name="connsiteX50" fmla="*/ 57156 w 80165"/>
                    <a:gd name="connsiteY50" fmla="*/ 29211 h 80066"/>
                    <a:gd name="connsiteX51" fmla="*/ 53010 w 80165"/>
                    <a:gd name="connsiteY51" fmla="*/ 21566 h 80066"/>
                    <a:gd name="connsiteX52" fmla="*/ 51401 w 80165"/>
                    <a:gd name="connsiteY52" fmla="*/ 12146 h 80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</a:cxnLst>
                  <a:rect l="l" t="t" r="r" b="b"/>
                  <a:pathLst>
                    <a:path w="80165" h="80066">
                      <a:moveTo>
                        <a:pt x="1600" y="-2066"/>
                      </a:moveTo>
                      <a:lnTo>
                        <a:pt x="64353" y="78000"/>
                      </a:lnTo>
                      <a:lnTo>
                        <a:pt x="72860" y="78000"/>
                      </a:lnTo>
                      <a:lnTo>
                        <a:pt x="10356" y="-2066"/>
                      </a:lnTo>
                      <a:lnTo>
                        <a:pt x="1600" y="-2066"/>
                      </a:lnTo>
                      <a:close/>
                      <a:moveTo>
                        <a:pt x="-2911" y="53340"/>
                      </a:moveTo>
                      <a:cubicBezTo>
                        <a:pt x="-2911" y="54755"/>
                        <a:pt x="-2590" y="56927"/>
                        <a:pt x="-1949" y="59857"/>
                      </a:cubicBezTo>
                      <a:cubicBezTo>
                        <a:pt x="-1307" y="62798"/>
                        <a:pt x="-368" y="65424"/>
                        <a:pt x="871" y="67735"/>
                      </a:cubicBezTo>
                      <a:cubicBezTo>
                        <a:pt x="2120" y="70056"/>
                        <a:pt x="3502" y="71908"/>
                        <a:pt x="5016" y="73290"/>
                      </a:cubicBezTo>
                      <a:cubicBezTo>
                        <a:pt x="6542" y="74672"/>
                        <a:pt x="8201" y="75689"/>
                        <a:pt x="9992" y="76342"/>
                      </a:cubicBezTo>
                      <a:cubicBezTo>
                        <a:pt x="11794" y="77005"/>
                        <a:pt x="13834" y="77337"/>
                        <a:pt x="16111" y="77337"/>
                      </a:cubicBezTo>
                      <a:cubicBezTo>
                        <a:pt x="20975" y="77337"/>
                        <a:pt x="24663" y="76098"/>
                        <a:pt x="27172" y="73622"/>
                      </a:cubicBezTo>
                      <a:cubicBezTo>
                        <a:pt x="29682" y="71156"/>
                        <a:pt x="30937" y="67541"/>
                        <a:pt x="30937" y="62776"/>
                      </a:cubicBezTo>
                      <a:cubicBezTo>
                        <a:pt x="30937" y="58796"/>
                        <a:pt x="30096" y="54595"/>
                        <a:pt x="28416" y="50172"/>
                      </a:cubicBezTo>
                      <a:cubicBezTo>
                        <a:pt x="26736" y="45750"/>
                        <a:pt x="24436" y="42511"/>
                        <a:pt x="21517" y="40454"/>
                      </a:cubicBezTo>
                      <a:cubicBezTo>
                        <a:pt x="18599" y="38398"/>
                        <a:pt x="15105" y="37370"/>
                        <a:pt x="11036" y="37370"/>
                      </a:cubicBezTo>
                      <a:cubicBezTo>
                        <a:pt x="6504" y="37370"/>
                        <a:pt x="3043" y="38658"/>
                        <a:pt x="655" y="41234"/>
                      </a:cubicBezTo>
                      <a:cubicBezTo>
                        <a:pt x="-1722" y="43810"/>
                        <a:pt x="-2911" y="47845"/>
                        <a:pt x="-2911" y="53340"/>
                      </a:cubicBezTo>
                      <a:close/>
                      <a:moveTo>
                        <a:pt x="5066" y="51632"/>
                      </a:moveTo>
                      <a:cubicBezTo>
                        <a:pt x="5066" y="48724"/>
                        <a:pt x="5608" y="46668"/>
                        <a:pt x="6691" y="45463"/>
                      </a:cubicBezTo>
                      <a:cubicBezTo>
                        <a:pt x="7786" y="44258"/>
                        <a:pt x="9251" y="43655"/>
                        <a:pt x="11086" y="43655"/>
                      </a:cubicBezTo>
                      <a:cubicBezTo>
                        <a:pt x="13264" y="43655"/>
                        <a:pt x="15237" y="44490"/>
                        <a:pt x="17006" y="46159"/>
                      </a:cubicBezTo>
                      <a:cubicBezTo>
                        <a:pt x="18786" y="47840"/>
                        <a:pt x="20185" y="50543"/>
                        <a:pt x="21202" y="54269"/>
                      </a:cubicBezTo>
                      <a:cubicBezTo>
                        <a:pt x="22230" y="58005"/>
                        <a:pt x="22744" y="61201"/>
                        <a:pt x="22744" y="63854"/>
                      </a:cubicBezTo>
                      <a:cubicBezTo>
                        <a:pt x="22744" y="66176"/>
                        <a:pt x="22153" y="67956"/>
                        <a:pt x="20970" y="69194"/>
                      </a:cubicBezTo>
                      <a:cubicBezTo>
                        <a:pt x="19798" y="70443"/>
                        <a:pt x="18261" y="71068"/>
                        <a:pt x="16360" y="71068"/>
                      </a:cubicBezTo>
                      <a:cubicBezTo>
                        <a:pt x="14359" y="71068"/>
                        <a:pt x="12512" y="70261"/>
                        <a:pt x="10821" y="68647"/>
                      </a:cubicBezTo>
                      <a:cubicBezTo>
                        <a:pt x="9129" y="67044"/>
                        <a:pt x="7747" y="64495"/>
                        <a:pt x="6675" y="61002"/>
                      </a:cubicBezTo>
                      <a:cubicBezTo>
                        <a:pt x="5602" y="57519"/>
                        <a:pt x="5066" y="54396"/>
                        <a:pt x="5066" y="51632"/>
                      </a:cubicBezTo>
                      <a:close/>
                      <a:moveTo>
                        <a:pt x="43424" y="13904"/>
                      </a:moveTo>
                      <a:cubicBezTo>
                        <a:pt x="43424" y="15319"/>
                        <a:pt x="43739" y="17491"/>
                        <a:pt x="44370" y="20421"/>
                      </a:cubicBezTo>
                      <a:cubicBezTo>
                        <a:pt x="45011" y="23362"/>
                        <a:pt x="45951" y="25988"/>
                        <a:pt x="47189" y="28299"/>
                      </a:cubicBezTo>
                      <a:cubicBezTo>
                        <a:pt x="48438" y="30620"/>
                        <a:pt x="49820" y="32472"/>
                        <a:pt x="51335" y="33854"/>
                      </a:cubicBezTo>
                      <a:cubicBezTo>
                        <a:pt x="52860" y="35236"/>
                        <a:pt x="54519" y="36253"/>
                        <a:pt x="56310" y="36905"/>
                      </a:cubicBezTo>
                      <a:cubicBezTo>
                        <a:pt x="58112" y="37569"/>
                        <a:pt x="60157" y="37900"/>
                        <a:pt x="62446" y="37900"/>
                      </a:cubicBezTo>
                      <a:cubicBezTo>
                        <a:pt x="67310" y="37900"/>
                        <a:pt x="70992" y="36662"/>
                        <a:pt x="73491" y="34186"/>
                      </a:cubicBezTo>
                      <a:cubicBezTo>
                        <a:pt x="76000" y="31720"/>
                        <a:pt x="77255" y="28105"/>
                        <a:pt x="77255" y="23340"/>
                      </a:cubicBezTo>
                      <a:cubicBezTo>
                        <a:pt x="77255" y="19360"/>
                        <a:pt x="76415" y="15159"/>
                        <a:pt x="74734" y="10736"/>
                      </a:cubicBezTo>
                      <a:cubicBezTo>
                        <a:pt x="73065" y="6314"/>
                        <a:pt x="70771" y="3075"/>
                        <a:pt x="67852" y="1018"/>
                      </a:cubicBezTo>
                      <a:cubicBezTo>
                        <a:pt x="64933" y="-1038"/>
                        <a:pt x="61434" y="-2066"/>
                        <a:pt x="57355" y="-2066"/>
                      </a:cubicBezTo>
                      <a:cubicBezTo>
                        <a:pt x="52833" y="-2066"/>
                        <a:pt x="49378" y="-789"/>
                        <a:pt x="46990" y="1765"/>
                      </a:cubicBezTo>
                      <a:cubicBezTo>
                        <a:pt x="44613" y="4330"/>
                        <a:pt x="43424" y="8376"/>
                        <a:pt x="43424" y="13904"/>
                      </a:cubicBezTo>
                      <a:close/>
                      <a:moveTo>
                        <a:pt x="51401" y="12146"/>
                      </a:moveTo>
                      <a:cubicBezTo>
                        <a:pt x="51401" y="9271"/>
                        <a:pt x="51943" y="7221"/>
                        <a:pt x="53026" y="5993"/>
                      </a:cubicBezTo>
                      <a:cubicBezTo>
                        <a:pt x="54121" y="4766"/>
                        <a:pt x="55580" y="4153"/>
                        <a:pt x="57404" y="4153"/>
                      </a:cubicBezTo>
                      <a:cubicBezTo>
                        <a:pt x="59582" y="4153"/>
                        <a:pt x="61550" y="4987"/>
                        <a:pt x="63308" y="6657"/>
                      </a:cubicBezTo>
                      <a:cubicBezTo>
                        <a:pt x="65077" y="8337"/>
                        <a:pt x="66481" y="11035"/>
                        <a:pt x="67520" y="14750"/>
                      </a:cubicBezTo>
                      <a:cubicBezTo>
                        <a:pt x="68560" y="18464"/>
                        <a:pt x="69079" y="21671"/>
                        <a:pt x="69079" y="24368"/>
                      </a:cubicBezTo>
                      <a:cubicBezTo>
                        <a:pt x="69079" y="26723"/>
                        <a:pt x="68488" y="28520"/>
                        <a:pt x="67305" y="29758"/>
                      </a:cubicBezTo>
                      <a:cubicBezTo>
                        <a:pt x="66133" y="31007"/>
                        <a:pt x="64596" y="31632"/>
                        <a:pt x="62695" y="31632"/>
                      </a:cubicBezTo>
                      <a:cubicBezTo>
                        <a:pt x="60693" y="31632"/>
                        <a:pt x="58847" y="30825"/>
                        <a:pt x="57156" y="29211"/>
                      </a:cubicBezTo>
                      <a:cubicBezTo>
                        <a:pt x="55464" y="27607"/>
                        <a:pt x="54082" y="25059"/>
                        <a:pt x="53010" y="21566"/>
                      </a:cubicBezTo>
                      <a:cubicBezTo>
                        <a:pt x="51937" y="18083"/>
                        <a:pt x="51401" y="14943"/>
                        <a:pt x="51401" y="1214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1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4" name="Freeform: Shape 153">
                  <a:extLst>
                    <a:ext uri="{FF2B5EF4-FFF2-40B4-BE49-F238E27FC236}">
                      <a16:creationId xmlns:a16="http://schemas.microsoft.com/office/drawing/2014/main" id="{BDFCDF0D-9AB0-6C36-6BA0-266C46A4DE06}"/>
                    </a:ext>
                  </a:extLst>
                </p:cNvPr>
                <p:cNvSpPr/>
                <p:nvPr/>
              </p:nvSpPr>
              <p:spPr>
                <a:xfrm flipV="1">
                  <a:off x="2856476" y="2745002"/>
                  <a:ext cx="8844" cy="88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44" h="8844"/>
                  </a:pathLst>
                </a:custGeom>
                <a:solidFill>
                  <a:srgbClr val="262626"/>
                </a:solidFill>
                <a:ln w="1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5" name="Freeform: Shape 154">
                  <a:extLst>
                    <a:ext uri="{FF2B5EF4-FFF2-40B4-BE49-F238E27FC236}">
                      <a16:creationId xmlns:a16="http://schemas.microsoft.com/office/drawing/2014/main" id="{1AB578C1-26F3-36EA-DAA7-79CE2898AE83}"/>
                    </a:ext>
                  </a:extLst>
                </p:cNvPr>
                <p:cNvSpPr/>
                <p:nvPr/>
              </p:nvSpPr>
              <p:spPr>
                <a:xfrm flipV="1">
                  <a:off x="2890789" y="2669032"/>
                  <a:ext cx="65240" cy="75969"/>
                </a:xfrm>
                <a:custGeom>
                  <a:avLst/>
                  <a:gdLst>
                    <a:gd name="connsiteX0" fmla="*/ -2117 w 65240"/>
                    <a:gd name="connsiteY0" fmla="*/ -2112 h 75969"/>
                    <a:gd name="connsiteX1" fmla="*/ 13737 w 65240"/>
                    <a:gd name="connsiteY1" fmla="*/ 73858 h 75969"/>
                    <a:gd name="connsiteX2" fmla="*/ 63123 w 65240"/>
                    <a:gd name="connsiteY2" fmla="*/ 73858 h 75969"/>
                    <a:gd name="connsiteX3" fmla="*/ 61316 w 65240"/>
                    <a:gd name="connsiteY3" fmla="*/ 65201 h 75969"/>
                    <a:gd name="connsiteX4" fmla="*/ 22079 w 65240"/>
                    <a:gd name="connsiteY4" fmla="*/ 65201 h 75969"/>
                    <a:gd name="connsiteX5" fmla="*/ 17054 w 65240"/>
                    <a:gd name="connsiteY5" fmla="*/ 41006 h 75969"/>
                    <a:gd name="connsiteX6" fmla="*/ 57004 w 65240"/>
                    <a:gd name="connsiteY6" fmla="*/ 41006 h 75969"/>
                    <a:gd name="connsiteX7" fmla="*/ 55196 w 65240"/>
                    <a:gd name="connsiteY7" fmla="*/ 32349 h 75969"/>
                    <a:gd name="connsiteX8" fmla="*/ 15246 w 65240"/>
                    <a:gd name="connsiteY8" fmla="*/ 32349 h 75969"/>
                    <a:gd name="connsiteX9" fmla="*/ 8032 w 65240"/>
                    <a:gd name="connsiteY9" fmla="*/ -2112 h 75969"/>
                    <a:gd name="connsiteX10" fmla="*/ -2117 w 65240"/>
                    <a:gd name="connsiteY10" fmla="*/ -2112 h 759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5240" h="75969">
                      <a:moveTo>
                        <a:pt x="-2117" y="-2112"/>
                      </a:moveTo>
                      <a:lnTo>
                        <a:pt x="13737" y="73858"/>
                      </a:lnTo>
                      <a:lnTo>
                        <a:pt x="63123" y="73858"/>
                      </a:lnTo>
                      <a:lnTo>
                        <a:pt x="61316" y="65201"/>
                      </a:lnTo>
                      <a:lnTo>
                        <a:pt x="22079" y="65201"/>
                      </a:lnTo>
                      <a:lnTo>
                        <a:pt x="17054" y="41006"/>
                      </a:lnTo>
                      <a:lnTo>
                        <a:pt x="57004" y="41006"/>
                      </a:lnTo>
                      <a:lnTo>
                        <a:pt x="55196" y="32349"/>
                      </a:lnTo>
                      <a:lnTo>
                        <a:pt x="15246" y="32349"/>
                      </a:lnTo>
                      <a:lnTo>
                        <a:pt x="8032" y="-2112"/>
                      </a:lnTo>
                      <a:lnTo>
                        <a:pt x="-2117" y="-2112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1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6" name="Freeform: Shape 155">
                  <a:extLst>
                    <a:ext uri="{FF2B5EF4-FFF2-40B4-BE49-F238E27FC236}">
                      <a16:creationId xmlns:a16="http://schemas.microsoft.com/office/drawing/2014/main" id="{4B3E30C8-21B3-A973-F787-F3D79EFB6372}"/>
                    </a:ext>
                  </a:extLst>
                </p:cNvPr>
                <p:cNvSpPr/>
                <p:nvPr/>
              </p:nvSpPr>
              <p:spPr>
                <a:xfrm flipV="1">
                  <a:off x="2955505" y="2669032"/>
                  <a:ext cx="70845" cy="75969"/>
                </a:xfrm>
                <a:custGeom>
                  <a:avLst/>
                  <a:gdLst>
                    <a:gd name="connsiteX0" fmla="*/ -2271 w 70845"/>
                    <a:gd name="connsiteY0" fmla="*/ -2112 h 75969"/>
                    <a:gd name="connsiteX1" fmla="*/ 13599 w 70845"/>
                    <a:gd name="connsiteY1" fmla="*/ 73858 h 75969"/>
                    <a:gd name="connsiteX2" fmla="*/ 36501 w 70845"/>
                    <a:gd name="connsiteY2" fmla="*/ 73858 h 75969"/>
                    <a:gd name="connsiteX3" fmla="*/ 49088 w 70845"/>
                    <a:gd name="connsiteY3" fmla="*/ 72664 h 75969"/>
                    <a:gd name="connsiteX4" fmla="*/ 59719 w 70845"/>
                    <a:gd name="connsiteY4" fmla="*/ 66943 h 75969"/>
                    <a:gd name="connsiteX5" fmla="*/ 66352 w 70845"/>
                    <a:gd name="connsiteY5" fmla="*/ 56661 h 75969"/>
                    <a:gd name="connsiteX6" fmla="*/ 68574 w 70845"/>
                    <a:gd name="connsiteY6" fmla="*/ 42813 h 75969"/>
                    <a:gd name="connsiteX7" fmla="*/ 65805 w 70845"/>
                    <a:gd name="connsiteY7" fmla="*/ 26097 h 75969"/>
                    <a:gd name="connsiteX8" fmla="*/ 58541 w 70845"/>
                    <a:gd name="connsiteY8" fmla="*/ 12830 h 75969"/>
                    <a:gd name="connsiteX9" fmla="*/ 49171 w 70845"/>
                    <a:gd name="connsiteY9" fmla="*/ 3875 h 75969"/>
                    <a:gd name="connsiteX10" fmla="*/ 37596 w 70845"/>
                    <a:gd name="connsiteY10" fmla="*/ -918 h 75969"/>
                    <a:gd name="connsiteX11" fmla="*/ 25092 w 70845"/>
                    <a:gd name="connsiteY11" fmla="*/ -2112 h 75969"/>
                    <a:gd name="connsiteX12" fmla="*/ -2271 w 70845"/>
                    <a:gd name="connsiteY12" fmla="*/ -2112 h 75969"/>
                    <a:gd name="connsiteX13" fmla="*/ 9702 w 70845"/>
                    <a:gd name="connsiteY13" fmla="*/ 6495 h 75969"/>
                    <a:gd name="connsiteX14" fmla="*/ 21725 w 70845"/>
                    <a:gd name="connsiteY14" fmla="*/ 6495 h 75969"/>
                    <a:gd name="connsiteX15" fmla="*/ 36186 w 70845"/>
                    <a:gd name="connsiteY15" fmla="*/ 7988 h 75969"/>
                    <a:gd name="connsiteX16" fmla="*/ 42919 w 70845"/>
                    <a:gd name="connsiteY16" fmla="*/ 10741 h 75969"/>
                    <a:gd name="connsiteX17" fmla="*/ 49619 w 70845"/>
                    <a:gd name="connsiteY17" fmla="*/ 16910 h 75969"/>
                    <a:gd name="connsiteX18" fmla="*/ 55904 w 70845"/>
                    <a:gd name="connsiteY18" fmla="*/ 28485 h 75969"/>
                    <a:gd name="connsiteX19" fmla="*/ 58259 w 70845"/>
                    <a:gd name="connsiteY19" fmla="*/ 43294 h 75969"/>
                    <a:gd name="connsiteX20" fmla="*/ 55042 w 70845"/>
                    <a:gd name="connsiteY20" fmla="*/ 57457 h 75969"/>
                    <a:gd name="connsiteX21" fmla="*/ 46866 w 70845"/>
                    <a:gd name="connsiteY21" fmla="*/ 64024 h 75969"/>
                    <a:gd name="connsiteX22" fmla="*/ 35407 w 70845"/>
                    <a:gd name="connsiteY22" fmla="*/ 65201 h 75969"/>
                    <a:gd name="connsiteX23" fmla="*/ 21991 w 70845"/>
                    <a:gd name="connsiteY23" fmla="*/ 65201 h 75969"/>
                    <a:gd name="connsiteX24" fmla="*/ 9702 w 70845"/>
                    <a:gd name="connsiteY24" fmla="*/ 6495 h 759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0845" h="75969">
                      <a:moveTo>
                        <a:pt x="-2271" y="-2112"/>
                      </a:moveTo>
                      <a:lnTo>
                        <a:pt x="13599" y="73858"/>
                      </a:lnTo>
                      <a:lnTo>
                        <a:pt x="36501" y="73858"/>
                      </a:lnTo>
                      <a:cubicBezTo>
                        <a:pt x="41996" y="73858"/>
                        <a:pt x="46192" y="73460"/>
                        <a:pt x="49088" y="72664"/>
                      </a:cubicBezTo>
                      <a:cubicBezTo>
                        <a:pt x="53234" y="71603"/>
                        <a:pt x="56778" y="69696"/>
                        <a:pt x="59719" y="66943"/>
                      </a:cubicBezTo>
                      <a:cubicBezTo>
                        <a:pt x="62659" y="64201"/>
                        <a:pt x="64871" y="60774"/>
                        <a:pt x="66352" y="56661"/>
                      </a:cubicBezTo>
                      <a:cubicBezTo>
                        <a:pt x="67833" y="52548"/>
                        <a:pt x="68574" y="47932"/>
                        <a:pt x="68574" y="42813"/>
                      </a:cubicBezTo>
                      <a:cubicBezTo>
                        <a:pt x="68574" y="36700"/>
                        <a:pt x="67651" y="31127"/>
                        <a:pt x="65805" y="26097"/>
                      </a:cubicBezTo>
                      <a:cubicBezTo>
                        <a:pt x="63958" y="21078"/>
                        <a:pt x="61537" y="16655"/>
                        <a:pt x="58541" y="12830"/>
                      </a:cubicBezTo>
                      <a:cubicBezTo>
                        <a:pt x="55556" y="9016"/>
                        <a:pt x="52433" y="6031"/>
                        <a:pt x="49171" y="3875"/>
                      </a:cubicBezTo>
                      <a:cubicBezTo>
                        <a:pt x="45910" y="1719"/>
                        <a:pt x="42051" y="121"/>
                        <a:pt x="37596" y="-918"/>
                      </a:cubicBezTo>
                      <a:cubicBezTo>
                        <a:pt x="34202" y="-1714"/>
                        <a:pt x="30034" y="-2112"/>
                        <a:pt x="25092" y="-2112"/>
                      </a:cubicBezTo>
                      <a:lnTo>
                        <a:pt x="-2271" y="-2112"/>
                      </a:lnTo>
                      <a:close/>
                      <a:moveTo>
                        <a:pt x="9702" y="6495"/>
                      </a:moveTo>
                      <a:lnTo>
                        <a:pt x="21725" y="6495"/>
                      </a:lnTo>
                      <a:cubicBezTo>
                        <a:pt x="27154" y="6495"/>
                        <a:pt x="31974" y="6993"/>
                        <a:pt x="36186" y="7988"/>
                      </a:cubicBezTo>
                      <a:cubicBezTo>
                        <a:pt x="38818" y="8618"/>
                        <a:pt x="41062" y="9535"/>
                        <a:pt x="42919" y="10741"/>
                      </a:cubicBezTo>
                      <a:cubicBezTo>
                        <a:pt x="45374" y="12299"/>
                        <a:pt x="47607" y="14356"/>
                        <a:pt x="49619" y="16910"/>
                      </a:cubicBezTo>
                      <a:cubicBezTo>
                        <a:pt x="52239" y="20293"/>
                        <a:pt x="54334" y="24151"/>
                        <a:pt x="55904" y="28485"/>
                      </a:cubicBezTo>
                      <a:cubicBezTo>
                        <a:pt x="57474" y="32830"/>
                        <a:pt x="58259" y="37767"/>
                        <a:pt x="58259" y="43294"/>
                      </a:cubicBezTo>
                      <a:cubicBezTo>
                        <a:pt x="58259" y="49441"/>
                        <a:pt x="57187" y="54162"/>
                        <a:pt x="55042" y="57457"/>
                      </a:cubicBezTo>
                      <a:cubicBezTo>
                        <a:pt x="52908" y="60762"/>
                        <a:pt x="50183" y="62952"/>
                        <a:pt x="46866" y="64024"/>
                      </a:cubicBezTo>
                      <a:cubicBezTo>
                        <a:pt x="44412" y="64809"/>
                        <a:pt x="40592" y="65201"/>
                        <a:pt x="35407" y="65201"/>
                      </a:cubicBezTo>
                      <a:lnTo>
                        <a:pt x="21991" y="65201"/>
                      </a:lnTo>
                      <a:lnTo>
                        <a:pt x="9702" y="6495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1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7" name="Freeform: Shape 156">
                  <a:extLst>
                    <a:ext uri="{FF2B5EF4-FFF2-40B4-BE49-F238E27FC236}">
                      <a16:creationId xmlns:a16="http://schemas.microsoft.com/office/drawing/2014/main" id="{62A3DCE6-95D2-0907-5358-A04A196687BF}"/>
                    </a:ext>
                  </a:extLst>
                </p:cNvPr>
                <p:cNvSpPr/>
                <p:nvPr/>
              </p:nvSpPr>
              <p:spPr>
                <a:xfrm flipV="1">
                  <a:off x="3032419" y="2669032"/>
                  <a:ext cx="72503" cy="75969"/>
                </a:xfrm>
                <a:custGeom>
                  <a:avLst/>
                  <a:gdLst>
                    <a:gd name="connsiteX0" fmla="*/ -2329 w 72503"/>
                    <a:gd name="connsiteY0" fmla="*/ -2112 h 75969"/>
                    <a:gd name="connsiteX1" fmla="*/ 13575 w 72503"/>
                    <a:gd name="connsiteY1" fmla="*/ 73858 h 75969"/>
                    <a:gd name="connsiteX2" fmla="*/ 45449 w 72503"/>
                    <a:gd name="connsiteY2" fmla="*/ 73858 h 75969"/>
                    <a:gd name="connsiteX3" fmla="*/ 59761 w 72503"/>
                    <a:gd name="connsiteY3" fmla="*/ 72283 h 75969"/>
                    <a:gd name="connsiteX4" fmla="*/ 67406 w 72503"/>
                    <a:gd name="connsiteY4" fmla="*/ 66346 h 75969"/>
                    <a:gd name="connsiteX5" fmla="*/ 70175 w 72503"/>
                    <a:gd name="connsiteY5" fmla="*/ 55367 h 75969"/>
                    <a:gd name="connsiteX6" fmla="*/ 64106 w 72503"/>
                    <a:gd name="connsiteY6" fmla="*/ 39961 h 75969"/>
                    <a:gd name="connsiteX7" fmla="*/ 44520 w 72503"/>
                    <a:gd name="connsiteY7" fmla="*/ 32034 h 75969"/>
                    <a:gd name="connsiteX8" fmla="*/ 50789 w 72503"/>
                    <a:gd name="connsiteY8" fmla="*/ 26031 h 75969"/>
                    <a:gd name="connsiteX9" fmla="*/ 58467 w 72503"/>
                    <a:gd name="connsiteY9" fmla="*/ 12200 h 75969"/>
                    <a:gd name="connsiteX10" fmla="*/ 64272 w 72503"/>
                    <a:gd name="connsiteY10" fmla="*/ -2112 h 75969"/>
                    <a:gd name="connsiteX11" fmla="*/ 52912 w 72503"/>
                    <a:gd name="connsiteY11" fmla="*/ -2112 h 75969"/>
                    <a:gd name="connsiteX12" fmla="*/ 47472 w 72503"/>
                    <a:gd name="connsiteY12" fmla="*/ 12034 h 75969"/>
                    <a:gd name="connsiteX13" fmla="*/ 40739 w 72503"/>
                    <a:gd name="connsiteY13" fmla="*/ 25301 h 75969"/>
                    <a:gd name="connsiteX14" fmla="*/ 35449 w 72503"/>
                    <a:gd name="connsiteY14" fmla="*/ 30409 h 75969"/>
                    <a:gd name="connsiteX15" fmla="*/ 26693 w 72503"/>
                    <a:gd name="connsiteY15" fmla="*/ 31619 h 75969"/>
                    <a:gd name="connsiteX16" fmla="*/ 14885 w 72503"/>
                    <a:gd name="connsiteY16" fmla="*/ 31619 h 75969"/>
                    <a:gd name="connsiteX17" fmla="*/ 7837 w 72503"/>
                    <a:gd name="connsiteY17" fmla="*/ -2112 h 75969"/>
                    <a:gd name="connsiteX18" fmla="*/ -2329 w 72503"/>
                    <a:gd name="connsiteY18" fmla="*/ -2112 h 75969"/>
                    <a:gd name="connsiteX19" fmla="*/ 16593 w 72503"/>
                    <a:gd name="connsiteY19" fmla="*/ 39862 h 75969"/>
                    <a:gd name="connsiteX20" fmla="*/ 30640 w 72503"/>
                    <a:gd name="connsiteY20" fmla="*/ 39862 h 75969"/>
                    <a:gd name="connsiteX21" fmla="*/ 43326 w 72503"/>
                    <a:gd name="connsiteY21" fmla="*/ 40127 h 75969"/>
                    <a:gd name="connsiteX22" fmla="*/ 52762 w 72503"/>
                    <a:gd name="connsiteY22" fmla="*/ 42714 h 75969"/>
                    <a:gd name="connsiteX23" fmla="*/ 58467 w 72503"/>
                    <a:gd name="connsiteY23" fmla="*/ 48153 h 75969"/>
                    <a:gd name="connsiteX24" fmla="*/ 60490 w 72503"/>
                    <a:gd name="connsiteY24" fmla="*/ 55517 h 75969"/>
                    <a:gd name="connsiteX25" fmla="*/ 58981 w 72503"/>
                    <a:gd name="connsiteY25" fmla="*/ 61288 h 75969"/>
                    <a:gd name="connsiteX26" fmla="*/ 55034 w 72503"/>
                    <a:gd name="connsiteY26" fmla="*/ 64638 h 75969"/>
                    <a:gd name="connsiteX27" fmla="*/ 46743 w 72503"/>
                    <a:gd name="connsiteY27" fmla="*/ 65517 h 75969"/>
                    <a:gd name="connsiteX28" fmla="*/ 21983 w 72503"/>
                    <a:gd name="connsiteY28" fmla="*/ 65517 h 75969"/>
                    <a:gd name="connsiteX29" fmla="*/ 16593 w 72503"/>
                    <a:gd name="connsiteY29" fmla="*/ 39862 h 759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72503" h="75969">
                      <a:moveTo>
                        <a:pt x="-2329" y="-2112"/>
                      </a:moveTo>
                      <a:lnTo>
                        <a:pt x="13575" y="73858"/>
                      </a:lnTo>
                      <a:lnTo>
                        <a:pt x="45449" y="73858"/>
                      </a:lnTo>
                      <a:cubicBezTo>
                        <a:pt x="51740" y="73858"/>
                        <a:pt x="56510" y="73333"/>
                        <a:pt x="59761" y="72283"/>
                      </a:cubicBezTo>
                      <a:cubicBezTo>
                        <a:pt x="63011" y="71232"/>
                        <a:pt x="65560" y="69253"/>
                        <a:pt x="67406" y="66346"/>
                      </a:cubicBezTo>
                      <a:cubicBezTo>
                        <a:pt x="69252" y="63449"/>
                        <a:pt x="70175" y="59790"/>
                        <a:pt x="70175" y="55367"/>
                      </a:cubicBezTo>
                      <a:cubicBezTo>
                        <a:pt x="70175" y="49176"/>
                        <a:pt x="68152" y="44041"/>
                        <a:pt x="64106" y="39961"/>
                      </a:cubicBezTo>
                      <a:cubicBezTo>
                        <a:pt x="60070" y="35893"/>
                        <a:pt x="53542" y="33250"/>
                        <a:pt x="44520" y="32034"/>
                      </a:cubicBezTo>
                      <a:cubicBezTo>
                        <a:pt x="47284" y="30000"/>
                        <a:pt x="49374" y="27999"/>
                        <a:pt x="50789" y="26031"/>
                      </a:cubicBezTo>
                      <a:cubicBezTo>
                        <a:pt x="53973" y="21575"/>
                        <a:pt x="56532" y="16965"/>
                        <a:pt x="58467" y="12200"/>
                      </a:cubicBezTo>
                      <a:lnTo>
                        <a:pt x="64272" y="-2112"/>
                      </a:lnTo>
                      <a:lnTo>
                        <a:pt x="52912" y="-2112"/>
                      </a:lnTo>
                      <a:lnTo>
                        <a:pt x="47472" y="12034"/>
                      </a:lnTo>
                      <a:cubicBezTo>
                        <a:pt x="45504" y="17153"/>
                        <a:pt x="43260" y="21575"/>
                        <a:pt x="40739" y="25301"/>
                      </a:cubicBezTo>
                      <a:cubicBezTo>
                        <a:pt x="39015" y="27899"/>
                        <a:pt x="37251" y="29602"/>
                        <a:pt x="35449" y="30409"/>
                      </a:cubicBezTo>
                      <a:cubicBezTo>
                        <a:pt x="33658" y="31216"/>
                        <a:pt x="30739" y="31619"/>
                        <a:pt x="26693" y="31619"/>
                      </a:cubicBezTo>
                      <a:lnTo>
                        <a:pt x="14885" y="31619"/>
                      </a:lnTo>
                      <a:lnTo>
                        <a:pt x="7837" y="-2112"/>
                      </a:lnTo>
                      <a:lnTo>
                        <a:pt x="-2329" y="-2112"/>
                      </a:lnTo>
                      <a:close/>
                      <a:moveTo>
                        <a:pt x="16593" y="39862"/>
                      </a:moveTo>
                      <a:lnTo>
                        <a:pt x="30640" y="39862"/>
                      </a:lnTo>
                      <a:cubicBezTo>
                        <a:pt x="37130" y="39862"/>
                        <a:pt x="41358" y="39950"/>
                        <a:pt x="43326" y="40127"/>
                      </a:cubicBezTo>
                      <a:cubicBezTo>
                        <a:pt x="47163" y="40503"/>
                        <a:pt x="50308" y="41365"/>
                        <a:pt x="52762" y="42714"/>
                      </a:cubicBezTo>
                      <a:cubicBezTo>
                        <a:pt x="55217" y="44063"/>
                        <a:pt x="57119" y="45876"/>
                        <a:pt x="58467" y="48153"/>
                      </a:cubicBezTo>
                      <a:cubicBezTo>
                        <a:pt x="59816" y="50442"/>
                        <a:pt x="60490" y="52896"/>
                        <a:pt x="60490" y="55517"/>
                      </a:cubicBezTo>
                      <a:cubicBezTo>
                        <a:pt x="60490" y="57728"/>
                        <a:pt x="59988" y="59651"/>
                        <a:pt x="58981" y="61288"/>
                      </a:cubicBezTo>
                      <a:cubicBezTo>
                        <a:pt x="57975" y="62935"/>
                        <a:pt x="56660" y="64052"/>
                        <a:pt x="55034" y="64638"/>
                      </a:cubicBezTo>
                      <a:cubicBezTo>
                        <a:pt x="53420" y="65223"/>
                        <a:pt x="50656" y="65517"/>
                        <a:pt x="46743" y="65517"/>
                      </a:cubicBezTo>
                      <a:lnTo>
                        <a:pt x="21983" y="65517"/>
                      </a:lnTo>
                      <a:lnTo>
                        <a:pt x="16593" y="39862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1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B32729A-86EF-2CF4-12A2-C36A51DE677D}"/>
                </a:ext>
              </a:extLst>
            </p:cNvPr>
            <p:cNvSpPr/>
            <p:nvPr/>
          </p:nvSpPr>
          <p:spPr>
            <a:xfrm>
              <a:off x="4449888" y="3816977"/>
              <a:ext cx="1891144" cy="2132584"/>
            </a:xfrm>
            <a:custGeom>
              <a:avLst/>
              <a:gdLst>
                <a:gd name="connsiteX0" fmla="*/ 0 w 1891144"/>
                <a:gd name="connsiteY0" fmla="*/ 2132585 h 2132584"/>
                <a:gd name="connsiteX1" fmla="*/ 1891144 w 1891144"/>
                <a:gd name="connsiteY1" fmla="*/ 2132585 h 2132584"/>
                <a:gd name="connsiteX2" fmla="*/ 1891144 w 1891144"/>
                <a:gd name="connsiteY2" fmla="*/ 0 h 2132584"/>
                <a:gd name="connsiteX3" fmla="*/ 0 w 1891144"/>
                <a:gd name="connsiteY3" fmla="*/ 0 h 2132584"/>
                <a:gd name="connsiteX4" fmla="*/ 0 w 1891144"/>
                <a:gd name="connsiteY4" fmla="*/ 2132585 h 2132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1144" h="2132584">
                  <a:moveTo>
                    <a:pt x="0" y="2132585"/>
                  </a:moveTo>
                  <a:lnTo>
                    <a:pt x="1891144" y="2132585"/>
                  </a:lnTo>
                  <a:lnTo>
                    <a:pt x="1891144" y="0"/>
                  </a:lnTo>
                  <a:lnTo>
                    <a:pt x="0" y="0"/>
                  </a:lnTo>
                  <a:lnTo>
                    <a:pt x="0" y="2132585"/>
                  </a:lnTo>
                  <a:close/>
                </a:path>
              </a:pathLst>
            </a:custGeom>
            <a:noFill/>
            <a:ln w="8845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9" name="Graphic 988">
              <a:extLst>
                <a:ext uri="{FF2B5EF4-FFF2-40B4-BE49-F238E27FC236}">
                  <a16:creationId xmlns:a16="http://schemas.microsoft.com/office/drawing/2014/main" id="{33C03384-D686-4D49-6BDF-507368A9DEB4}"/>
                </a:ext>
              </a:extLst>
            </p:cNvPr>
            <p:cNvGrpSpPr/>
            <p:nvPr/>
          </p:nvGrpSpPr>
          <p:grpSpPr>
            <a:xfrm>
              <a:off x="5474498" y="6032404"/>
              <a:ext cx="787226" cy="79669"/>
              <a:chOff x="6658908" y="6367709"/>
              <a:chExt cx="787226" cy="79669"/>
            </a:xfrm>
            <a:solidFill>
              <a:srgbClr val="262626"/>
            </a:solidFill>
          </p:grpSpPr>
          <p:grpSp>
            <p:nvGrpSpPr>
              <p:cNvPr id="127" name="Graphic 988">
                <a:extLst>
                  <a:ext uri="{FF2B5EF4-FFF2-40B4-BE49-F238E27FC236}">
                    <a16:creationId xmlns:a16="http://schemas.microsoft.com/office/drawing/2014/main" id="{4A50B0CE-BDCF-CB56-5C58-D4E89D3C9532}"/>
                  </a:ext>
                </a:extLst>
              </p:cNvPr>
              <p:cNvGrpSpPr/>
              <p:nvPr/>
            </p:nvGrpSpPr>
            <p:grpSpPr>
              <a:xfrm>
                <a:off x="6658908" y="6367709"/>
                <a:ext cx="301697" cy="79669"/>
                <a:chOff x="6658908" y="6367709"/>
                <a:chExt cx="301697" cy="79669"/>
              </a:xfrm>
              <a:solidFill>
                <a:srgbClr val="262626"/>
              </a:solidFill>
            </p:grpSpPr>
            <p:sp>
              <p:nvSpPr>
                <p:cNvPr id="136" name="Freeform: Shape 135">
                  <a:extLst>
                    <a:ext uri="{FF2B5EF4-FFF2-40B4-BE49-F238E27FC236}">
                      <a16:creationId xmlns:a16="http://schemas.microsoft.com/office/drawing/2014/main" id="{536B5992-C237-EBD6-35CA-CC40135A5AF2}"/>
                    </a:ext>
                  </a:extLst>
                </p:cNvPr>
                <p:cNvSpPr/>
                <p:nvPr/>
              </p:nvSpPr>
              <p:spPr>
                <a:xfrm flipV="1">
                  <a:off x="6658908" y="6367709"/>
                  <a:ext cx="61567" cy="72010"/>
                </a:xfrm>
                <a:custGeom>
                  <a:avLst/>
                  <a:gdLst>
                    <a:gd name="connsiteX0" fmla="*/ 50578 w 61567"/>
                    <a:gd name="connsiteY0" fmla="*/ 23906 h 72010"/>
                    <a:gd name="connsiteX1" fmla="*/ 59790 w 61567"/>
                    <a:gd name="connsiteY1" fmla="*/ 21580 h 72010"/>
                    <a:gd name="connsiteX2" fmla="*/ 49361 w 61567"/>
                    <a:gd name="connsiteY2" fmla="*/ 4265 h 72010"/>
                    <a:gd name="connsiteX3" fmla="*/ 30952 w 61567"/>
                    <a:gd name="connsiteY3" fmla="*/ -1694 h 72010"/>
                    <a:gd name="connsiteX4" fmla="*/ 12634 w 61567"/>
                    <a:gd name="connsiteY4" fmla="*/ 2882 h 72010"/>
                    <a:gd name="connsiteX5" fmla="*/ 1902 w 61567"/>
                    <a:gd name="connsiteY5" fmla="*/ 16168 h 72010"/>
                    <a:gd name="connsiteX6" fmla="*/ -1777 w 61567"/>
                    <a:gd name="connsiteY6" fmla="*/ 34836 h 72010"/>
                    <a:gd name="connsiteX7" fmla="*/ 2373 w 61567"/>
                    <a:gd name="connsiteY7" fmla="*/ 53808 h 72010"/>
                    <a:gd name="connsiteX8" fmla="*/ 14200 w 61567"/>
                    <a:gd name="connsiteY8" fmla="*/ 66106 h 72010"/>
                    <a:gd name="connsiteX9" fmla="*/ 31089 w 61567"/>
                    <a:gd name="connsiteY9" fmla="*/ 70317 h 72010"/>
                    <a:gd name="connsiteX10" fmla="*/ 48662 w 61567"/>
                    <a:gd name="connsiteY10" fmla="*/ 64996 h 72010"/>
                    <a:gd name="connsiteX11" fmla="*/ 58604 w 61567"/>
                    <a:gd name="connsiteY11" fmla="*/ 50038 h 72010"/>
                    <a:gd name="connsiteX12" fmla="*/ 49529 w 61567"/>
                    <a:gd name="connsiteY12" fmla="*/ 47894 h 72010"/>
                    <a:gd name="connsiteX13" fmla="*/ 42490 w 61567"/>
                    <a:gd name="connsiteY13" fmla="*/ 58961 h 72010"/>
                    <a:gd name="connsiteX14" fmla="*/ 30907 w 61567"/>
                    <a:gd name="connsiteY14" fmla="*/ 62442 h 72010"/>
                    <a:gd name="connsiteX15" fmla="*/ 17483 w 61567"/>
                    <a:gd name="connsiteY15" fmla="*/ 58581 h 72010"/>
                    <a:gd name="connsiteX16" fmla="*/ 9898 w 61567"/>
                    <a:gd name="connsiteY16" fmla="*/ 48244 h 72010"/>
                    <a:gd name="connsiteX17" fmla="*/ 7724 w 61567"/>
                    <a:gd name="connsiteY17" fmla="*/ 34881 h 72010"/>
                    <a:gd name="connsiteX18" fmla="*/ 10308 w 61567"/>
                    <a:gd name="connsiteY18" fmla="*/ 19376 h 72010"/>
                    <a:gd name="connsiteX19" fmla="*/ 18350 w 61567"/>
                    <a:gd name="connsiteY19" fmla="*/ 9464 h 72010"/>
                    <a:gd name="connsiteX20" fmla="*/ 30192 w 61567"/>
                    <a:gd name="connsiteY20" fmla="*/ 6196 h 72010"/>
                    <a:gd name="connsiteX21" fmla="*/ 43296 w 61567"/>
                    <a:gd name="connsiteY21" fmla="*/ 10650 h 72010"/>
                    <a:gd name="connsiteX22" fmla="*/ 50578 w 61567"/>
                    <a:gd name="connsiteY22" fmla="*/ 23906 h 72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61567" h="72010">
                      <a:moveTo>
                        <a:pt x="50578" y="23906"/>
                      </a:moveTo>
                      <a:lnTo>
                        <a:pt x="59790" y="21580"/>
                      </a:lnTo>
                      <a:cubicBezTo>
                        <a:pt x="57854" y="14010"/>
                        <a:pt x="54378" y="8238"/>
                        <a:pt x="49361" y="4265"/>
                      </a:cubicBezTo>
                      <a:cubicBezTo>
                        <a:pt x="44345" y="292"/>
                        <a:pt x="38208" y="-1694"/>
                        <a:pt x="30952" y="-1694"/>
                      </a:cubicBezTo>
                      <a:cubicBezTo>
                        <a:pt x="23442" y="-1694"/>
                        <a:pt x="17336" y="-169"/>
                        <a:pt x="12634" y="2882"/>
                      </a:cubicBezTo>
                      <a:cubicBezTo>
                        <a:pt x="7932" y="5942"/>
                        <a:pt x="4354" y="10371"/>
                        <a:pt x="1902" y="16168"/>
                      </a:cubicBezTo>
                      <a:cubicBezTo>
                        <a:pt x="-551" y="21965"/>
                        <a:pt x="-1777" y="28188"/>
                        <a:pt x="-1777" y="34836"/>
                      </a:cubicBezTo>
                      <a:cubicBezTo>
                        <a:pt x="-1777" y="42092"/>
                        <a:pt x="-394" y="48416"/>
                        <a:pt x="2373" y="53808"/>
                      </a:cubicBezTo>
                      <a:cubicBezTo>
                        <a:pt x="5150" y="59209"/>
                        <a:pt x="9092" y="63309"/>
                        <a:pt x="14200" y="66106"/>
                      </a:cubicBezTo>
                      <a:cubicBezTo>
                        <a:pt x="19318" y="68913"/>
                        <a:pt x="24947" y="70317"/>
                        <a:pt x="31089" y="70317"/>
                      </a:cubicBezTo>
                      <a:cubicBezTo>
                        <a:pt x="38062" y="70317"/>
                        <a:pt x="43919" y="68543"/>
                        <a:pt x="48662" y="64996"/>
                      </a:cubicBezTo>
                      <a:cubicBezTo>
                        <a:pt x="53415" y="61449"/>
                        <a:pt x="56729" y="56463"/>
                        <a:pt x="58604" y="50038"/>
                      </a:cubicBezTo>
                      <a:lnTo>
                        <a:pt x="49529" y="47894"/>
                      </a:lnTo>
                      <a:cubicBezTo>
                        <a:pt x="47907" y="52961"/>
                        <a:pt x="45561" y="56650"/>
                        <a:pt x="42490" y="58961"/>
                      </a:cubicBezTo>
                      <a:cubicBezTo>
                        <a:pt x="39420" y="61282"/>
                        <a:pt x="35558" y="62442"/>
                        <a:pt x="30907" y="62442"/>
                      </a:cubicBezTo>
                      <a:cubicBezTo>
                        <a:pt x="25556" y="62442"/>
                        <a:pt x="21081" y="61155"/>
                        <a:pt x="17483" y="58581"/>
                      </a:cubicBezTo>
                      <a:cubicBezTo>
                        <a:pt x="13886" y="56017"/>
                        <a:pt x="11357" y="52571"/>
                        <a:pt x="9898" y="48244"/>
                      </a:cubicBezTo>
                      <a:cubicBezTo>
                        <a:pt x="8449" y="43927"/>
                        <a:pt x="7724" y="39472"/>
                        <a:pt x="7724" y="34881"/>
                      </a:cubicBezTo>
                      <a:cubicBezTo>
                        <a:pt x="7724" y="28963"/>
                        <a:pt x="8585" y="23794"/>
                        <a:pt x="10308" y="19376"/>
                      </a:cubicBezTo>
                      <a:cubicBezTo>
                        <a:pt x="12031" y="14957"/>
                        <a:pt x="14712" y="11653"/>
                        <a:pt x="18350" y="9464"/>
                      </a:cubicBezTo>
                      <a:cubicBezTo>
                        <a:pt x="21998" y="7285"/>
                        <a:pt x="25946" y="6196"/>
                        <a:pt x="30192" y="6196"/>
                      </a:cubicBezTo>
                      <a:cubicBezTo>
                        <a:pt x="35350" y="6196"/>
                        <a:pt x="39719" y="7681"/>
                        <a:pt x="43296" y="10650"/>
                      </a:cubicBezTo>
                      <a:cubicBezTo>
                        <a:pt x="46884" y="13629"/>
                        <a:pt x="49311" y="18048"/>
                        <a:pt x="50578" y="2390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1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7" name="Freeform: Shape 136">
                  <a:extLst>
                    <a:ext uri="{FF2B5EF4-FFF2-40B4-BE49-F238E27FC236}">
                      <a16:creationId xmlns:a16="http://schemas.microsoft.com/office/drawing/2014/main" id="{EF8F5B54-3AF4-7C76-47B1-F970BCECD992}"/>
                    </a:ext>
                  </a:extLst>
                </p:cNvPr>
                <p:cNvSpPr/>
                <p:nvPr/>
              </p:nvSpPr>
              <p:spPr>
                <a:xfrm flipV="1">
                  <a:off x="6730536" y="6368894"/>
                  <a:ext cx="8558" cy="69639"/>
                </a:xfrm>
                <a:custGeom>
                  <a:avLst/>
                  <a:gdLst>
                    <a:gd name="connsiteX0" fmla="*/ -119 w 8558"/>
                    <a:gd name="connsiteY0" fmla="*/ -1694 h 69639"/>
                    <a:gd name="connsiteX1" fmla="*/ -119 w 8558"/>
                    <a:gd name="connsiteY1" fmla="*/ 67945 h 69639"/>
                    <a:gd name="connsiteX2" fmla="*/ 8440 w 8558"/>
                    <a:gd name="connsiteY2" fmla="*/ 67945 h 69639"/>
                    <a:gd name="connsiteX3" fmla="*/ 8440 w 8558"/>
                    <a:gd name="connsiteY3" fmla="*/ -1694 h 69639"/>
                    <a:gd name="connsiteX4" fmla="*/ -119 w 8558"/>
                    <a:gd name="connsiteY4" fmla="*/ -1694 h 696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58" h="69639">
                      <a:moveTo>
                        <a:pt x="-119" y="-1694"/>
                      </a:moveTo>
                      <a:lnTo>
                        <a:pt x="-119" y="67945"/>
                      </a:lnTo>
                      <a:lnTo>
                        <a:pt x="8440" y="67945"/>
                      </a:lnTo>
                      <a:lnTo>
                        <a:pt x="8440" y="-1694"/>
                      </a:lnTo>
                      <a:lnTo>
                        <a:pt x="-119" y="-1694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1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8" name="Freeform: Shape 137">
                  <a:extLst>
                    <a:ext uri="{FF2B5EF4-FFF2-40B4-BE49-F238E27FC236}">
                      <a16:creationId xmlns:a16="http://schemas.microsoft.com/office/drawing/2014/main" id="{9B94D54A-7C38-E849-54B2-47529E535BE8}"/>
                    </a:ext>
                  </a:extLst>
                </p:cNvPr>
                <p:cNvSpPr/>
                <p:nvPr/>
              </p:nvSpPr>
              <p:spPr>
                <a:xfrm flipV="1">
                  <a:off x="6749445" y="6386939"/>
                  <a:ext cx="46471" cy="52734"/>
                </a:xfrm>
                <a:custGeom>
                  <a:avLst/>
                  <a:gdLst>
                    <a:gd name="connsiteX0" fmla="*/ 34647 w 46471"/>
                    <a:gd name="connsiteY0" fmla="*/ 6296 h 52734"/>
                    <a:gd name="connsiteX1" fmla="*/ 25496 w 46471"/>
                    <a:gd name="connsiteY1" fmla="*/ 595 h 52734"/>
                    <a:gd name="connsiteX2" fmla="*/ 16071 w 46471"/>
                    <a:gd name="connsiteY2" fmla="*/ -1062 h 52734"/>
                    <a:gd name="connsiteX3" fmla="*/ 3286 w 46471"/>
                    <a:gd name="connsiteY3" fmla="*/ 2997 h 52734"/>
                    <a:gd name="connsiteX4" fmla="*/ -1183 w 46471"/>
                    <a:gd name="connsiteY4" fmla="*/ 13380 h 52734"/>
                    <a:gd name="connsiteX5" fmla="*/ 504 w 46471"/>
                    <a:gd name="connsiteY5" fmla="*/ 20145 h 52734"/>
                    <a:gd name="connsiteX6" fmla="*/ 4928 w 46471"/>
                    <a:gd name="connsiteY6" fmla="*/ 25070 h 52734"/>
                    <a:gd name="connsiteX7" fmla="*/ 11084 w 46471"/>
                    <a:gd name="connsiteY7" fmla="*/ 27867 h 52734"/>
                    <a:gd name="connsiteX8" fmla="*/ 18685 w 46471"/>
                    <a:gd name="connsiteY8" fmla="*/ 29159 h 52734"/>
                    <a:gd name="connsiteX9" fmla="*/ 33933 w 46471"/>
                    <a:gd name="connsiteY9" fmla="*/ 32093 h 52734"/>
                    <a:gd name="connsiteX10" fmla="*/ 33978 w 46471"/>
                    <a:gd name="connsiteY10" fmla="*/ 34328 h 52734"/>
                    <a:gd name="connsiteX11" fmla="*/ 31546 w 46471"/>
                    <a:gd name="connsiteY11" fmla="*/ 41701 h 52734"/>
                    <a:gd name="connsiteX12" fmla="*/ 21817 w 46471"/>
                    <a:gd name="connsiteY12" fmla="*/ 44589 h 52734"/>
                    <a:gd name="connsiteX13" fmla="*/ 12909 w 46471"/>
                    <a:gd name="connsiteY13" fmla="*/ 42476 h 52734"/>
                    <a:gd name="connsiteX14" fmla="*/ 8652 w 46471"/>
                    <a:gd name="connsiteY14" fmla="*/ 34997 h 52734"/>
                    <a:gd name="connsiteX15" fmla="*/ 291 w 46471"/>
                    <a:gd name="connsiteY15" fmla="*/ 36137 h 52734"/>
                    <a:gd name="connsiteX16" fmla="*/ 4046 w 46471"/>
                    <a:gd name="connsiteY16" fmla="*/ 44802 h 52734"/>
                    <a:gd name="connsiteX17" fmla="*/ 11601 w 46471"/>
                    <a:gd name="connsiteY17" fmla="*/ 49879 h 52734"/>
                    <a:gd name="connsiteX18" fmla="*/ 23048 w 46471"/>
                    <a:gd name="connsiteY18" fmla="*/ 51673 h 52734"/>
                    <a:gd name="connsiteX19" fmla="*/ 33537 w 46471"/>
                    <a:gd name="connsiteY19" fmla="*/ 50153 h 52734"/>
                    <a:gd name="connsiteX20" fmla="*/ 39481 w 46471"/>
                    <a:gd name="connsiteY20" fmla="*/ 46322 h 52734"/>
                    <a:gd name="connsiteX21" fmla="*/ 42142 w 46471"/>
                    <a:gd name="connsiteY21" fmla="*/ 40500 h 52734"/>
                    <a:gd name="connsiteX22" fmla="*/ 42567 w 46471"/>
                    <a:gd name="connsiteY22" fmla="*/ 32625 h 52734"/>
                    <a:gd name="connsiteX23" fmla="*/ 42567 w 46471"/>
                    <a:gd name="connsiteY23" fmla="*/ 21224 h 52734"/>
                    <a:gd name="connsiteX24" fmla="*/ 43115 w 46471"/>
                    <a:gd name="connsiteY24" fmla="*/ 6129 h 52734"/>
                    <a:gd name="connsiteX25" fmla="*/ 45288 w 46471"/>
                    <a:gd name="connsiteY25" fmla="*/ 78 h 52734"/>
                    <a:gd name="connsiteX26" fmla="*/ 36350 w 46471"/>
                    <a:gd name="connsiteY26" fmla="*/ 78 h 52734"/>
                    <a:gd name="connsiteX27" fmla="*/ 34647 w 46471"/>
                    <a:gd name="connsiteY27" fmla="*/ 6296 h 52734"/>
                    <a:gd name="connsiteX28" fmla="*/ 33933 w 46471"/>
                    <a:gd name="connsiteY28" fmla="*/ 25404 h 52734"/>
                    <a:gd name="connsiteX29" fmla="*/ 19962 w 46471"/>
                    <a:gd name="connsiteY29" fmla="*/ 22166 h 52734"/>
                    <a:gd name="connsiteX30" fmla="*/ 12498 w 46471"/>
                    <a:gd name="connsiteY30" fmla="*/ 20449 h 52734"/>
                    <a:gd name="connsiteX31" fmla="*/ 9123 w 46471"/>
                    <a:gd name="connsiteY31" fmla="*/ 17682 h 52734"/>
                    <a:gd name="connsiteX32" fmla="*/ 7938 w 46471"/>
                    <a:gd name="connsiteY32" fmla="*/ 13623 h 52734"/>
                    <a:gd name="connsiteX33" fmla="*/ 10522 w 46471"/>
                    <a:gd name="connsiteY33" fmla="*/ 7922 h 52734"/>
                    <a:gd name="connsiteX34" fmla="*/ 18108 w 46471"/>
                    <a:gd name="connsiteY34" fmla="*/ 5642 h 52734"/>
                    <a:gd name="connsiteX35" fmla="*/ 26894 w 46471"/>
                    <a:gd name="connsiteY35" fmla="*/ 7801 h 52734"/>
                    <a:gd name="connsiteX36" fmla="*/ 32549 w 46471"/>
                    <a:gd name="connsiteY36" fmla="*/ 13714 h 52734"/>
                    <a:gd name="connsiteX37" fmla="*/ 33933 w 46471"/>
                    <a:gd name="connsiteY37" fmla="*/ 22258 h 52734"/>
                    <a:gd name="connsiteX38" fmla="*/ 33933 w 46471"/>
                    <a:gd name="connsiteY38" fmla="*/ 25404 h 527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</a:cxnLst>
                  <a:rect l="l" t="t" r="r" b="b"/>
                  <a:pathLst>
                    <a:path w="46471" h="52734">
                      <a:moveTo>
                        <a:pt x="34647" y="6296"/>
                      </a:moveTo>
                      <a:cubicBezTo>
                        <a:pt x="31475" y="3610"/>
                        <a:pt x="28425" y="1710"/>
                        <a:pt x="25496" y="595"/>
                      </a:cubicBezTo>
                      <a:cubicBezTo>
                        <a:pt x="22567" y="-509"/>
                        <a:pt x="19425" y="-1062"/>
                        <a:pt x="16071" y="-1062"/>
                      </a:cubicBezTo>
                      <a:cubicBezTo>
                        <a:pt x="10527" y="-1062"/>
                        <a:pt x="6266" y="291"/>
                        <a:pt x="3286" y="2997"/>
                      </a:cubicBezTo>
                      <a:cubicBezTo>
                        <a:pt x="306" y="5703"/>
                        <a:pt x="-1183" y="9164"/>
                        <a:pt x="-1183" y="13380"/>
                      </a:cubicBezTo>
                      <a:cubicBezTo>
                        <a:pt x="-1183" y="15853"/>
                        <a:pt x="-621" y="18108"/>
                        <a:pt x="504" y="20145"/>
                      </a:cubicBezTo>
                      <a:cubicBezTo>
                        <a:pt x="1629" y="22192"/>
                        <a:pt x="3104" y="23834"/>
                        <a:pt x="4928" y="25070"/>
                      </a:cubicBezTo>
                      <a:cubicBezTo>
                        <a:pt x="6752" y="26306"/>
                        <a:pt x="8804" y="27239"/>
                        <a:pt x="11084" y="27867"/>
                      </a:cubicBezTo>
                      <a:cubicBezTo>
                        <a:pt x="12757" y="28313"/>
                        <a:pt x="15290" y="28744"/>
                        <a:pt x="18685" y="29159"/>
                      </a:cubicBezTo>
                      <a:cubicBezTo>
                        <a:pt x="25587" y="29980"/>
                        <a:pt x="30669" y="30958"/>
                        <a:pt x="33933" y="32093"/>
                      </a:cubicBezTo>
                      <a:cubicBezTo>
                        <a:pt x="33963" y="33269"/>
                        <a:pt x="33978" y="34014"/>
                        <a:pt x="33978" y="34328"/>
                      </a:cubicBezTo>
                      <a:cubicBezTo>
                        <a:pt x="33978" y="37814"/>
                        <a:pt x="33168" y="40272"/>
                        <a:pt x="31546" y="41701"/>
                      </a:cubicBezTo>
                      <a:cubicBezTo>
                        <a:pt x="29367" y="43626"/>
                        <a:pt x="26124" y="44589"/>
                        <a:pt x="21817" y="44589"/>
                      </a:cubicBezTo>
                      <a:cubicBezTo>
                        <a:pt x="17793" y="44589"/>
                        <a:pt x="14824" y="43885"/>
                        <a:pt x="12909" y="42476"/>
                      </a:cubicBezTo>
                      <a:cubicBezTo>
                        <a:pt x="10993" y="41067"/>
                        <a:pt x="9574" y="38574"/>
                        <a:pt x="8652" y="34997"/>
                      </a:cubicBezTo>
                      <a:lnTo>
                        <a:pt x="291" y="36137"/>
                      </a:lnTo>
                      <a:cubicBezTo>
                        <a:pt x="1051" y="39714"/>
                        <a:pt x="2303" y="42603"/>
                        <a:pt x="4046" y="44802"/>
                      </a:cubicBezTo>
                      <a:cubicBezTo>
                        <a:pt x="5789" y="47001"/>
                        <a:pt x="8308" y="48693"/>
                        <a:pt x="11601" y="49879"/>
                      </a:cubicBezTo>
                      <a:cubicBezTo>
                        <a:pt x="14895" y="51075"/>
                        <a:pt x="18711" y="51673"/>
                        <a:pt x="23048" y="51673"/>
                      </a:cubicBezTo>
                      <a:cubicBezTo>
                        <a:pt x="27355" y="51673"/>
                        <a:pt x="30852" y="51166"/>
                        <a:pt x="33537" y="50153"/>
                      </a:cubicBezTo>
                      <a:cubicBezTo>
                        <a:pt x="36233" y="49139"/>
                        <a:pt x="38215" y="47862"/>
                        <a:pt x="39481" y="46322"/>
                      </a:cubicBezTo>
                      <a:cubicBezTo>
                        <a:pt x="40748" y="44792"/>
                        <a:pt x="41635" y="42851"/>
                        <a:pt x="42142" y="40500"/>
                      </a:cubicBezTo>
                      <a:cubicBezTo>
                        <a:pt x="42425" y="39051"/>
                        <a:pt x="42567" y="36426"/>
                        <a:pt x="42567" y="32625"/>
                      </a:cubicBezTo>
                      <a:lnTo>
                        <a:pt x="42567" y="21224"/>
                      </a:lnTo>
                      <a:cubicBezTo>
                        <a:pt x="42567" y="13268"/>
                        <a:pt x="42750" y="8237"/>
                        <a:pt x="43115" y="6129"/>
                      </a:cubicBezTo>
                      <a:cubicBezTo>
                        <a:pt x="43479" y="4031"/>
                        <a:pt x="44204" y="2014"/>
                        <a:pt x="45288" y="78"/>
                      </a:cubicBezTo>
                      <a:lnTo>
                        <a:pt x="36350" y="78"/>
                      </a:lnTo>
                      <a:cubicBezTo>
                        <a:pt x="35468" y="1852"/>
                        <a:pt x="34901" y="3924"/>
                        <a:pt x="34647" y="6296"/>
                      </a:cubicBezTo>
                      <a:close/>
                      <a:moveTo>
                        <a:pt x="33933" y="25404"/>
                      </a:moveTo>
                      <a:cubicBezTo>
                        <a:pt x="30821" y="24138"/>
                        <a:pt x="26165" y="23058"/>
                        <a:pt x="19962" y="22166"/>
                      </a:cubicBezTo>
                      <a:cubicBezTo>
                        <a:pt x="16446" y="21660"/>
                        <a:pt x="13958" y="21087"/>
                        <a:pt x="12498" y="20449"/>
                      </a:cubicBezTo>
                      <a:cubicBezTo>
                        <a:pt x="11049" y="19820"/>
                        <a:pt x="9924" y="18898"/>
                        <a:pt x="9123" y="17682"/>
                      </a:cubicBezTo>
                      <a:cubicBezTo>
                        <a:pt x="8333" y="16466"/>
                        <a:pt x="7938" y="15113"/>
                        <a:pt x="7938" y="13623"/>
                      </a:cubicBezTo>
                      <a:cubicBezTo>
                        <a:pt x="7938" y="11343"/>
                        <a:pt x="8799" y="9443"/>
                        <a:pt x="10522" y="7922"/>
                      </a:cubicBezTo>
                      <a:cubicBezTo>
                        <a:pt x="12255" y="6402"/>
                        <a:pt x="14784" y="5642"/>
                        <a:pt x="18108" y="5642"/>
                      </a:cubicBezTo>
                      <a:cubicBezTo>
                        <a:pt x="21401" y="5642"/>
                        <a:pt x="24330" y="6362"/>
                        <a:pt x="26894" y="7801"/>
                      </a:cubicBezTo>
                      <a:cubicBezTo>
                        <a:pt x="29458" y="9240"/>
                        <a:pt x="31343" y="11211"/>
                        <a:pt x="32549" y="13714"/>
                      </a:cubicBezTo>
                      <a:cubicBezTo>
                        <a:pt x="33472" y="15650"/>
                        <a:pt x="33933" y="18498"/>
                        <a:pt x="33933" y="22258"/>
                      </a:cubicBezTo>
                      <a:lnTo>
                        <a:pt x="33933" y="25404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1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9" name="Freeform: Shape 138">
                  <a:extLst>
                    <a:ext uri="{FF2B5EF4-FFF2-40B4-BE49-F238E27FC236}">
                      <a16:creationId xmlns:a16="http://schemas.microsoft.com/office/drawing/2014/main" id="{333D0693-CD1A-0BF1-1340-C55D4EB95ED6}"/>
                    </a:ext>
                  </a:extLst>
                </p:cNvPr>
                <p:cNvSpPr/>
                <p:nvPr/>
              </p:nvSpPr>
              <p:spPr>
                <a:xfrm flipV="1">
                  <a:off x="6803037" y="6386939"/>
                  <a:ext cx="41895" cy="52734"/>
                </a:xfrm>
                <a:custGeom>
                  <a:avLst/>
                  <a:gdLst>
                    <a:gd name="connsiteX0" fmla="*/ -993 w 41895"/>
                    <a:gd name="connsiteY0" fmla="*/ 15143 h 52734"/>
                    <a:gd name="connsiteX1" fmla="*/ 7459 w 41895"/>
                    <a:gd name="connsiteY1" fmla="*/ 16466 h 52734"/>
                    <a:gd name="connsiteX2" fmla="*/ 11427 w 41895"/>
                    <a:gd name="connsiteY2" fmla="*/ 8683 h 52734"/>
                    <a:gd name="connsiteX3" fmla="*/ 20533 w 41895"/>
                    <a:gd name="connsiteY3" fmla="*/ 5977 h 52734"/>
                    <a:gd name="connsiteX4" fmla="*/ 29258 w 41895"/>
                    <a:gd name="connsiteY4" fmla="*/ 8363 h 52734"/>
                    <a:gd name="connsiteX5" fmla="*/ 32116 w 41895"/>
                    <a:gd name="connsiteY5" fmla="*/ 14003 h 52734"/>
                    <a:gd name="connsiteX6" fmla="*/ 29593 w 41895"/>
                    <a:gd name="connsiteY6" fmla="*/ 18564 h 52734"/>
                    <a:gd name="connsiteX7" fmla="*/ 20852 w 41895"/>
                    <a:gd name="connsiteY7" fmla="*/ 21452 h 52734"/>
                    <a:gd name="connsiteX8" fmla="*/ 7824 w 41895"/>
                    <a:gd name="connsiteY8" fmla="*/ 25572 h 52734"/>
                    <a:gd name="connsiteX9" fmla="*/ 2306 w 41895"/>
                    <a:gd name="connsiteY9" fmla="*/ 30360 h 52734"/>
                    <a:gd name="connsiteX10" fmla="*/ 436 w 41895"/>
                    <a:gd name="connsiteY10" fmla="*/ 37140 h 52734"/>
                    <a:gd name="connsiteX11" fmla="*/ 1971 w 41895"/>
                    <a:gd name="connsiteY11" fmla="*/ 43373 h 52734"/>
                    <a:gd name="connsiteX12" fmla="*/ 6182 w 41895"/>
                    <a:gd name="connsiteY12" fmla="*/ 48161 h 52734"/>
                    <a:gd name="connsiteX13" fmla="*/ 11609 w 41895"/>
                    <a:gd name="connsiteY13" fmla="*/ 50639 h 52734"/>
                    <a:gd name="connsiteX14" fmla="*/ 19012 w 41895"/>
                    <a:gd name="connsiteY14" fmla="*/ 51673 h 52734"/>
                    <a:gd name="connsiteX15" fmla="*/ 29426 w 41895"/>
                    <a:gd name="connsiteY15" fmla="*/ 49955 h 52734"/>
                    <a:gd name="connsiteX16" fmla="*/ 36054 w 41895"/>
                    <a:gd name="connsiteY16" fmla="*/ 45319 h 52734"/>
                    <a:gd name="connsiteX17" fmla="*/ 39003 w 41895"/>
                    <a:gd name="connsiteY17" fmla="*/ 37520 h 52734"/>
                    <a:gd name="connsiteX18" fmla="*/ 30642 w 41895"/>
                    <a:gd name="connsiteY18" fmla="*/ 36380 h 52734"/>
                    <a:gd name="connsiteX19" fmla="*/ 27343 w 41895"/>
                    <a:gd name="connsiteY19" fmla="*/ 42446 h 52734"/>
                    <a:gd name="connsiteX20" fmla="*/ 19621 w 41895"/>
                    <a:gd name="connsiteY20" fmla="*/ 44635 h 52734"/>
                    <a:gd name="connsiteX21" fmla="*/ 11214 w 41895"/>
                    <a:gd name="connsiteY21" fmla="*/ 42689 h 52734"/>
                    <a:gd name="connsiteX22" fmla="*/ 8691 w 41895"/>
                    <a:gd name="connsiteY22" fmla="*/ 38128 h 52734"/>
                    <a:gd name="connsiteX23" fmla="*/ 9739 w 41895"/>
                    <a:gd name="connsiteY23" fmla="*/ 35134 h 52734"/>
                    <a:gd name="connsiteX24" fmla="*/ 13023 w 41895"/>
                    <a:gd name="connsiteY24" fmla="*/ 32853 h 52734"/>
                    <a:gd name="connsiteX25" fmla="*/ 20578 w 41895"/>
                    <a:gd name="connsiteY25" fmla="*/ 30679 h 52734"/>
                    <a:gd name="connsiteX26" fmla="*/ 33226 w 41895"/>
                    <a:gd name="connsiteY26" fmla="*/ 26697 h 52734"/>
                    <a:gd name="connsiteX27" fmla="*/ 38851 w 41895"/>
                    <a:gd name="connsiteY27" fmla="*/ 22212 h 52734"/>
                    <a:gd name="connsiteX28" fmla="*/ 40903 w 41895"/>
                    <a:gd name="connsiteY28" fmla="*/ 14900 h 52734"/>
                    <a:gd name="connsiteX29" fmla="*/ 38410 w 41895"/>
                    <a:gd name="connsiteY29" fmla="*/ 6843 h 52734"/>
                    <a:gd name="connsiteX30" fmla="*/ 31204 w 41895"/>
                    <a:gd name="connsiteY30" fmla="*/ 1006 h 52734"/>
                    <a:gd name="connsiteX31" fmla="*/ 20578 w 41895"/>
                    <a:gd name="connsiteY31" fmla="*/ -1062 h 52734"/>
                    <a:gd name="connsiteX32" fmla="*/ 5589 w 41895"/>
                    <a:gd name="connsiteY32" fmla="*/ 3027 h 52734"/>
                    <a:gd name="connsiteX33" fmla="*/ -993 w 41895"/>
                    <a:gd name="connsiteY33" fmla="*/ 15143 h 527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41895" h="52734">
                      <a:moveTo>
                        <a:pt x="-993" y="15143"/>
                      </a:moveTo>
                      <a:lnTo>
                        <a:pt x="7459" y="16466"/>
                      </a:lnTo>
                      <a:cubicBezTo>
                        <a:pt x="7935" y="13081"/>
                        <a:pt x="9258" y="10486"/>
                        <a:pt x="11427" y="8683"/>
                      </a:cubicBezTo>
                      <a:cubicBezTo>
                        <a:pt x="13596" y="6879"/>
                        <a:pt x="16631" y="5977"/>
                        <a:pt x="20533" y="5977"/>
                      </a:cubicBezTo>
                      <a:cubicBezTo>
                        <a:pt x="24455" y="5977"/>
                        <a:pt x="27363" y="6772"/>
                        <a:pt x="29258" y="8363"/>
                      </a:cubicBezTo>
                      <a:cubicBezTo>
                        <a:pt x="31164" y="9965"/>
                        <a:pt x="32116" y="11844"/>
                        <a:pt x="32116" y="14003"/>
                      </a:cubicBezTo>
                      <a:cubicBezTo>
                        <a:pt x="32116" y="15929"/>
                        <a:pt x="31275" y="17449"/>
                        <a:pt x="29593" y="18564"/>
                      </a:cubicBezTo>
                      <a:cubicBezTo>
                        <a:pt x="28427" y="19324"/>
                        <a:pt x="25514" y="20286"/>
                        <a:pt x="20852" y="21452"/>
                      </a:cubicBezTo>
                      <a:cubicBezTo>
                        <a:pt x="14589" y="23043"/>
                        <a:pt x="10246" y="24416"/>
                        <a:pt x="7824" y="25572"/>
                      </a:cubicBezTo>
                      <a:cubicBezTo>
                        <a:pt x="5402" y="26727"/>
                        <a:pt x="3562" y="28323"/>
                        <a:pt x="2306" y="30360"/>
                      </a:cubicBezTo>
                      <a:cubicBezTo>
                        <a:pt x="1059" y="32407"/>
                        <a:pt x="436" y="34667"/>
                        <a:pt x="436" y="37140"/>
                      </a:cubicBezTo>
                      <a:cubicBezTo>
                        <a:pt x="436" y="39380"/>
                        <a:pt x="948" y="41457"/>
                        <a:pt x="1971" y="43373"/>
                      </a:cubicBezTo>
                      <a:cubicBezTo>
                        <a:pt x="3005" y="45298"/>
                        <a:pt x="4409" y="46895"/>
                        <a:pt x="6182" y="48161"/>
                      </a:cubicBezTo>
                      <a:cubicBezTo>
                        <a:pt x="7510" y="49134"/>
                        <a:pt x="9319" y="49960"/>
                        <a:pt x="11609" y="50639"/>
                      </a:cubicBezTo>
                      <a:cubicBezTo>
                        <a:pt x="13910" y="51328"/>
                        <a:pt x="16378" y="51673"/>
                        <a:pt x="19012" y="51673"/>
                      </a:cubicBezTo>
                      <a:cubicBezTo>
                        <a:pt x="22965" y="51673"/>
                        <a:pt x="26436" y="51100"/>
                        <a:pt x="29426" y="49955"/>
                      </a:cubicBezTo>
                      <a:cubicBezTo>
                        <a:pt x="32425" y="48820"/>
                        <a:pt x="34635" y="47275"/>
                        <a:pt x="36054" y="45319"/>
                      </a:cubicBezTo>
                      <a:cubicBezTo>
                        <a:pt x="37483" y="43373"/>
                        <a:pt x="38466" y="40773"/>
                        <a:pt x="39003" y="37520"/>
                      </a:cubicBezTo>
                      <a:lnTo>
                        <a:pt x="30642" y="36380"/>
                      </a:lnTo>
                      <a:cubicBezTo>
                        <a:pt x="30267" y="38975"/>
                        <a:pt x="29167" y="40996"/>
                        <a:pt x="27343" y="42446"/>
                      </a:cubicBezTo>
                      <a:cubicBezTo>
                        <a:pt x="25519" y="43905"/>
                        <a:pt x="22945" y="44635"/>
                        <a:pt x="19621" y="44635"/>
                      </a:cubicBezTo>
                      <a:cubicBezTo>
                        <a:pt x="15699" y="44635"/>
                        <a:pt x="12896" y="43986"/>
                        <a:pt x="11214" y="42689"/>
                      </a:cubicBezTo>
                      <a:cubicBezTo>
                        <a:pt x="9532" y="41392"/>
                        <a:pt x="8691" y="39871"/>
                        <a:pt x="8691" y="38128"/>
                      </a:cubicBezTo>
                      <a:cubicBezTo>
                        <a:pt x="8691" y="37024"/>
                        <a:pt x="9040" y="36025"/>
                        <a:pt x="9739" y="35134"/>
                      </a:cubicBezTo>
                      <a:cubicBezTo>
                        <a:pt x="10439" y="34221"/>
                        <a:pt x="11533" y="33461"/>
                        <a:pt x="13023" y="32853"/>
                      </a:cubicBezTo>
                      <a:cubicBezTo>
                        <a:pt x="13874" y="32539"/>
                        <a:pt x="16393" y="31815"/>
                        <a:pt x="20578" y="30679"/>
                      </a:cubicBezTo>
                      <a:cubicBezTo>
                        <a:pt x="26629" y="29058"/>
                        <a:pt x="30844" y="27730"/>
                        <a:pt x="33226" y="26697"/>
                      </a:cubicBezTo>
                      <a:cubicBezTo>
                        <a:pt x="35618" y="25673"/>
                        <a:pt x="37493" y="24178"/>
                        <a:pt x="38851" y="22212"/>
                      </a:cubicBezTo>
                      <a:cubicBezTo>
                        <a:pt x="40219" y="20256"/>
                        <a:pt x="40903" y="17819"/>
                        <a:pt x="40903" y="14900"/>
                      </a:cubicBezTo>
                      <a:cubicBezTo>
                        <a:pt x="40903" y="12052"/>
                        <a:pt x="40072" y="9367"/>
                        <a:pt x="38410" y="6843"/>
                      </a:cubicBezTo>
                      <a:cubicBezTo>
                        <a:pt x="36748" y="4330"/>
                        <a:pt x="34346" y="2384"/>
                        <a:pt x="31204" y="1006"/>
                      </a:cubicBezTo>
                      <a:cubicBezTo>
                        <a:pt x="28073" y="-373"/>
                        <a:pt x="24531" y="-1062"/>
                        <a:pt x="20578" y="-1062"/>
                      </a:cubicBezTo>
                      <a:cubicBezTo>
                        <a:pt x="14021" y="-1062"/>
                        <a:pt x="9025" y="301"/>
                        <a:pt x="5589" y="3027"/>
                      </a:cubicBezTo>
                      <a:cubicBezTo>
                        <a:pt x="2154" y="5754"/>
                        <a:pt x="-40" y="9792"/>
                        <a:pt x="-993" y="15143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1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0" name="Freeform: Shape 139">
                  <a:extLst>
                    <a:ext uri="{FF2B5EF4-FFF2-40B4-BE49-F238E27FC236}">
                      <a16:creationId xmlns:a16="http://schemas.microsoft.com/office/drawing/2014/main" id="{A23238CC-D55B-9E12-6CA5-A6B98804F99B}"/>
                    </a:ext>
                  </a:extLst>
                </p:cNvPr>
                <p:cNvSpPr/>
                <p:nvPr/>
              </p:nvSpPr>
              <p:spPr>
                <a:xfrm flipV="1">
                  <a:off x="6851683" y="6386939"/>
                  <a:ext cx="41895" cy="52734"/>
                </a:xfrm>
                <a:custGeom>
                  <a:avLst/>
                  <a:gdLst>
                    <a:gd name="connsiteX0" fmla="*/ -987 w 41895"/>
                    <a:gd name="connsiteY0" fmla="*/ 15143 h 52734"/>
                    <a:gd name="connsiteX1" fmla="*/ 7465 w 41895"/>
                    <a:gd name="connsiteY1" fmla="*/ 16466 h 52734"/>
                    <a:gd name="connsiteX2" fmla="*/ 11432 w 41895"/>
                    <a:gd name="connsiteY2" fmla="*/ 8683 h 52734"/>
                    <a:gd name="connsiteX3" fmla="*/ 20538 w 41895"/>
                    <a:gd name="connsiteY3" fmla="*/ 5977 h 52734"/>
                    <a:gd name="connsiteX4" fmla="*/ 29264 w 41895"/>
                    <a:gd name="connsiteY4" fmla="*/ 8363 h 52734"/>
                    <a:gd name="connsiteX5" fmla="*/ 32122 w 41895"/>
                    <a:gd name="connsiteY5" fmla="*/ 14003 h 52734"/>
                    <a:gd name="connsiteX6" fmla="*/ 29598 w 41895"/>
                    <a:gd name="connsiteY6" fmla="*/ 18564 h 52734"/>
                    <a:gd name="connsiteX7" fmla="*/ 20857 w 41895"/>
                    <a:gd name="connsiteY7" fmla="*/ 21452 h 52734"/>
                    <a:gd name="connsiteX8" fmla="*/ 7830 w 41895"/>
                    <a:gd name="connsiteY8" fmla="*/ 25572 h 52734"/>
                    <a:gd name="connsiteX9" fmla="*/ 2311 w 41895"/>
                    <a:gd name="connsiteY9" fmla="*/ 30360 h 52734"/>
                    <a:gd name="connsiteX10" fmla="*/ 441 w 41895"/>
                    <a:gd name="connsiteY10" fmla="*/ 37140 h 52734"/>
                    <a:gd name="connsiteX11" fmla="*/ 1977 w 41895"/>
                    <a:gd name="connsiteY11" fmla="*/ 43373 h 52734"/>
                    <a:gd name="connsiteX12" fmla="*/ 6188 w 41895"/>
                    <a:gd name="connsiteY12" fmla="*/ 48161 h 52734"/>
                    <a:gd name="connsiteX13" fmla="*/ 11615 w 41895"/>
                    <a:gd name="connsiteY13" fmla="*/ 50639 h 52734"/>
                    <a:gd name="connsiteX14" fmla="*/ 19018 w 41895"/>
                    <a:gd name="connsiteY14" fmla="*/ 51673 h 52734"/>
                    <a:gd name="connsiteX15" fmla="*/ 29431 w 41895"/>
                    <a:gd name="connsiteY15" fmla="*/ 49955 h 52734"/>
                    <a:gd name="connsiteX16" fmla="*/ 36059 w 41895"/>
                    <a:gd name="connsiteY16" fmla="*/ 45319 h 52734"/>
                    <a:gd name="connsiteX17" fmla="*/ 39008 w 41895"/>
                    <a:gd name="connsiteY17" fmla="*/ 37520 h 52734"/>
                    <a:gd name="connsiteX18" fmla="*/ 30647 w 41895"/>
                    <a:gd name="connsiteY18" fmla="*/ 36380 h 52734"/>
                    <a:gd name="connsiteX19" fmla="*/ 27349 w 41895"/>
                    <a:gd name="connsiteY19" fmla="*/ 42446 h 52734"/>
                    <a:gd name="connsiteX20" fmla="*/ 19626 w 41895"/>
                    <a:gd name="connsiteY20" fmla="*/ 44635 h 52734"/>
                    <a:gd name="connsiteX21" fmla="*/ 11219 w 41895"/>
                    <a:gd name="connsiteY21" fmla="*/ 42689 h 52734"/>
                    <a:gd name="connsiteX22" fmla="*/ 8696 w 41895"/>
                    <a:gd name="connsiteY22" fmla="*/ 38128 h 52734"/>
                    <a:gd name="connsiteX23" fmla="*/ 9745 w 41895"/>
                    <a:gd name="connsiteY23" fmla="*/ 35134 h 52734"/>
                    <a:gd name="connsiteX24" fmla="*/ 13028 w 41895"/>
                    <a:gd name="connsiteY24" fmla="*/ 32853 h 52734"/>
                    <a:gd name="connsiteX25" fmla="*/ 20584 w 41895"/>
                    <a:gd name="connsiteY25" fmla="*/ 30679 h 52734"/>
                    <a:gd name="connsiteX26" fmla="*/ 33232 w 41895"/>
                    <a:gd name="connsiteY26" fmla="*/ 26697 h 52734"/>
                    <a:gd name="connsiteX27" fmla="*/ 38856 w 41895"/>
                    <a:gd name="connsiteY27" fmla="*/ 22212 h 52734"/>
                    <a:gd name="connsiteX28" fmla="*/ 40908 w 41895"/>
                    <a:gd name="connsiteY28" fmla="*/ 14900 h 52734"/>
                    <a:gd name="connsiteX29" fmla="*/ 38415 w 41895"/>
                    <a:gd name="connsiteY29" fmla="*/ 6843 h 52734"/>
                    <a:gd name="connsiteX30" fmla="*/ 31210 w 41895"/>
                    <a:gd name="connsiteY30" fmla="*/ 1006 h 52734"/>
                    <a:gd name="connsiteX31" fmla="*/ 20584 w 41895"/>
                    <a:gd name="connsiteY31" fmla="*/ -1062 h 52734"/>
                    <a:gd name="connsiteX32" fmla="*/ 5595 w 41895"/>
                    <a:gd name="connsiteY32" fmla="*/ 3027 h 52734"/>
                    <a:gd name="connsiteX33" fmla="*/ -987 w 41895"/>
                    <a:gd name="connsiteY33" fmla="*/ 15143 h 527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41895" h="52734">
                      <a:moveTo>
                        <a:pt x="-987" y="15143"/>
                      </a:moveTo>
                      <a:lnTo>
                        <a:pt x="7465" y="16466"/>
                      </a:lnTo>
                      <a:cubicBezTo>
                        <a:pt x="7941" y="13081"/>
                        <a:pt x="9264" y="10486"/>
                        <a:pt x="11432" y="8683"/>
                      </a:cubicBezTo>
                      <a:cubicBezTo>
                        <a:pt x="13601" y="6879"/>
                        <a:pt x="16636" y="5977"/>
                        <a:pt x="20538" y="5977"/>
                      </a:cubicBezTo>
                      <a:cubicBezTo>
                        <a:pt x="24460" y="5977"/>
                        <a:pt x="27369" y="6772"/>
                        <a:pt x="29264" y="8363"/>
                      </a:cubicBezTo>
                      <a:cubicBezTo>
                        <a:pt x="31169" y="9965"/>
                        <a:pt x="32122" y="11844"/>
                        <a:pt x="32122" y="14003"/>
                      </a:cubicBezTo>
                      <a:cubicBezTo>
                        <a:pt x="32122" y="15929"/>
                        <a:pt x="31281" y="17449"/>
                        <a:pt x="29598" y="18564"/>
                      </a:cubicBezTo>
                      <a:cubicBezTo>
                        <a:pt x="28433" y="19324"/>
                        <a:pt x="25519" y="20286"/>
                        <a:pt x="20857" y="21452"/>
                      </a:cubicBezTo>
                      <a:cubicBezTo>
                        <a:pt x="14594" y="23043"/>
                        <a:pt x="10252" y="24416"/>
                        <a:pt x="7830" y="25572"/>
                      </a:cubicBezTo>
                      <a:cubicBezTo>
                        <a:pt x="5407" y="26727"/>
                        <a:pt x="3568" y="28323"/>
                        <a:pt x="2311" y="30360"/>
                      </a:cubicBezTo>
                      <a:cubicBezTo>
                        <a:pt x="1065" y="32407"/>
                        <a:pt x="441" y="34667"/>
                        <a:pt x="441" y="37140"/>
                      </a:cubicBezTo>
                      <a:cubicBezTo>
                        <a:pt x="441" y="39380"/>
                        <a:pt x="953" y="41457"/>
                        <a:pt x="1977" y="43373"/>
                      </a:cubicBezTo>
                      <a:cubicBezTo>
                        <a:pt x="3011" y="45298"/>
                        <a:pt x="4414" y="46895"/>
                        <a:pt x="6188" y="48161"/>
                      </a:cubicBezTo>
                      <a:cubicBezTo>
                        <a:pt x="7515" y="49134"/>
                        <a:pt x="9324" y="49960"/>
                        <a:pt x="11615" y="50639"/>
                      </a:cubicBezTo>
                      <a:cubicBezTo>
                        <a:pt x="13915" y="51328"/>
                        <a:pt x="16383" y="51673"/>
                        <a:pt x="19018" y="51673"/>
                      </a:cubicBezTo>
                      <a:cubicBezTo>
                        <a:pt x="22970" y="51673"/>
                        <a:pt x="26441" y="51100"/>
                        <a:pt x="29431" y="49955"/>
                      </a:cubicBezTo>
                      <a:cubicBezTo>
                        <a:pt x="32431" y="48820"/>
                        <a:pt x="34640" y="47275"/>
                        <a:pt x="36059" y="45319"/>
                      </a:cubicBezTo>
                      <a:cubicBezTo>
                        <a:pt x="37488" y="43373"/>
                        <a:pt x="38471" y="40773"/>
                        <a:pt x="39008" y="37520"/>
                      </a:cubicBezTo>
                      <a:lnTo>
                        <a:pt x="30647" y="36380"/>
                      </a:lnTo>
                      <a:cubicBezTo>
                        <a:pt x="30272" y="38975"/>
                        <a:pt x="29173" y="40996"/>
                        <a:pt x="27349" y="42446"/>
                      </a:cubicBezTo>
                      <a:cubicBezTo>
                        <a:pt x="25524" y="43905"/>
                        <a:pt x="22950" y="44635"/>
                        <a:pt x="19626" y="44635"/>
                      </a:cubicBezTo>
                      <a:cubicBezTo>
                        <a:pt x="15704" y="44635"/>
                        <a:pt x="12902" y="43986"/>
                        <a:pt x="11219" y="42689"/>
                      </a:cubicBezTo>
                      <a:cubicBezTo>
                        <a:pt x="9537" y="41392"/>
                        <a:pt x="8696" y="39871"/>
                        <a:pt x="8696" y="38128"/>
                      </a:cubicBezTo>
                      <a:cubicBezTo>
                        <a:pt x="8696" y="37024"/>
                        <a:pt x="9046" y="36025"/>
                        <a:pt x="9745" y="35134"/>
                      </a:cubicBezTo>
                      <a:cubicBezTo>
                        <a:pt x="10444" y="34221"/>
                        <a:pt x="11539" y="33461"/>
                        <a:pt x="13028" y="32853"/>
                      </a:cubicBezTo>
                      <a:cubicBezTo>
                        <a:pt x="13880" y="32539"/>
                        <a:pt x="16398" y="31815"/>
                        <a:pt x="20584" y="30679"/>
                      </a:cubicBezTo>
                      <a:cubicBezTo>
                        <a:pt x="26634" y="29058"/>
                        <a:pt x="30850" y="27730"/>
                        <a:pt x="33232" y="26697"/>
                      </a:cubicBezTo>
                      <a:cubicBezTo>
                        <a:pt x="35623" y="25673"/>
                        <a:pt x="37498" y="24178"/>
                        <a:pt x="38856" y="22212"/>
                      </a:cubicBezTo>
                      <a:cubicBezTo>
                        <a:pt x="40224" y="20256"/>
                        <a:pt x="40908" y="17819"/>
                        <a:pt x="40908" y="14900"/>
                      </a:cubicBezTo>
                      <a:cubicBezTo>
                        <a:pt x="40908" y="12052"/>
                        <a:pt x="40077" y="9367"/>
                        <a:pt x="38415" y="6843"/>
                      </a:cubicBezTo>
                      <a:cubicBezTo>
                        <a:pt x="36753" y="4330"/>
                        <a:pt x="34352" y="2384"/>
                        <a:pt x="31210" y="1006"/>
                      </a:cubicBezTo>
                      <a:cubicBezTo>
                        <a:pt x="28078" y="-373"/>
                        <a:pt x="24536" y="-1062"/>
                        <a:pt x="20584" y="-1062"/>
                      </a:cubicBezTo>
                      <a:cubicBezTo>
                        <a:pt x="14027" y="-1062"/>
                        <a:pt x="9030" y="301"/>
                        <a:pt x="5595" y="3027"/>
                      </a:cubicBezTo>
                      <a:cubicBezTo>
                        <a:pt x="2159" y="5754"/>
                        <a:pt x="-35" y="9792"/>
                        <a:pt x="-987" y="15143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1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1" name="Freeform: Shape 140">
                  <a:extLst>
                    <a:ext uri="{FF2B5EF4-FFF2-40B4-BE49-F238E27FC236}">
                      <a16:creationId xmlns:a16="http://schemas.microsoft.com/office/drawing/2014/main" id="{972D0AFD-14A8-7AF0-BEBB-76CD6C084773}"/>
                    </a:ext>
                  </a:extLst>
                </p:cNvPr>
                <p:cNvSpPr/>
                <p:nvPr/>
              </p:nvSpPr>
              <p:spPr>
                <a:xfrm flipV="1">
                  <a:off x="6897334" y="6438534"/>
                  <a:ext cx="8844" cy="88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44" h="8844"/>
                  </a:pathLst>
                </a:custGeom>
                <a:solidFill>
                  <a:srgbClr val="262626"/>
                </a:solidFill>
                <a:ln w="1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2" name="Freeform: Shape 141">
                  <a:extLst>
                    <a:ext uri="{FF2B5EF4-FFF2-40B4-BE49-F238E27FC236}">
                      <a16:creationId xmlns:a16="http://schemas.microsoft.com/office/drawing/2014/main" id="{5196C50C-8AAE-95AF-5337-389D01BAF1B1}"/>
                    </a:ext>
                  </a:extLst>
                </p:cNvPr>
                <p:cNvSpPr/>
                <p:nvPr/>
              </p:nvSpPr>
              <p:spPr>
                <a:xfrm flipV="1">
                  <a:off x="6934960" y="6368606"/>
                  <a:ext cx="25645" cy="69927"/>
                </a:xfrm>
                <a:custGeom>
                  <a:avLst/>
                  <a:gdLst>
                    <a:gd name="connsiteX0" fmla="*/ 24701 w 25645"/>
                    <a:gd name="connsiteY0" fmla="*/ -1703 h 69927"/>
                    <a:gd name="connsiteX1" fmla="*/ 16157 w 25645"/>
                    <a:gd name="connsiteY1" fmla="*/ -1703 h 69927"/>
                    <a:gd name="connsiteX2" fmla="*/ 16157 w 25645"/>
                    <a:gd name="connsiteY2" fmla="*/ 52780 h 69927"/>
                    <a:gd name="connsiteX3" fmla="*/ 8055 w 25645"/>
                    <a:gd name="connsiteY3" fmla="*/ 46897 h 69927"/>
                    <a:gd name="connsiteX4" fmla="*/ -945 w 25645"/>
                    <a:gd name="connsiteY4" fmla="*/ 42473 h 69927"/>
                    <a:gd name="connsiteX5" fmla="*/ -945 w 25645"/>
                    <a:gd name="connsiteY5" fmla="*/ 50743 h 69927"/>
                    <a:gd name="connsiteX6" fmla="*/ 11597 w 25645"/>
                    <a:gd name="connsiteY6" fmla="*/ 58906 h 69927"/>
                    <a:gd name="connsiteX7" fmla="*/ 19198 w 25645"/>
                    <a:gd name="connsiteY7" fmla="*/ 68225 h 69927"/>
                    <a:gd name="connsiteX8" fmla="*/ 24701 w 25645"/>
                    <a:gd name="connsiteY8" fmla="*/ 68225 h 69927"/>
                    <a:gd name="connsiteX9" fmla="*/ 24701 w 25645"/>
                    <a:gd name="connsiteY9" fmla="*/ -1703 h 69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5645" h="69927">
                      <a:moveTo>
                        <a:pt x="24701" y="-1703"/>
                      </a:moveTo>
                      <a:lnTo>
                        <a:pt x="16157" y="-1703"/>
                      </a:lnTo>
                      <a:lnTo>
                        <a:pt x="16157" y="52780"/>
                      </a:lnTo>
                      <a:cubicBezTo>
                        <a:pt x="14100" y="50824"/>
                        <a:pt x="11399" y="48863"/>
                        <a:pt x="8055" y="46897"/>
                      </a:cubicBezTo>
                      <a:cubicBezTo>
                        <a:pt x="4711" y="44931"/>
                        <a:pt x="1711" y="43456"/>
                        <a:pt x="-945" y="42473"/>
                      </a:cubicBezTo>
                      <a:lnTo>
                        <a:pt x="-945" y="50743"/>
                      </a:lnTo>
                      <a:cubicBezTo>
                        <a:pt x="3839" y="52992"/>
                        <a:pt x="8020" y="55714"/>
                        <a:pt x="11597" y="58906"/>
                      </a:cubicBezTo>
                      <a:cubicBezTo>
                        <a:pt x="15174" y="62108"/>
                        <a:pt x="17708" y="65215"/>
                        <a:pt x="19198" y="68225"/>
                      </a:cubicBezTo>
                      <a:lnTo>
                        <a:pt x="24701" y="68225"/>
                      </a:lnTo>
                      <a:lnTo>
                        <a:pt x="24701" y="-1703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1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8" name="Graphic 988">
                <a:extLst>
                  <a:ext uri="{FF2B5EF4-FFF2-40B4-BE49-F238E27FC236}">
                    <a16:creationId xmlns:a16="http://schemas.microsoft.com/office/drawing/2014/main" id="{7344775E-96D3-531A-36DB-6B24FC0AB2D6}"/>
                  </a:ext>
                </a:extLst>
              </p:cNvPr>
              <p:cNvGrpSpPr/>
              <p:nvPr/>
            </p:nvGrpSpPr>
            <p:grpSpPr>
              <a:xfrm>
                <a:off x="7131698" y="6367709"/>
                <a:ext cx="314436" cy="79669"/>
                <a:chOff x="7131698" y="6367709"/>
                <a:chExt cx="314436" cy="79669"/>
              </a:xfrm>
              <a:solidFill>
                <a:srgbClr val="262626"/>
              </a:solidFill>
            </p:grpSpPr>
            <p:sp>
              <p:nvSpPr>
                <p:cNvPr id="129" name="Freeform: Shape 128">
                  <a:extLst>
                    <a:ext uri="{FF2B5EF4-FFF2-40B4-BE49-F238E27FC236}">
                      <a16:creationId xmlns:a16="http://schemas.microsoft.com/office/drawing/2014/main" id="{37A8CFF4-9B7E-6F51-8316-0D1356C6C7C0}"/>
                    </a:ext>
                  </a:extLst>
                </p:cNvPr>
                <p:cNvSpPr/>
                <p:nvPr/>
              </p:nvSpPr>
              <p:spPr>
                <a:xfrm flipV="1">
                  <a:off x="7131698" y="6367709"/>
                  <a:ext cx="61567" cy="72010"/>
                </a:xfrm>
                <a:custGeom>
                  <a:avLst/>
                  <a:gdLst>
                    <a:gd name="connsiteX0" fmla="*/ 50631 w 61567"/>
                    <a:gd name="connsiteY0" fmla="*/ 23906 h 72010"/>
                    <a:gd name="connsiteX1" fmla="*/ 59843 w 61567"/>
                    <a:gd name="connsiteY1" fmla="*/ 21580 h 72010"/>
                    <a:gd name="connsiteX2" fmla="*/ 49415 w 61567"/>
                    <a:gd name="connsiteY2" fmla="*/ 4265 h 72010"/>
                    <a:gd name="connsiteX3" fmla="*/ 31006 w 61567"/>
                    <a:gd name="connsiteY3" fmla="*/ -1694 h 72010"/>
                    <a:gd name="connsiteX4" fmla="*/ 12688 w 61567"/>
                    <a:gd name="connsiteY4" fmla="*/ 2882 h 72010"/>
                    <a:gd name="connsiteX5" fmla="*/ 1955 w 61567"/>
                    <a:gd name="connsiteY5" fmla="*/ 16168 h 72010"/>
                    <a:gd name="connsiteX6" fmla="*/ -1724 w 61567"/>
                    <a:gd name="connsiteY6" fmla="*/ 34836 h 72010"/>
                    <a:gd name="connsiteX7" fmla="*/ 2426 w 61567"/>
                    <a:gd name="connsiteY7" fmla="*/ 53808 h 72010"/>
                    <a:gd name="connsiteX8" fmla="*/ 14253 w 61567"/>
                    <a:gd name="connsiteY8" fmla="*/ 66106 h 72010"/>
                    <a:gd name="connsiteX9" fmla="*/ 31142 w 61567"/>
                    <a:gd name="connsiteY9" fmla="*/ 70317 h 72010"/>
                    <a:gd name="connsiteX10" fmla="*/ 48716 w 61567"/>
                    <a:gd name="connsiteY10" fmla="*/ 64996 h 72010"/>
                    <a:gd name="connsiteX11" fmla="*/ 58658 w 61567"/>
                    <a:gd name="connsiteY11" fmla="*/ 50038 h 72010"/>
                    <a:gd name="connsiteX12" fmla="*/ 49582 w 61567"/>
                    <a:gd name="connsiteY12" fmla="*/ 47894 h 72010"/>
                    <a:gd name="connsiteX13" fmla="*/ 42544 w 61567"/>
                    <a:gd name="connsiteY13" fmla="*/ 58961 h 72010"/>
                    <a:gd name="connsiteX14" fmla="*/ 30960 w 61567"/>
                    <a:gd name="connsiteY14" fmla="*/ 62442 h 72010"/>
                    <a:gd name="connsiteX15" fmla="*/ 17537 w 61567"/>
                    <a:gd name="connsiteY15" fmla="*/ 58581 h 72010"/>
                    <a:gd name="connsiteX16" fmla="*/ 9951 w 61567"/>
                    <a:gd name="connsiteY16" fmla="*/ 48244 h 72010"/>
                    <a:gd name="connsiteX17" fmla="*/ 7777 w 61567"/>
                    <a:gd name="connsiteY17" fmla="*/ 34881 h 72010"/>
                    <a:gd name="connsiteX18" fmla="*/ 10362 w 61567"/>
                    <a:gd name="connsiteY18" fmla="*/ 19376 h 72010"/>
                    <a:gd name="connsiteX19" fmla="*/ 18403 w 61567"/>
                    <a:gd name="connsiteY19" fmla="*/ 9464 h 72010"/>
                    <a:gd name="connsiteX20" fmla="*/ 30246 w 61567"/>
                    <a:gd name="connsiteY20" fmla="*/ 6196 h 72010"/>
                    <a:gd name="connsiteX21" fmla="*/ 43349 w 61567"/>
                    <a:gd name="connsiteY21" fmla="*/ 10650 h 72010"/>
                    <a:gd name="connsiteX22" fmla="*/ 50631 w 61567"/>
                    <a:gd name="connsiteY22" fmla="*/ 23906 h 72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61567" h="72010">
                      <a:moveTo>
                        <a:pt x="50631" y="23906"/>
                      </a:moveTo>
                      <a:lnTo>
                        <a:pt x="59843" y="21580"/>
                      </a:lnTo>
                      <a:cubicBezTo>
                        <a:pt x="57908" y="14010"/>
                        <a:pt x="54431" y="8238"/>
                        <a:pt x="49415" y="4265"/>
                      </a:cubicBezTo>
                      <a:cubicBezTo>
                        <a:pt x="44398" y="292"/>
                        <a:pt x="38262" y="-1694"/>
                        <a:pt x="31006" y="-1694"/>
                      </a:cubicBezTo>
                      <a:cubicBezTo>
                        <a:pt x="23496" y="-1694"/>
                        <a:pt x="17390" y="-169"/>
                        <a:pt x="12688" y="2882"/>
                      </a:cubicBezTo>
                      <a:cubicBezTo>
                        <a:pt x="7985" y="5942"/>
                        <a:pt x="4408" y="10371"/>
                        <a:pt x="1955" y="16168"/>
                      </a:cubicBezTo>
                      <a:cubicBezTo>
                        <a:pt x="-497" y="21965"/>
                        <a:pt x="-1724" y="28188"/>
                        <a:pt x="-1724" y="34836"/>
                      </a:cubicBezTo>
                      <a:cubicBezTo>
                        <a:pt x="-1724" y="42092"/>
                        <a:pt x="-340" y="48416"/>
                        <a:pt x="2426" y="53808"/>
                      </a:cubicBezTo>
                      <a:cubicBezTo>
                        <a:pt x="5203" y="59209"/>
                        <a:pt x="9146" y="63309"/>
                        <a:pt x="14253" y="66106"/>
                      </a:cubicBezTo>
                      <a:cubicBezTo>
                        <a:pt x="19371" y="68913"/>
                        <a:pt x="25001" y="70317"/>
                        <a:pt x="31142" y="70317"/>
                      </a:cubicBezTo>
                      <a:cubicBezTo>
                        <a:pt x="38115" y="70317"/>
                        <a:pt x="43973" y="68543"/>
                        <a:pt x="48716" y="64996"/>
                      </a:cubicBezTo>
                      <a:cubicBezTo>
                        <a:pt x="53469" y="61449"/>
                        <a:pt x="56783" y="56463"/>
                        <a:pt x="58658" y="50038"/>
                      </a:cubicBezTo>
                      <a:lnTo>
                        <a:pt x="49582" y="47894"/>
                      </a:lnTo>
                      <a:cubicBezTo>
                        <a:pt x="47961" y="52961"/>
                        <a:pt x="45614" y="56650"/>
                        <a:pt x="42544" y="58961"/>
                      </a:cubicBezTo>
                      <a:cubicBezTo>
                        <a:pt x="39473" y="61282"/>
                        <a:pt x="35612" y="62442"/>
                        <a:pt x="30960" y="62442"/>
                      </a:cubicBezTo>
                      <a:cubicBezTo>
                        <a:pt x="25609" y="62442"/>
                        <a:pt x="21135" y="61155"/>
                        <a:pt x="17537" y="58581"/>
                      </a:cubicBezTo>
                      <a:cubicBezTo>
                        <a:pt x="13939" y="56017"/>
                        <a:pt x="11411" y="52571"/>
                        <a:pt x="9951" y="48244"/>
                      </a:cubicBezTo>
                      <a:cubicBezTo>
                        <a:pt x="8502" y="43927"/>
                        <a:pt x="7777" y="39472"/>
                        <a:pt x="7777" y="34881"/>
                      </a:cubicBezTo>
                      <a:cubicBezTo>
                        <a:pt x="7777" y="28963"/>
                        <a:pt x="8639" y="23794"/>
                        <a:pt x="10362" y="19376"/>
                      </a:cubicBezTo>
                      <a:cubicBezTo>
                        <a:pt x="12084" y="14957"/>
                        <a:pt x="14765" y="11653"/>
                        <a:pt x="18403" y="9464"/>
                      </a:cubicBezTo>
                      <a:cubicBezTo>
                        <a:pt x="22052" y="7285"/>
                        <a:pt x="25999" y="6196"/>
                        <a:pt x="30246" y="6196"/>
                      </a:cubicBezTo>
                      <a:cubicBezTo>
                        <a:pt x="35404" y="6196"/>
                        <a:pt x="39772" y="7681"/>
                        <a:pt x="43349" y="10650"/>
                      </a:cubicBezTo>
                      <a:cubicBezTo>
                        <a:pt x="46937" y="13629"/>
                        <a:pt x="49364" y="18048"/>
                        <a:pt x="50631" y="2390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1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0" name="Freeform: Shape 129">
                  <a:extLst>
                    <a:ext uri="{FF2B5EF4-FFF2-40B4-BE49-F238E27FC236}">
                      <a16:creationId xmlns:a16="http://schemas.microsoft.com/office/drawing/2014/main" id="{96722556-D6F2-4171-EC5A-6348DF5F9A74}"/>
                    </a:ext>
                  </a:extLst>
                </p:cNvPr>
                <p:cNvSpPr/>
                <p:nvPr/>
              </p:nvSpPr>
              <p:spPr>
                <a:xfrm flipV="1">
                  <a:off x="7203327" y="6368894"/>
                  <a:ext cx="8558" cy="69639"/>
                </a:xfrm>
                <a:custGeom>
                  <a:avLst/>
                  <a:gdLst>
                    <a:gd name="connsiteX0" fmla="*/ -65 w 8558"/>
                    <a:gd name="connsiteY0" fmla="*/ -1694 h 69639"/>
                    <a:gd name="connsiteX1" fmla="*/ -65 w 8558"/>
                    <a:gd name="connsiteY1" fmla="*/ 67945 h 69639"/>
                    <a:gd name="connsiteX2" fmla="*/ 8493 w 8558"/>
                    <a:gd name="connsiteY2" fmla="*/ 67945 h 69639"/>
                    <a:gd name="connsiteX3" fmla="*/ 8493 w 8558"/>
                    <a:gd name="connsiteY3" fmla="*/ -1694 h 69639"/>
                    <a:gd name="connsiteX4" fmla="*/ -65 w 8558"/>
                    <a:gd name="connsiteY4" fmla="*/ -1694 h 696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58" h="69639">
                      <a:moveTo>
                        <a:pt x="-65" y="-1694"/>
                      </a:moveTo>
                      <a:lnTo>
                        <a:pt x="-65" y="67945"/>
                      </a:lnTo>
                      <a:lnTo>
                        <a:pt x="8493" y="67945"/>
                      </a:lnTo>
                      <a:lnTo>
                        <a:pt x="8493" y="-1694"/>
                      </a:lnTo>
                      <a:lnTo>
                        <a:pt x="-65" y="-1694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1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1" name="Freeform: Shape 130">
                  <a:extLst>
                    <a:ext uri="{FF2B5EF4-FFF2-40B4-BE49-F238E27FC236}">
                      <a16:creationId xmlns:a16="http://schemas.microsoft.com/office/drawing/2014/main" id="{F9ABFFDC-A1C5-6C36-E188-1216EF04ECA6}"/>
                    </a:ext>
                  </a:extLst>
                </p:cNvPr>
                <p:cNvSpPr/>
                <p:nvPr/>
              </p:nvSpPr>
              <p:spPr>
                <a:xfrm flipV="1">
                  <a:off x="7222236" y="6386939"/>
                  <a:ext cx="46471" cy="52734"/>
                </a:xfrm>
                <a:custGeom>
                  <a:avLst/>
                  <a:gdLst>
                    <a:gd name="connsiteX0" fmla="*/ 34701 w 46471"/>
                    <a:gd name="connsiteY0" fmla="*/ 6296 h 52734"/>
                    <a:gd name="connsiteX1" fmla="*/ 25549 w 46471"/>
                    <a:gd name="connsiteY1" fmla="*/ 595 h 52734"/>
                    <a:gd name="connsiteX2" fmla="*/ 16124 w 46471"/>
                    <a:gd name="connsiteY2" fmla="*/ -1062 h 52734"/>
                    <a:gd name="connsiteX3" fmla="*/ 3339 w 46471"/>
                    <a:gd name="connsiteY3" fmla="*/ 2997 h 52734"/>
                    <a:gd name="connsiteX4" fmla="*/ -1130 w 46471"/>
                    <a:gd name="connsiteY4" fmla="*/ 13380 h 52734"/>
                    <a:gd name="connsiteX5" fmla="*/ 558 w 46471"/>
                    <a:gd name="connsiteY5" fmla="*/ 20145 h 52734"/>
                    <a:gd name="connsiteX6" fmla="*/ 4981 w 46471"/>
                    <a:gd name="connsiteY6" fmla="*/ 25070 h 52734"/>
                    <a:gd name="connsiteX7" fmla="*/ 11138 w 46471"/>
                    <a:gd name="connsiteY7" fmla="*/ 27867 h 52734"/>
                    <a:gd name="connsiteX8" fmla="*/ 18739 w 46471"/>
                    <a:gd name="connsiteY8" fmla="*/ 29159 h 52734"/>
                    <a:gd name="connsiteX9" fmla="*/ 33986 w 46471"/>
                    <a:gd name="connsiteY9" fmla="*/ 32093 h 52734"/>
                    <a:gd name="connsiteX10" fmla="*/ 34032 w 46471"/>
                    <a:gd name="connsiteY10" fmla="*/ 34328 h 52734"/>
                    <a:gd name="connsiteX11" fmla="*/ 31599 w 46471"/>
                    <a:gd name="connsiteY11" fmla="*/ 41701 h 52734"/>
                    <a:gd name="connsiteX12" fmla="*/ 21870 w 46471"/>
                    <a:gd name="connsiteY12" fmla="*/ 44589 h 52734"/>
                    <a:gd name="connsiteX13" fmla="*/ 12962 w 46471"/>
                    <a:gd name="connsiteY13" fmla="*/ 42476 h 52734"/>
                    <a:gd name="connsiteX14" fmla="*/ 8706 w 46471"/>
                    <a:gd name="connsiteY14" fmla="*/ 34997 h 52734"/>
                    <a:gd name="connsiteX15" fmla="*/ 345 w 46471"/>
                    <a:gd name="connsiteY15" fmla="*/ 36137 h 52734"/>
                    <a:gd name="connsiteX16" fmla="*/ 4100 w 46471"/>
                    <a:gd name="connsiteY16" fmla="*/ 44802 h 52734"/>
                    <a:gd name="connsiteX17" fmla="*/ 11655 w 46471"/>
                    <a:gd name="connsiteY17" fmla="*/ 49879 h 52734"/>
                    <a:gd name="connsiteX18" fmla="*/ 23102 w 46471"/>
                    <a:gd name="connsiteY18" fmla="*/ 51673 h 52734"/>
                    <a:gd name="connsiteX19" fmla="*/ 33591 w 46471"/>
                    <a:gd name="connsiteY19" fmla="*/ 50153 h 52734"/>
                    <a:gd name="connsiteX20" fmla="*/ 39535 w 46471"/>
                    <a:gd name="connsiteY20" fmla="*/ 46322 h 52734"/>
                    <a:gd name="connsiteX21" fmla="*/ 42195 w 46471"/>
                    <a:gd name="connsiteY21" fmla="*/ 40500 h 52734"/>
                    <a:gd name="connsiteX22" fmla="*/ 42621 w 46471"/>
                    <a:gd name="connsiteY22" fmla="*/ 32625 h 52734"/>
                    <a:gd name="connsiteX23" fmla="*/ 42621 w 46471"/>
                    <a:gd name="connsiteY23" fmla="*/ 21224 h 52734"/>
                    <a:gd name="connsiteX24" fmla="*/ 43168 w 46471"/>
                    <a:gd name="connsiteY24" fmla="*/ 6129 h 52734"/>
                    <a:gd name="connsiteX25" fmla="*/ 45342 w 46471"/>
                    <a:gd name="connsiteY25" fmla="*/ 78 h 52734"/>
                    <a:gd name="connsiteX26" fmla="*/ 36403 w 46471"/>
                    <a:gd name="connsiteY26" fmla="*/ 78 h 52734"/>
                    <a:gd name="connsiteX27" fmla="*/ 34701 w 46471"/>
                    <a:gd name="connsiteY27" fmla="*/ 6296 h 52734"/>
                    <a:gd name="connsiteX28" fmla="*/ 33986 w 46471"/>
                    <a:gd name="connsiteY28" fmla="*/ 25404 h 52734"/>
                    <a:gd name="connsiteX29" fmla="*/ 20016 w 46471"/>
                    <a:gd name="connsiteY29" fmla="*/ 22166 h 52734"/>
                    <a:gd name="connsiteX30" fmla="*/ 12552 w 46471"/>
                    <a:gd name="connsiteY30" fmla="*/ 20449 h 52734"/>
                    <a:gd name="connsiteX31" fmla="*/ 9177 w 46471"/>
                    <a:gd name="connsiteY31" fmla="*/ 17682 h 52734"/>
                    <a:gd name="connsiteX32" fmla="*/ 7991 w 46471"/>
                    <a:gd name="connsiteY32" fmla="*/ 13623 h 52734"/>
                    <a:gd name="connsiteX33" fmla="*/ 10575 w 46471"/>
                    <a:gd name="connsiteY33" fmla="*/ 7922 h 52734"/>
                    <a:gd name="connsiteX34" fmla="*/ 18161 w 46471"/>
                    <a:gd name="connsiteY34" fmla="*/ 5642 h 52734"/>
                    <a:gd name="connsiteX35" fmla="*/ 26948 w 46471"/>
                    <a:gd name="connsiteY35" fmla="*/ 7801 h 52734"/>
                    <a:gd name="connsiteX36" fmla="*/ 32603 w 46471"/>
                    <a:gd name="connsiteY36" fmla="*/ 13714 h 52734"/>
                    <a:gd name="connsiteX37" fmla="*/ 33986 w 46471"/>
                    <a:gd name="connsiteY37" fmla="*/ 22258 h 52734"/>
                    <a:gd name="connsiteX38" fmla="*/ 33986 w 46471"/>
                    <a:gd name="connsiteY38" fmla="*/ 25404 h 527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</a:cxnLst>
                  <a:rect l="l" t="t" r="r" b="b"/>
                  <a:pathLst>
                    <a:path w="46471" h="52734">
                      <a:moveTo>
                        <a:pt x="34701" y="6296"/>
                      </a:moveTo>
                      <a:cubicBezTo>
                        <a:pt x="31528" y="3610"/>
                        <a:pt x="28478" y="1710"/>
                        <a:pt x="25549" y="595"/>
                      </a:cubicBezTo>
                      <a:cubicBezTo>
                        <a:pt x="22620" y="-509"/>
                        <a:pt x="19479" y="-1062"/>
                        <a:pt x="16124" y="-1062"/>
                      </a:cubicBezTo>
                      <a:cubicBezTo>
                        <a:pt x="10581" y="-1062"/>
                        <a:pt x="6319" y="291"/>
                        <a:pt x="3339" y="2997"/>
                      </a:cubicBezTo>
                      <a:cubicBezTo>
                        <a:pt x="360" y="5703"/>
                        <a:pt x="-1130" y="9164"/>
                        <a:pt x="-1130" y="13380"/>
                      </a:cubicBezTo>
                      <a:cubicBezTo>
                        <a:pt x="-1130" y="15853"/>
                        <a:pt x="-567" y="18108"/>
                        <a:pt x="558" y="20145"/>
                      </a:cubicBezTo>
                      <a:cubicBezTo>
                        <a:pt x="1682" y="22192"/>
                        <a:pt x="3157" y="23834"/>
                        <a:pt x="4981" y="25070"/>
                      </a:cubicBezTo>
                      <a:cubicBezTo>
                        <a:pt x="6805" y="26306"/>
                        <a:pt x="8858" y="27239"/>
                        <a:pt x="11138" y="27867"/>
                      </a:cubicBezTo>
                      <a:cubicBezTo>
                        <a:pt x="12810" y="28313"/>
                        <a:pt x="15344" y="28744"/>
                        <a:pt x="18739" y="29159"/>
                      </a:cubicBezTo>
                      <a:cubicBezTo>
                        <a:pt x="25640" y="29980"/>
                        <a:pt x="30723" y="30958"/>
                        <a:pt x="33986" y="32093"/>
                      </a:cubicBezTo>
                      <a:cubicBezTo>
                        <a:pt x="34017" y="33269"/>
                        <a:pt x="34032" y="34014"/>
                        <a:pt x="34032" y="34328"/>
                      </a:cubicBezTo>
                      <a:cubicBezTo>
                        <a:pt x="34032" y="37814"/>
                        <a:pt x="33221" y="40272"/>
                        <a:pt x="31599" y="41701"/>
                      </a:cubicBezTo>
                      <a:cubicBezTo>
                        <a:pt x="29421" y="43626"/>
                        <a:pt x="26177" y="44589"/>
                        <a:pt x="21870" y="44589"/>
                      </a:cubicBezTo>
                      <a:cubicBezTo>
                        <a:pt x="17847" y="44589"/>
                        <a:pt x="14878" y="43885"/>
                        <a:pt x="12962" y="42476"/>
                      </a:cubicBezTo>
                      <a:cubicBezTo>
                        <a:pt x="11047" y="41067"/>
                        <a:pt x="9628" y="38574"/>
                        <a:pt x="8706" y="34997"/>
                      </a:cubicBezTo>
                      <a:lnTo>
                        <a:pt x="345" y="36137"/>
                      </a:lnTo>
                      <a:cubicBezTo>
                        <a:pt x="1105" y="39714"/>
                        <a:pt x="2356" y="42603"/>
                        <a:pt x="4100" y="44802"/>
                      </a:cubicBezTo>
                      <a:cubicBezTo>
                        <a:pt x="5843" y="47001"/>
                        <a:pt x="8361" y="48693"/>
                        <a:pt x="11655" y="49879"/>
                      </a:cubicBezTo>
                      <a:cubicBezTo>
                        <a:pt x="14949" y="51075"/>
                        <a:pt x="18764" y="51673"/>
                        <a:pt x="23102" y="51673"/>
                      </a:cubicBezTo>
                      <a:cubicBezTo>
                        <a:pt x="27409" y="51673"/>
                        <a:pt x="30905" y="51166"/>
                        <a:pt x="33591" y="50153"/>
                      </a:cubicBezTo>
                      <a:cubicBezTo>
                        <a:pt x="36287" y="49139"/>
                        <a:pt x="38268" y="47862"/>
                        <a:pt x="39535" y="46322"/>
                      </a:cubicBezTo>
                      <a:cubicBezTo>
                        <a:pt x="40802" y="44792"/>
                        <a:pt x="41688" y="42851"/>
                        <a:pt x="42195" y="40500"/>
                      </a:cubicBezTo>
                      <a:cubicBezTo>
                        <a:pt x="42479" y="39051"/>
                        <a:pt x="42621" y="36426"/>
                        <a:pt x="42621" y="32625"/>
                      </a:cubicBezTo>
                      <a:lnTo>
                        <a:pt x="42621" y="21224"/>
                      </a:lnTo>
                      <a:cubicBezTo>
                        <a:pt x="42621" y="13268"/>
                        <a:pt x="42803" y="8237"/>
                        <a:pt x="43168" y="6129"/>
                      </a:cubicBezTo>
                      <a:cubicBezTo>
                        <a:pt x="43533" y="4031"/>
                        <a:pt x="44258" y="2014"/>
                        <a:pt x="45342" y="78"/>
                      </a:cubicBezTo>
                      <a:lnTo>
                        <a:pt x="36403" y="78"/>
                      </a:lnTo>
                      <a:cubicBezTo>
                        <a:pt x="35522" y="1852"/>
                        <a:pt x="34954" y="3924"/>
                        <a:pt x="34701" y="6296"/>
                      </a:cubicBezTo>
                      <a:close/>
                      <a:moveTo>
                        <a:pt x="33986" y="25404"/>
                      </a:moveTo>
                      <a:cubicBezTo>
                        <a:pt x="30875" y="24138"/>
                        <a:pt x="26218" y="23058"/>
                        <a:pt x="20016" y="22166"/>
                      </a:cubicBezTo>
                      <a:cubicBezTo>
                        <a:pt x="16499" y="21660"/>
                        <a:pt x="14011" y="21087"/>
                        <a:pt x="12552" y="20449"/>
                      </a:cubicBezTo>
                      <a:cubicBezTo>
                        <a:pt x="11103" y="19820"/>
                        <a:pt x="9978" y="18898"/>
                        <a:pt x="9177" y="17682"/>
                      </a:cubicBezTo>
                      <a:cubicBezTo>
                        <a:pt x="8386" y="16466"/>
                        <a:pt x="7991" y="15113"/>
                        <a:pt x="7991" y="13623"/>
                      </a:cubicBezTo>
                      <a:cubicBezTo>
                        <a:pt x="7991" y="11343"/>
                        <a:pt x="8853" y="9443"/>
                        <a:pt x="10575" y="7922"/>
                      </a:cubicBezTo>
                      <a:cubicBezTo>
                        <a:pt x="12308" y="6402"/>
                        <a:pt x="14837" y="5642"/>
                        <a:pt x="18161" y="5642"/>
                      </a:cubicBezTo>
                      <a:cubicBezTo>
                        <a:pt x="21455" y="5642"/>
                        <a:pt x="24384" y="6362"/>
                        <a:pt x="26948" y="7801"/>
                      </a:cubicBezTo>
                      <a:cubicBezTo>
                        <a:pt x="29512" y="9240"/>
                        <a:pt x="31397" y="11211"/>
                        <a:pt x="32603" y="13714"/>
                      </a:cubicBezTo>
                      <a:cubicBezTo>
                        <a:pt x="33525" y="15650"/>
                        <a:pt x="33986" y="18498"/>
                        <a:pt x="33986" y="22258"/>
                      </a:cubicBezTo>
                      <a:lnTo>
                        <a:pt x="33986" y="25404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1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2" name="Freeform: Shape 131">
                  <a:extLst>
                    <a:ext uri="{FF2B5EF4-FFF2-40B4-BE49-F238E27FC236}">
                      <a16:creationId xmlns:a16="http://schemas.microsoft.com/office/drawing/2014/main" id="{FDDEF1F4-5635-7376-2CF4-4545106F0BB3}"/>
                    </a:ext>
                  </a:extLst>
                </p:cNvPr>
                <p:cNvSpPr/>
                <p:nvPr/>
              </p:nvSpPr>
              <p:spPr>
                <a:xfrm flipV="1">
                  <a:off x="7275828" y="6386939"/>
                  <a:ext cx="41895" cy="52734"/>
                </a:xfrm>
                <a:custGeom>
                  <a:avLst/>
                  <a:gdLst>
                    <a:gd name="connsiteX0" fmla="*/ -940 w 41895"/>
                    <a:gd name="connsiteY0" fmla="*/ 15143 h 52734"/>
                    <a:gd name="connsiteX1" fmla="*/ 7513 w 41895"/>
                    <a:gd name="connsiteY1" fmla="*/ 16466 h 52734"/>
                    <a:gd name="connsiteX2" fmla="*/ 11480 w 41895"/>
                    <a:gd name="connsiteY2" fmla="*/ 8683 h 52734"/>
                    <a:gd name="connsiteX3" fmla="*/ 20586 w 41895"/>
                    <a:gd name="connsiteY3" fmla="*/ 5977 h 52734"/>
                    <a:gd name="connsiteX4" fmla="*/ 29312 w 41895"/>
                    <a:gd name="connsiteY4" fmla="*/ 8363 h 52734"/>
                    <a:gd name="connsiteX5" fmla="*/ 32170 w 41895"/>
                    <a:gd name="connsiteY5" fmla="*/ 14003 h 52734"/>
                    <a:gd name="connsiteX6" fmla="*/ 29646 w 41895"/>
                    <a:gd name="connsiteY6" fmla="*/ 18564 h 52734"/>
                    <a:gd name="connsiteX7" fmla="*/ 20905 w 41895"/>
                    <a:gd name="connsiteY7" fmla="*/ 21452 h 52734"/>
                    <a:gd name="connsiteX8" fmla="*/ 7877 w 41895"/>
                    <a:gd name="connsiteY8" fmla="*/ 25572 h 52734"/>
                    <a:gd name="connsiteX9" fmla="*/ 2359 w 41895"/>
                    <a:gd name="connsiteY9" fmla="*/ 30360 h 52734"/>
                    <a:gd name="connsiteX10" fmla="*/ 489 w 41895"/>
                    <a:gd name="connsiteY10" fmla="*/ 37140 h 52734"/>
                    <a:gd name="connsiteX11" fmla="*/ 2025 w 41895"/>
                    <a:gd name="connsiteY11" fmla="*/ 43373 h 52734"/>
                    <a:gd name="connsiteX12" fmla="*/ 6236 w 41895"/>
                    <a:gd name="connsiteY12" fmla="*/ 48161 h 52734"/>
                    <a:gd name="connsiteX13" fmla="*/ 11663 w 41895"/>
                    <a:gd name="connsiteY13" fmla="*/ 50639 h 52734"/>
                    <a:gd name="connsiteX14" fmla="*/ 19066 w 41895"/>
                    <a:gd name="connsiteY14" fmla="*/ 51673 h 52734"/>
                    <a:gd name="connsiteX15" fmla="*/ 29479 w 41895"/>
                    <a:gd name="connsiteY15" fmla="*/ 49955 h 52734"/>
                    <a:gd name="connsiteX16" fmla="*/ 36107 w 41895"/>
                    <a:gd name="connsiteY16" fmla="*/ 45319 h 52734"/>
                    <a:gd name="connsiteX17" fmla="*/ 39056 w 41895"/>
                    <a:gd name="connsiteY17" fmla="*/ 37520 h 52734"/>
                    <a:gd name="connsiteX18" fmla="*/ 30695 w 41895"/>
                    <a:gd name="connsiteY18" fmla="*/ 36380 h 52734"/>
                    <a:gd name="connsiteX19" fmla="*/ 27396 w 41895"/>
                    <a:gd name="connsiteY19" fmla="*/ 42446 h 52734"/>
                    <a:gd name="connsiteX20" fmla="*/ 19674 w 41895"/>
                    <a:gd name="connsiteY20" fmla="*/ 44635 h 52734"/>
                    <a:gd name="connsiteX21" fmla="*/ 11267 w 41895"/>
                    <a:gd name="connsiteY21" fmla="*/ 42689 h 52734"/>
                    <a:gd name="connsiteX22" fmla="*/ 8744 w 41895"/>
                    <a:gd name="connsiteY22" fmla="*/ 38128 h 52734"/>
                    <a:gd name="connsiteX23" fmla="*/ 9793 w 41895"/>
                    <a:gd name="connsiteY23" fmla="*/ 35134 h 52734"/>
                    <a:gd name="connsiteX24" fmla="*/ 13076 w 41895"/>
                    <a:gd name="connsiteY24" fmla="*/ 32853 h 52734"/>
                    <a:gd name="connsiteX25" fmla="*/ 20632 w 41895"/>
                    <a:gd name="connsiteY25" fmla="*/ 30679 h 52734"/>
                    <a:gd name="connsiteX26" fmla="*/ 33280 w 41895"/>
                    <a:gd name="connsiteY26" fmla="*/ 26697 h 52734"/>
                    <a:gd name="connsiteX27" fmla="*/ 38904 w 41895"/>
                    <a:gd name="connsiteY27" fmla="*/ 22212 h 52734"/>
                    <a:gd name="connsiteX28" fmla="*/ 40956 w 41895"/>
                    <a:gd name="connsiteY28" fmla="*/ 14900 h 52734"/>
                    <a:gd name="connsiteX29" fmla="*/ 38463 w 41895"/>
                    <a:gd name="connsiteY29" fmla="*/ 6843 h 52734"/>
                    <a:gd name="connsiteX30" fmla="*/ 31258 w 41895"/>
                    <a:gd name="connsiteY30" fmla="*/ 1006 h 52734"/>
                    <a:gd name="connsiteX31" fmla="*/ 20632 w 41895"/>
                    <a:gd name="connsiteY31" fmla="*/ -1062 h 52734"/>
                    <a:gd name="connsiteX32" fmla="*/ 5643 w 41895"/>
                    <a:gd name="connsiteY32" fmla="*/ 3027 h 52734"/>
                    <a:gd name="connsiteX33" fmla="*/ -940 w 41895"/>
                    <a:gd name="connsiteY33" fmla="*/ 15143 h 527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41895" h="52734">
                      <a:moveTo>
                        <a:pt x="-940" y="15143"/>
                      </a:moveTo>
                      <a:lnTo>
                        <a:pt x="7513" y="16466"/>
                      </a:lnTo>
                      <a:cubicBezTo>
                        <a:pt x="7989" y="13081"/>
                        <a:pt x="9311" y="10486"/>
                        <a:pt x="11480" y="8683"/>
                      </a:cubicBezTo>
                      <a:cubicBezTo>
                        <a:pt x="13649" y="6879"/>
                        <a:pt x="16684" y="5977"/>
                        <a:pt x="20586" y="5977"/>
                      </a:cubicBezTo>
                      <a:cubicBezTo>
                        <a:pt x="24508" y="5977"/>
                        <a:pt x="27417" y="6772"/>
                        <a:pt x="29312" y="8363"/>
                      </a:cubicBezTo>
                      <a:cubicBezTo>
                        <a:pt x="31217" y="9965"/>
                        <a:pt x="32170" y="11844"/>
                        <a:pt x="32170" y="14003"/>
                      </a:cubicBezTo>
                      <a:cubicBezTo>
                        <a:pt x="32170" y="15929"/>
                        <a:pt x="31329" y="17449"/>
                        <a:pt x="29646" y="18564"/>
                      </a:cubicBezTo>
                      <a:cubicBezTo>
                        <a:pt x="28481" y="19324"/>
                        <a:pt x="25567" y="20286"/>
                        <a:pt x="20905" y="21452"/>
                      </a:cubicBezTo>
                      <a:cubicBezTo>
                        <a:pt x="14642" y="23043"/>
                        <a:pt x="10300" y="24416"/>
                        <a:pt x="7877" y="25572"/>
                      </a:cubicBezTo>
                      <a:cubicBezTo>
                        <a:pt x="5455" y="26727"/>
                        <a:pt x="3616" y="28323"/>
                        <a:pt x="2359" y="30360"/>
                      </a:cubicBezTo>
                      <a:cubicBezTo>
                        <a:pt x="1113" y="32407"/>
                        <a:pt x="489" y="34667"/>
                        <a:pt x="489" y="37140"/>
                      </a:cubicBezTo>
                      <a:cubicBezTo>
                        <a:pt x="489" y="39380"/>
                        <a:pt x="1001" y="41457"/>
                        <a:pt x="2025" y="43373"/>
                      </a:cubicBezTo>
                      <a:cubicBezTo>
                        <a:pt x="3059" y="45298"/>
                        <a:pt x="4462" y="46895"/>
                        <a:pt x="6236" y="48161"/>
                      </a:cubicBezTo>
                      <a:cubicBezTo>
                        <a:pt x="7563" y="49134"/>
                        <a:pt x="9372" y="49960"/>
                        <a:pt x="11663" y="50639"/>
                      </a:cubicBezTo>
                      <a:cubicBezTo>
                        <a:pt x="13963" y="51328"/>
                        <a:pt x="16431" y="51673"/>
                        <a:pt x="19066" y="51673"/>
                      </a:cubicBezTo>
                      <a:cubicBezTo>
                        <a:pt x="23018" y="51673"/>
                        <a:pt x="26489" y="51100"/>
                        <a:pt x="29479" y="49955"/>
                      </a:cubicBezTo>
                      <a:cubicBezTo>
                        <a:pt x="32479" y="48820"/>
                        <a:pt x="34688" y="47275"/>
                        <a:pt x="36107" y="45319"/>
                      </a:cubicBezTo>
                      <a:cubicBezTo>
                        <a:pt x="37536" y="43373"/>
                        <a:pt x="38519" y="40773"/>
                        <a:pt x="39056" y="37520"/>
                      </a:cubicBezTo>
                      <a:lnTo>
                        <a:pt x="30695" y="36380"/>
                      </a:lnTo>
                      <a:cubicBezTo>
                        <a:pt x="30320" y="38975"/>
                        <a:pt x="29221" y="40996"/>
                        <a:pt x="27396" y="42446"/>
                      </a:cubicBezTo>
                      <a:cubicBezTo>
                        <a:pt x="25572" y="43905"/>
                        <a:pt x="22998" y="44635"/>
                        <a:pt x="19674" y="44635"/>
                      </a:cubicBezTo>
                      <a:cubicBezTo>
                        <a:pt x="15752" y="44635"/>
                        <a:pt x="12950" y="43986"/>
                        <a:pt x="11267" y="42689"/>
                      </a:cubicBezTo>
                      <a:cubicBezTo>
                        <a:pt x="9585" y="41392"/>
                        <a:pt x="8744" y="39871"/>
                        <a:pt x="8744" y="38128"/>
                      </a:cubicBezTo>
                      <a:cubicBezTo>
                        <a:pt x="8744" y="37024"/>
                        <a:pt x="9094" y="36025"/>
                        <a:pt x="9793" y="35134"/>
                      </a:cubicBezTo>
                      <a:cubicBezTo>
                        <a:pt x="10492" y="34221"/>
                        <a:pt x="11587" y="33461"/>
                        <a:pt x="13076" y="32853"/>
                      </a:cubicBezTo>
                      <a:cubicBezTo>
                        <a:pt x="13928" y="32539"/>
                        <a:pt x="16446" y="31815"/>
                        <a:pt x="20632" y="30679"/>
                      </a:cubicBezTo>
                      <a:cubicBezTo>
                        <a:pt x="26682" y="29058"/>
                        <a:pt x="30898" y="27730"/>
                        <a:pt x="33280" y="26697"/>
                      </a:cubicBezTo>
                      <a:cubicBezTo>
                        <a:pt x="35671" y="25673"/>
                        <a:pt x="37546" y="24178"/>
                        <a:pt x="38904" y="22212"/>
                      </a:cubicBezTo>
                      <a:cubicBezTo>
                        <a:pt x="40272" y="20256"/>
                        <a:pt x="40956" y="17819"/>
                        <a:pt x="40956" y="14900"/>
                      </a:cubicBezTo>
                      <a:cubicBezTo>
                        <a:pt x="40956" y="12052"/>
                        <a:pt x="40125" y="9367"/>
                        <a:pt x="38463" y="6843"/>
                      </a:cubicBezTo>
                      <a:cubicBezTo>
                        <a:pt x="36801" y="4330"/>
                        <a:pt x="34399" y="2384"/>
                        <a:pt x="31258" y="1006"/>
                      </a:cubicBezTo>
                      <a:cubicBezTo>
                        <a:pt x="28126" y="-373"/>
                        <a:pt x="24584" y="-1062"/>
                        <a:pt x="20632" y="-1062"/>
                      </a:cubicBezTo>
                      <a:cubicBezTo>
                        <a:pt x="14075" y="-1062"/>
                        <a:pt x="9078" y="301"/>
                        <a:pt x="5643" y="3027"/>
                      </a:cubicBezTo>
                      <a:cubicBezTo>
                        <a:pt x="2207" y="5754"/>
                        <a:pt x="13" y="9792"/>
                        <a:pt x="-940" y="15143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1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3" name="Freeform: Shape 132">
                  <a:extLst>
                    <a:ext uri="{FF2B5EF4-FFF2-40B4-BE49-F238E27FC236}">
                      <a16:creationId xmlns:a16="http://schemas.microsoft.com/office/drawing/2014/main" id="{22A9A768-87EF-8CC9-8BFC-5B0627EABD42}"/>
                    </a:ext>
                  </a:extLst>
                </p:cNvPr>
                <p:cNvSpPr/>
                <p:nvPr/>
              </p:nvSpPr>
              <p:spPr>
                <a:xfrm flipV="1">
                  <a:off x="7324473" y="6386939"/>
                  <a:ext cx="41895" cy="52734"/>
                </a:xfrm>
                <a:custGeom>
                  <a:avLst/>
                  <a:gdLst>
                    <a:gd name="connsiteX0" fmla="*/ -934 w 41895"/>
                    <a:gd name="connsiteY0" fmla="*/ 15143 h 52734"/>
                    <a:gd name="connsiteX1" fmla="*/ 7518 w 41895"/>
                    <a:gd name="connsiteY1" fmla="*/ 16466 h 52734"/>
                    <a:gd name="connsiteX2" fmla="*/ 11486 w 41895"/>
                    <a:gd name="connsiteY2" fmla="*/ 8683 h 52734"/>
                    <a:gd name="connsiteX3" fmla="*/ 20592 w 41895"/>
                    <a:gd name="connsiteY3" fmla="*/ 5977 h 52734"/>
                    <a:gd name="connsiteX4" fmla="*/ 29317 w 41895"/>
                    <a:gd name="connsiteY4" fmla="*/ 8363 h 52734"/>
                    <a:gd name="connsiteX5" fmla="*/ 32175 w 41895"/>
                    <a:gd name="connsiteY5" fmla="*/ 14003 h 52734"/>
                    <a:gd name="connsiteX6" fmla="*/ 29652 w 41895"/>
                    <a:gd name="connsiteY6" fmla="*/ 18564 h 52734"/>
                    <a:gd name="connsiteX7" fmla="*/ 20911 w 41895"/>
                    <a:gd name="connsiteY7" fmla="*/ 21452 h 52734"/>
                    <a:gd name="connsiteX8" fmla="*/ 7883 w 41895"/>
                    <a:gd name="connsiteY8" fmla="*/ 25572 h 52734"/>
                    <a:gd name="connsiteX9" fmla="*/ 2365 w 41895"/>
                    <a:gd name="connsiteY9" fmla="*/ 30360 h 52734"/>
                    <a:gd name="connsiteX10" fmla="*/ 495 w 41895"/>
                    <a:gd name="connsiteY10" fmla="*/ 37140 h 52734"/>
                    <a:gd name="connsiteX11" fmla="*/ 2030 w 41895"/>
                    <a:gd name="connsiteY11" fmla="*/ 43373 h 52734"/>
                    <a:gd name="connsiteX12" fmla="*/ 6241 w 41895"/>
                    <a:gd name="connsiteY12" fmla="*/ 48161 h 52734"/>
                    <a:gd name="connsiteX13" fmla="*/ 11668 w 41895"/>
                    <a:gd name="connsiteY13" fmla="*/ 50639 h 52734"/>
                    <a:gd name="connsiteX14" fmla="*/ 19071 w 41895"/>
                    <a:gd name="connsiteY14" fmla="*/ 51673 h 52734"/>
                    <a:gd name="connsiteX15" fmla="*/ 29485 w 41895"/>
                    <a:gd name="connsiteY15" fmla="*/ 49955 h 52734"/>
                    <a:gd name="connsiteX16" fmla="*/ 36113 w 41895"/>
                    <a:gd name="connsiteY16" fmla="*/ 45319 h 52734"/>
                    <a:gd name="connsiteX17" fmla="*/ 39062 w 41895"/>
                    <a:gd name="connsiteY17" fmla="*/ 37520 h 52734"/>
                    <a:gd name="connsiteX18" fmla="*/ 30701 w 41895"/>
                    <a:gd name="connsiteY18" fmla="*/ 36380 h 52734"/>
                    <a:gd name="connsiteX19" fmla="*/ 27402 w 41895"/>
                    <a:gd name="connsiteY19" fmla="*/ 42446 h 52734"/>
                    <a:gd name="connsiteX20" fmla="*/ 19680 w 41895"/>
                    <a:gd name="connsiteY20" fmla="*/ 44635 h 52734"/>
                    <a:gd name="connsiteX21" fmla="*/ 11273 w 41895"/>
                    <a:gd name="connsiteY21" fmla="*/ 42689 h 52734"/>
                    <a:gd name="connsiteX22" fmla="*/ 8749 w 41895"/>
                    <a:gd name="connsiteY22" fmla="*/ 38128 h 52734"/>
                    <a:gd name="connsiteX23" fmla="*/ 9798 w 41895"/>
                    <a:gd name="connsiteY23" fmla="*/ 35134 h 52734"/>
                    <a:gd name="connsiteX24" fmla="*/ 13082 w 41895"/>
                    <a:gd name="connsiteY24" fmla="*/ 32853 h 52734"/>
                    <a:gd name="connsiteX25" fmla="*/ 20637 w 41895"/>
                    <a:gd name="connsiteY25" fmla="*/ 30679 h 52734"/>
                    <a:gd name="connsiteX26" fmla="*/ 33285 w 41895"/>
                    <a:gd name="connsiteY26" fmla="*/ 26697 h 52734"/>
                    <a:gd name="connsiteX27" fmla="*/ 38910 w 41895"/>
                    <a:gd name="connsiteY27" fmla="*/ 22212 h 52734"/>
                    <a:gd name="connsiteX28" fmla="*/ 40962 w 41895"/>
                    <a:gd name="connsiteY28" fmla="*/ 14900 h 52734"/>
                    <a:gd name="connsiteX29" fmla="*/ 38469 w 41895"/>
                    <a:gd name="connsiteY29" fmla="*/ 6843 h 52734"/>
                    <a:gd name="connsiteX30" fmla="*/ 31263 w 41895"/>
                    <a:gd name="connsiteY30" fmla="*/ 1006 h 52734"/>
                    <a:gd name="connsiteX31" fmla="*/ 20637 w 41895"/>
                    <a:gd name="connsiteY31" fmla="*/ -1062 h 52734"/>
                    <a:gd name="connsiteX32" fmla="*/ 5648 w 41895"/>
                    <a:gd name="connsiteY32" fmla="*/ 3027 h 52734"/>
                    <a:gd name="connsiteX33" fmla="*/ -934 w 41895"/>
                    <a:gd name="connsiteY33" fmla="*/ 15143 h 527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41895" h="52734">
                      <a:moveTo>
                        <a:pt x="-934" y="15143"/>
                      </a:moveTo>
                      <a:lnTo>
                        <a:pt x="7518" y="16466"/>
                      </a:lnTo>
                      <a:cubicBezTo>
                        <a:pt x="7994" y="13081"/>
                        <a:pt x="9317" y="10486"/>
                        <a:pt x="11486" y="8683"/>
                      </a:cubicBezTo>
                      <a:cubicBezTo>
                        <a:pt x="13655" y="6879"/>
                        <a:pt x="16690" y="5977"/>
                        <a:pt x="20592" y="5977"/>
                      </a:cubicBezTo>
                      <a:cubicBezTo>
                        <a:pt x="24514" y="5977"/>
                        <a:pt x="27422" y="6772"/>
                        <a:pt x="29317" y="8363"/>
                      </a:cubicBezTo>
                      <a:cubicBezTo>
                        <a:pt x="31223" y="9965"/>
                        <a:pt x="32175" y="11844"/>
                        <a:pt x="32175" y="14003"/>
                      </a:cubicBezTo>
                      <a:cubicBezTo>
                        <a:pt x="32175" y="15929"/>
                        <a:pt x="31334" y="17449"/>
                        <a:pt x="29652" y="18564"/>
                      </a:cubicBezTo>
                      <a:cubicBezTo>
                        <a:pt x="28486" y="19324"/>
                        <a:pt x="25573" y="20286"/>
                        <a:pt x="20911" y="21452"/>
                      </a:cubicBezTo>
                      <a:cubicBezTo>
                        <a:pt x="14648" y="23043"/>
                        <a:pt x="10305" y="24416"/>
                        <a:pt x="7883" y="25572"/>
                      </a:cubicBezTo>
                      <a:cubicBezTo>
                        <a:pt x="5461" y="26727"/>
                        <a:pt x="3621" y="28323"/>
                        <a:pt x="2365" y="30360"/>
                      </a:cubicBezTo>
                      <a:cubicBezTo>
                        <a:pt x="1118" y="32407"/>
                        <a:pt x="495" y="34667"/>
                        <a:pt x="495" y="37140"/>
                      </a:cubicBezTo>
                      <a:cubicBezTo>
                        <a:pt x="495" y="39380"/>
                        <a:pt x="1007" y="41457"/>
                        <a:pt x="2030" y="43373"/>
                      </a:cubicBezTo>
                      <a:cubicBezTo>
                        <a:pt x="3064" y="45298"/>
                        <a:pt x="4468" y="46895"/>
                        <a:pt x="6241" y="48161"/>
                      </a:cubicBezTo>
                      <a:cubicBezTo>
                        <a:pt x="7569" y="49134"/>
                        <a:pt x="9378" y="49960"/>
                        <a:pt x="11668" y="50639"/>
                      </a:cubicBezTo>
                      <a:cubicBezTo>
                        <a:pt x="13969" y="51328"/>
                        <a:pt x="16437" y="51673"/>
                        <a:pt x="19071" y="51673"/>
                      </a:cubicBezTo>
                      <a:cubicBezTo>
                        <a:pt x="23024" y="51673"/>
                        <a:pt x="26495" y="51100"/>
                        <a:pt x="29485" y="49955"/>
                      </a:cubicBezTo>
                      <a:cubicBezTo>
                        <a:pt x="32484" y="48820"/>
                        <a:pt x="34694" y="47275"/>
                        <a:pt x="36113" y="45319"/>
                      </a:cubicBezTo>
                      <a:cubicBezTo>
                        <a:pt x="37542" y="43373"/>
                        <a:pt x="38525" y="40773"/>
                        <a:pt x="39062" y="37520"/>
                      </a:cubicBezTo>
                      <a:lnTo>
                        <a:pt x="30701" y="36380"/>
                      </a:lnTo>
                      <a:cubicBezTo>
                        <a:pt x="30326" y="38975"/>
                        <a:pt x="29226" y="40996"/>
                        <a:pt x="27402" y="42446"/>
                      </a:cubicBezTo>
                      <a:cubicBezTo>
                        <a:pt x="25578" y="43905"/>
                        <a:pt x="23004" y="44635"/>
                        <a:pt x="19680" y="44635"/>
                      </a:cubicBezTo>
                      <a:cubicBezTo>
                        <a:pt x="15757" y="44635"/>
                        <a:pt x="12955" y="43986"/>
                        <a:pt x="11273" y="42689"/>
                      </a:cubicBezTo>
                      <a:cubicBezTo>
                        <a:pt x="9591" y="41392"/>
                        <a:pt x="8749" y="39871"/>
                        <a:pt x="8749" y="38128"/>
                      </a:cubicBezTo>
                      <a:cubicBezTo>
                        <a:pt x="8749" y="37024"/>
                        <a:pt x="9099" y="36025"/>
                        <a:pt x="9798" y="35134"/>
                      </a:cubicBezTo>
                      <a:cubicBezTo>
                        <a:pt x="10498" y="34221"/>
                        <a:pt x="11592" y="33461"/>
                        <a:pt x="13082" y="32853"/>
                      </a:cubicBezTo>
                      <a:cubicBezTo>
                        <a:pt x="13933" y="32539"/>
                        <a:pt x="16452" y="31815"/>
                        <a:pt x="20637" y="30679"/>
                      </a:cubicBezTo>
                      <a:cubicBezTo>
                        <a:pt x="26687" y="29058"/>
                        <a:pt x="30903" y="27730"/>
                        <a:pt x="33285" y="26697"/>
                      </a:cubicBezTo>
                      <a:cubicBezTo>
                        <a:pt x="35677" y="25673"/>
                        <a:pt x="37552" y="24178"/>
                        <a:pt x="38910" y="22212"/>
                      </a:cubicBezTo>
                      <a:cubicBezTo>
                        <a:pt x="40278" y="20256"/>
                        <a:pt x="40962" y="17819"/>
                        <a:pt x="40962" y="14900"/>
                      </a:cubicBezTo>
                      <a:cubicBezTo>
                        <a:pt x="40962" y="12052"/>
                        <a:pt x="40131" y="9367"/>
                        <a:pt x="38469" y="6843"/>
                      </a:cubicBezTo>
                      <a:cubicBezTo>
                        <a:pt x="36807" y="4330"/>
                        <a:pt x="34405" y="2384"/>
                        <a:pt x="31263" y="1006"/>
                      </a:cubicBezTo>
                      <a:cubicBezTo>
                        <a:pt x="28132" y="-373"/>
                        <a:pt x="24590" y="-1062"/>
                        <a:pt x="20637" y="-1062"/>
                      </a:cubicBezTo>
                      <a:cubicBezTo>
                        <a:pt x="14080" y="-1062"/>
                        <a:pt x="9084" y="301"/>
                        <a:pt x="5648" y="3027"/>
                      </a:cubicBezTo>
                      <a:cubicBezTo>
                        <a:pt x="2213" y="5754"/>
                        <a:pt x="19" y="9792"/>
                        <a:pt x="-934" y="15143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1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4" name="Freeform: Shape 133">
                  <a:extLst>
                    <a:ext uri="{FF2B5EF4-FFF2-40B4-BE49-F238E27FC236}">
                      <a16:creationId xmlns:a16="http://schemas.microsoft.com/office/drawing/2014/main" id="{2F958B02-4033-2F45-2083-15C33F2A5A46}"/>
                    </a:ext>
                  </a:extLst>
                </p:cNvPr>
                <p:cNvSpPr/>
                <p:nvPr/>
              </p:nvSpPr>
              <p:spPr>
                <a:xfrm flipV="1">
                  <a:off x="7370124" y="6438534"/>
                  <a:ext cx="8844" cy="88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44" h="8844"/>
                  </a:pathLst>
                </a:custGeom>
                <a:solidFill>
                  <a:srgbClr val="262626"/>
                </a:solidFill>
                <a:ln w="1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5" name="Freeform: Shape 134">
                  <a:extLst>
                    <a:ext uri="{FF2B5EF4-FFF2-40B4-BE49-F238E27FC236}">
                      <a16:creationId xmlns:a16="http://schemas.microsoft.com/office/drawing/2014/main" id="{0DD6D081-5138-04E3-2F2E-E9DCD21643B3}"/>
                    </a:ext>
                  </a:extLst>
                </p:cNvPr>
                <p:cNvSpPr/>
                <p:nvPr/>
              </p:nvSpPr>
              <p:spPr>
                <a:xfrm flipV="1">
                  <a:off x="7400097" y="6368606"/>
                  <a:ext cx="46037" cy="69927"/>
                </a:xfrm>
                <a:custGeom>
                  <a:avLst/>
                  <a:gdLst>
                    <a:gd name="connsiteX0" fmla="*/ 44980 w 46037"/>
                    <a:gd name="connsiteY0" fmla="*/ 6521 h 69927"/>
                    <a:gd name="connsiteX1" fmla="*/ 44980 w 46037"/>
                    <a:gd name="connsiteY1" fmla="*/ -1703 h 69927"/>
                    <a:gd name="connsiteX2" fmla="*/ -1051 w 46037"/>
                    <a:gd name="connsiteY2" fmla="*/ -1703 h 69927"/>
                    <a:gd name="connsiteX3" fmla="*/ -63 w 46037"/>
                    <a:gd name="connsiteY3" fmla="*/ 4240 h 69927"/>
                    <a:gd name="connsiteX4" fmla="*/ 5562 w 46037"/>
                    <a:gd name="connsiteY4" fmla="*/ 13498 h 69927"/>
                    <a:gd name="connsiteX5" fmla="*/ 16766 w 46037"/>
                    <a:gd name="connsiteY5" fmla="*/ 24048 h 69927"/>
                    <a:gd name="connsiteX6" fmla="*/ 32104 w 46037"/>
                    <a:gd name="connsiteY6" fmla="*/ 38794 h 69927"/>
                    <a:gd name="connsiteX7" fmla="*/ 36102 w 46037"/>
                    <a:gd name="connsiteY7" fmla="*/ 49086 h 69927"/>
                    <a:gd name="connsiteX8" fmla="*/ 32454 w 46037"/>
                    <a:gd name="connsiteY8" fmla="*/ 57644 h 69927"/>
                    <a:gd name="connsiteX9" fmla="*/ 22983 w 46037"/>
                    <a:gd name="connsiteY9" fmla="*/ 61141 h 69927"/>
                    <a:gd name="connsiteX10" fmla="*/ 13102 w 46037"/>
                    <a:gd name="connsiteY10" fmla="*/ 57431 h 69927"/>
                    <a:gd name="connsiteX11" fmla="*/ 9347 w 46037"/>
                    <a:gd name="connsiteY11" fmla="*/ 47185 h 69927"/>
                    <a:gd name="connsiteX12" fmla="*/ 560 w 46037"/>
                    <a:gd name="connsiteY12" fmla="*/ 48082 h 69927"/>
                    <a:gd name="connsiteX13" fmla="*/ 7340 w 46037"/>
                    <a:gd name="connsiteY13" fmla="*/ 63071 h 69927"/>
                    <a:gd name="connsiteX14" fmla="*/ 23181 w 46037"/>
                    <a:gd name="connsiteY14" fmla="*/ 68225 h 69927"/>
                    <a:gd name="connsiteX15" fmla="*/ 39036 w 46037"/>
                    <a:gd name="connsiteY15" fmla="*/ 62661 h 69927"/>
                    <a:gd name="connsiteX16" fmla="*/ 44889 w 46037"/>
                    <a:gd name="connsiteY16" fmla="*/ 48888 h 69927"/>
                    <a:gd name="connsiteX17" fmla="*/ 43171 w 46037"/>
                    <a:gd name="connsiteY17" fmla="*/ 40664 h 69927"/>
                    <a:gd name="connsiteX18" fmla="*/ 37501 w 46037"/>
                    <a:gd name="connsiteY18" fmla="*/ 32166 h 69927"/>
                    <a:gd name="connsiteX19" fmla="*/ 24321 w 46037"/>
                    <a:gd name="connsiteY19" fmla="*/ 19913 h 69927"/>
                    <a:gd name="connsiteX20" fmla="*/ 14424 w 46037"/>
                    <a:gd name="connsiteY20" fmla="*/ 11142 h 69927"/>
                    <a:gd name="connsiteX21" fmla="*/ 10822 w 46037"/>
                    <a:gd name="connsiteY21" fmla="*/ 6521 h 69927"/>
                    <a:gd name="connsiteX22" fmla="*/ 44980 w 46037"/>
                    <a:gd name="connsiteY22" fmla="*/ 6521 h 69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46037" h="69927">
                      <a:moveTo>
                        <a:pt x="44980" y="6521"/>
                      </a:moveTo>
                      <a:lnTo>
                        <a:pt x="44980" y="-1703"/>
                      </a:lnTo>
                      <a:lnTo>
                        <a:pt x="-1051" y="-1703"/>
                      </a:lnTo>
                      <a:cubicBezTo>
                        <a:pt x="-1112" y="354"/>
                        <a:pt x="-782" y="2335"/>
                        <a:pt x="-63" y="4240"/>
                      </a:cubicBezTo>
                      <a:cubicBezTo>
                        <a:pt x="1113" y="7372"/>
                        <a:pt x="2988" y="10458"/>
                        <a:pt x="5562" y="13498"/>
                      </a:cubicBezTo>
                      <a:cubicBezTo>
                        <a:pt x="8146" y="16539"/>
                        <a:pt x="11881" y="20055"/>
                        <a:pt x="16766" y="24048"/>
                      </a:cubicBezTo>
                      <a:cubicBezTo>
                        <a:pt x="24336" y="30251"/>
                        <a:pt x="29449" y="35166"/>
                        <a:pt x="32104" y="38794"/>
                      </a:cubicBezTo>
                      <a:cubicBezTo>
                        <a:pt x="34769" y="42422"/>
                        <a:pt x="36102" y="45853"/>
                        <a:pt x="36102" y="49086"/>
                      </a:cubicBezTo>
                      <a:cubicBezTo>
                        <a:pt x="36102" y="52471"/>
                        <a:pt x="34886" y="55323"/>
                        <a:pt x="32454" y="57644"/>
                      </a:cubicBezTo>
                      <a:cubicBezTo>
                        <a:pt x="30032" y="59975"/>
                        <a:pt x="26875" y="61141"/>
                        <a:pt x="22983" y="61141"/>
                      </a:cubicBezTo>
                      <a:cubicBezTo>
                        <a:pt x="18868" y="61141"/>
                        <a:pt x="15575" y="59904"/>
                        <a:pt x="13102" y="57431"/>
                      </a:cubicBezTo>
                      <a:cubicBezTo>
                        <a:pt x="10629" y="54969"/>
                        <a:pt x="9377" y="51553"/>
                        <a:pt x="9347" y="47185"/>
                      </a:cubicBezTo>
                      <a:lnTo>
                        <a:pt x="560" y="48082"/>
                      </a:lnTo>
                      <a:cubicBezTo>
                        <a:pt x="1158" y="54639"/>
                        <a:pt x="3418" y="59636"/>
                        <a:pt x="7340" y="63071"/>
                      </a:cubicBezTo>
                      <a:cubicBezTo>
                        <a:pt x="11273" y="66507"/>
                        <a:pt x="16553" y="68225"/>
                        <a:pt x="23181" y="68225"/>
                      </a:cubicBezTo>
                      <a:cubicBezTo>
                        <a:pt x="29859" y="68225"/>
                        <a:pt x="35144" y="66370"/>
                        <a:pt x="39036" y="62661"/>
                      </a:cubicBezTo>
                      <a:cubicBezTo>
                        <a:pt x="42938" y="58962"/>
                        <a:pt x="44889" y="54371"/>
                        <a:pt x="44889" y="48888"/>
                      </a:cubicBezTo>
                      <a:cubicBezTo>
                        <a:pt x="44889" y="46101"/>
                        <a:pt x="44316" y="43360"/>
                        <a:pt x="43171" y="40664"/>
                      </a:cubicBezTo>
                      <a:cubicBezTo>
                        <a:pt x="42036" y="37978"/>
                        <a:pt x="40146" y="35146"/>
                        <a:pt x="37501" y="32166"/>
                      </a:cubicBezTo>
                      <a:cubicBezTo>
                        <a:pt x="34856" y="29187"/>
                        <a:pt x="30462" y="25102"/>
                        <a:pt x="24321" y="19913"/>
                      </a:cubicBezTo>
                      <a:cubicBezTo>
                        <a:pt x="19183" y="15606"/>
                        <a:pt x="15884" y="12683"/>
                        <a:pt x="14424" y="11142"/>
                      </a:cubicBezTo>
                      <a:cubicBezTo>
                        <a:pt x="12975" y="9612"/>
                        <a:pt x="11774" y="8071"/>
                        <a:pt x="10822" y="6521"/>
                      </a:cubicBezTo>
                      <a:lnTo>
                        <a:pt x="44980" y="6521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1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" name="Graphic 988">
              <a:extLst>
                <a:ext uri="{FF2B5EF4-FFF2-40B4-BE49-F238E27FC236}">
                  <a16:creationId xmlns:a16="http://schemas.microsoft.com/office/drawing/2014/main" id="{275FE79E-4FCC-3996-A8F1-845AE87A6DEC}"/>
                </a:ext>
              </a:extLst>
            </p:cNvPr>
            <p:cNvGrpSpPr/>
            <p:nvPr/>
          </p:nvGrpSpPr>
          <p:grpSpPr>
            <a:xfrm>
              <a:off x="4449888" y="3816977"/>
              <a:ext cx="1891144" cy="2106466"/>
              <a:chOff x="5634298" y="4152282"/>
              <a:chExt cx="1891144" cy="2106466"/>
            </a:xfrm>
            <a:noFill/>
          </p:grpSpPr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B1CB683D-9166-C955-AE8E-5CEE154A8AFF}"/>
                  </a:ext>
                </a:extLst>
              </p:cNvPr>
              <p:cNvSpPr/>
              <p:nvPr/>
            </p:nvSpPr>
            <p:spPr>
              <a:xfrm>
                <a:off x="5634298" y="6249904"/>
                <a:ext cx="1891144" cy="8844"/>
              </a:xfrm>
              <a:custGeom>
                <a:avLst/>
                <a:gdLst>
                  <a:gd name="connsiteX0" fmla="*/ 0 w 1891144"/>
                  <a:gd name="connsiteY0" fmla="*/ 0 h 8844"/>
                  <a:gd name="connsiteX1" fmla="*/ 1891144 w 1891144"/>
                  <a:gd name="connsiteY1" fmla="*/ 0 h 8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91144" h="8844">
                    <a:moveTo>
                      <a:pt x="0" y="0"/>
                    </a:moveTo>
                    <a:lnTo>
                      <a:pt x="1891144" y="0"/>
                    </a:lnTo>
                  </a:path>
                </a:pathLst>
              </a:custGeom>
              <a:noFill/>
              <a:ln w="8845" cap="rnd">
                <a:solidFill>
                  <a:srgbClr val="CCCCC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A04F0B1B-9475-F166-E5D1-181F0921CABD}"/>
                  </a:ext>
                </a:extLst>
              </p:cNvPr>
              <p:cNvSpPr/>
              <p:nvPr/>
            </p:nvSpPr>
            <p:spPr>
              <a:xfrm>
                <a:off x="5634298" y="5900301"/>
                <a:ext cx="1891144" cy="8844"/>
              </a:xfrm>
              <a:custGeom>
                <a:avLst/>
                <a:gdLst>
                  <a:gd name="connsiteX0" fmla="*/ 0 w 1891144"/>
                  <a:gd name="connsiteY0" fmla="*/ 0 h 8844"/>
                  <a:gd name="connsiteX1" fmla="*/ 1891144 w 1891144"/>
                  <a:gd name="connsiteY1" fmla="*/ 0 h 8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91144" h="8844">
                    <a:moveTo>
                      <a:pt x="0" y="0"/>
                    </a:moveTo>
                    <a:lnTo>
                      <a:pt x="1891144" y="0"/>
                    </a:lnTo>
                  </a:path>
                </a:pathLst>
              </a:custGeom>
              <a:noFill/>
              <a:ln w="8845" cap="rnd">
                <a:solidFill>
                  <a:srgbClr val="CCCCC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305D8F95-D8E9-1683-7DEE-DC89B93CC0A9}"/>
                  </a:ext>
                </a:extLst>
              </p:cNvPr>
              <p:cNvSpPr/>
              <p:nvPr/>
            </p:nvSpPr>
            <p:spPr>
              <a:xfrm>
                <a:off x="5634298" y="5550699"/>
                <a:ext cx="1891144" cy="8844"/>
              </a:xfrm>
              <a:custGeom>
                <a:avLst/>
                <a:gdLst>
                  <a:gd name="connsiteX0" fmla="*/ 0 w 1891144"/>
                  <a:gd name="connsiteY0" fmla="*/ 0 h 8844"/>
                  <a:gd name="connsiteX1" fmla="*/ 1891144 w 1891144"/>
                  <a:gd name="connsiteY1" fmla="*/ 0 h 8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91144" h="8844">
                    <a:moveTo>
                      <a:pt x="0" y="0"/>
                    </a:moveTo>
                    <a:lnTo>
                      <a:pt x="1891144" y="0"/>
                    </a:lnTo>
                  </a:path>
                </a:pathLst>
              </a:custGeom>
              <a:noFill/>
              <a:ln w="8845" cap="rnd">
                <a:solidFill>
                  <a:srgbClr val="CCCCC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327E3B29-2C45-A639-FDCC-4F9C6B212AB9}"/>
                  </a:ext>
                </a:extLst>
              </p:cNvPr>
              <p:cNvSpPr/>
              <p:nvPr/>
            </p:nvSpPr>
            <p:spPr>
              <a:xfrm>
                <a:off x="5634298" y="5201089"/>
                <a:ext cx="1891144" cy="8844"/>
              </a:xfrm>
              <a:custGeom>
                <a:avLst/>
                <a:gdLst>
                  <a:gd name="connsiteX0" fmla="*/ 0 w 1891144"/>
                  <a:gd name="connsiteY0" fmla="*/ 0 h 8844"/>
                  <a:gd name="connsiteX1" fmla="*/ 1891144 w 1891144"/>
                  <a:gd name="connsiteY1" fmla="*/ 0 h 8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91144" h="8844">
                    <a:moveTo>
                      <a:pt x="0" y="0"/>
                    </a:moveTo>
                    <a:lnTo>
                      <a:pt x="1891144" y="0"/>
                    </a:lnTo>
                  </a:path>
                </a:pathLst>
              </a:custGeom>
              <a:noFill/>
              <a:ln w="8845" cap="rnd">
                <a:solidFill>
                  <a:srgbClr val="CCCCC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5A78182B-78D7-6FEB-3E11-3AA1E3588162}"/>
                  </a:ext>
                </a:extLst>
              </p:cNvPr>
              <p:cNvSpPr/>
              <p:nvPr/>
            </p:nvSpPr>
            <p:spPr>
              <a:xfrm>
                <a:off x="5634298" y="4851486"/>
                <a:ext cx="1891144" cy="8844"/>
              </a:xfrm>
              <a:custGeom>
                <a:avLst/>
                <a:gdLst>
                  <a:gd name="connsiteX0" fmla="*/ 0 w 1891144"/>
                  <a:gd name="connsiteY0" fmla="*/ 0 h 8844"/>
                  <a:gd name="connsiteX1" fmla="*/ 1891144 w 1891144"/>
                  <a:gd name="connsiteY1" fmla="*/ 0 h 8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91144" h="8844">
                    <a:moveTo>
                      <a:pt x="0" y="0"/>
                    </a:moveTo>
                    <a:lnTo>
                      <a:pt x="1891144" y="0"/>
                    </a:lnTo>
                  </a:path>
                </a:pathLst>
              </a:custGeom>
              <a:noFill/>
              <a:ln w="8845" cap="rnd">
                <a:solidFill>
                  <a:srgbClr val="CCCCC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1CB6DA6E-E247-9956-7399-EAA8305A3C69}"/>
                  </a:ext>
                </a:extLst>
              </p:cNvPr>
              <p:cNvSpPr/>
              <p:nvPr/>
            </p:nvSpPr>
            <p:spPr>
              <a:xfrm>
                <a:off x="5634298" y="4501884"/>
                <a:ext cx="1891144" cy="8844"/>
              </a:xfrm>
              <a:custGeom>
                <a:avLst/>
                <a:gdLst>
                  <a:gd name="connsiteX0" fmla="*/ 0 w 1891144"/>
                  <a:gd name="connsiteY0" fmla="*/ 0 h 8844"/>
                  <a:gd name="connsiteX1" fmla="*/ 1891144 w 1891144"/>
                  <a:gd name="connsiteY1" fmla="*/ 0 h 8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91144" h="8844">
                    <a:moveTo>
                      <a:pt x="0" y="0"/>
                    </a:moveTo>
                    <a:lnTo>
                      <a:pt x="1891144" y="0"/>
                    </a:lnTo>
                  </a:path>
                </a:pathLst>
              </a:custGeom>
              <a:noFill/>
              <a:ln w="8845" cap="rnd">
                <a:solidFill>
                  <a:srgbClr val="CCCCC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C29A167A-04E4-301C-39A4-899D9A65434E}"/>
                  </a:ext>
                </a:extLst>
              </p:cNvPr>
              <p:cNvSpPr/>
              <p:nvPr/>
            </p:nvSpPr>
            <p:spPr>
              <a:xfrm>
                <a:off x="5634298" y="4152282"/>
                <a:ext cx="1891144" cy="8844"/>
              </a:xfrm>
              <a:custGeom>
                <a:avLst/>
                <a:gdLst>
                  <a:gd name="connsiteX0" fmla="*/ 0 w 1891144"/>
                  <a:gd name="connsiteY0" fmla="*/ 0 h 8844"/>
                  <a:gd name="connsiteX1" fmla="*/ 1891144 w 1891144"/>
                  <a:gd name="connsiteY1" fmla="*/ 0 h 8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91144" h="8844">
                    <a:moveTo>
                      <a:pt x="0" y="0"/>
                    </a:moveTo>
                    <a:lnTo>
                      <a:pt x="1891144" y="0"/>
                    </a:lnTo>
                  </a:path>
                </a:pathLst>
              </a:custGeom>
              <a:noFill/>
              <a:ln w="8845" cap="rnd">
                <a:solidFill>
                  <a:srgbClr val="CCCCC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6D00B16-4C02-9BAF-E4F2-C2F0B2B41FD0}"/>
                </a:ext>
              </a:extLst>
            </p:cNvPr>
            <p:cNvSpPr/>
            <p:nvPr/>
          </p:nvSpPr>
          <p:spPr>
            <a:xfrm>
              <a:off x="5478201" y="4468128"/>
              <a:ext cx="307307" cy="1446470"/>
            </a:xfrm>
            <a:custGeom>
              <a:avLst/>
              <a:gdLst>
                <a:gd name="connsiteX0" fmla="*/ 0 w 307307"/>
                <a:gd name="connsiteY0" fmla="*/ 1446471 h 1446470"/>
                <a:gd name="connsiteX1" fmla="*/ 307307 w 307307"/>
                <a:gd name="connsiteY1" fmla="*/ 1446471 h 1446470"/>
                <a:gd name="connsiteX2" fmla="*/ 307307 w 307307"/>
                <a:gd name="connsiteY2" fmla="*/ 0 h 1446470"/>
                <a:gd name="connsiteX3" fmla="*/ 0 w 307307"/>
                <a:gd name="connsiteY3" fmla="*/ 0 h 1446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307" h="1446470">
                  <a:moveTo>
                    <a:pt x="0" y="1446471"/>
                  </a:moveTo>
                  <a:lnTo>
                    <a:pt x="307307" y="1446471"/>
                  </a:lnTo>
                  <a:lnTo>
                    <a:pt x="3073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BA45"/>
            </a:solidFill>
            <a:ln w="884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4F0A8A4-0363-E9FA-54DA-34ECEF2A099B}"/>
                </a:ext>
              </a:extLst>
            </p:cNvPr>
            <p:cNvSpPr/>
            <p:nvPr/>
          </p:nvSpPr>
          <p:spPr>
            <a:xfrm>
              <a:off x="5950983" y="5027039"/>
              <a:ext cx="307316" cy="887559"/>
            </a:xfrm>
            <a:custGeom>
              <a:avLst/>
              <a:gdLst>
                <a:gd name="connsiteX0" fmla="*/ 0 w 307316"/>
                <a:gd name="connsiteY0" fmla="*/ 887560 h 887559"/>
                <a:gd name="connsiteX1" fmla="*/ 307316 w 307316"/>
                <a:gd name="connsiteY1" fmla="*/ 887560 h 887559"/>
                <a:gd name="connsiteX2" fmla="*/ 307316 w 307316"/>
                <a:gd name="connsiteY2" fmla="*/ 0 h 887559"/>
                <a:gd name="connsiteX3" fmla="*/ 0 w 307316"/>
                <a:gd name="connsiteY3" fmla="*/ 0 h 887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316" h="887559">
                  <a:moveTo>
                    <a:pt x="0" y="887560"/>
                  </a:moveTo>
                  <a:lnTo>
                    <a:pt x="307316" y="887560"/>
                  </a:lnTo>
                  <a:lnTo>
                    <a:pt x="3073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BA45"/>
            </a:solidFill>
            <a:ln w="884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CC369D2-3C48-E9C0-8A68-D410ACE408B7}"/>
                </a:ext>
              </a:extLst>
            </p:cNvPr>
            <p:cNvSpPr/>
            <p:nvPr/>
          </p:nvSpPr>
          <p:spPr>
            <a:xfrm>
              <a:off x="5478201" y="5914599"/>
              <a:ext cx="307307" cy="39668"/>
            </a:xfrm>
            <a:custGeom>
              <a:avLst/>
              <a:gdLst>
                <a:gd name="connsiteX0" fmla="*/ 0 w 307307"/>
                <a:gd name="connsiteY0" fmla="*/ 0 h 39668"/>
                <a:gd name="connsiteX1" fmla="*/ 307307 w 307307"/>
                <a:gd name="connsiteY1" fmla="*/ 0 h 39668"/>
                <a:gd name="connsiteX2" fmla="*/ 307307 w 307307"/>
                <a:gd name="connsiteY2" fmla="*/ 39668 h 39668"/>
                <a:gd name="connsiteX3" fmla="*/ 0 w 307307"/>
                <a:gd name="connsiteY3" fmla="*/ 39668 h 3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307" h="39668">
                  <a:moveTo>
                    <a:pt x="0" y="0"/>
                  </a:moveTo>
                  <a:lnTo>
                    <a:pt x="307307" y="0"/>
                  </a:lnTo>
                  <a:lnTo>
                    <a:pt x="307307" y="39668"/>
                  </a:lnTo>
                  <a:lnTo>
                    <a:pt x="0" y="39668"/>
                  </a:lnTo>
                  <a:close/>
                </a:path>
              </a:pathLst>
            </a:custGeom>
            <a:solidFill>
              <a:srgbClr val="DF2020"/>
            </a:solidFill>
            <a:ln w="884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F9DF155-897C-7C66-7FC0-6B06BD07FB07}"/>
                </a:ext>
              </a:extLst>
            </p:cNvPr>
            <p:cNvSpPr/>
            <p:nvPr/>
          </p:nvSpPr>
          <p:spPr>
            <a:xfrm>
              <a:off x="5950983" y="5914599"/>
              <a:ext cx="307316" cy="12824"/>
            </a:xfrm>
            <a:custGeom>
              <a:avLst/>
              <a:gdLst>
                <a:gd name="connsiteX0" fmla="*/ 0 w 307316"/>
                <a:gd name="connsiteY0" fmla="*/ 0 h 12824"/>
                <a:gd name="connsiteX1" fmla="*/ 307316 w 307316"/>
                <a:gd name="connsiteY1" fmla="*/ 0 h 12824"/>
                <a:gd name="connsiteX2" fmla="*/ 307316 w 307316"/>
                <a:gd name="connsiteY2" fmla="*/ 12825 h 12824"/>
                <a:gd name="connsiteX3" fmla="*/ 0 w 307316"/>
                <a:gd name="connsiteY3" fmla="*/ 12825 h 1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316" h="12824">
                  <a:moveTo>
                    <a:pt x="0" y="0"/>
                  </a:moveTo>
                  <a:lnTo>
                    <a:pt x="307316" y="0"/>
                  </a:lnTo>
                  <a:lnTo>
                    <a:pt x="307316" y="12825"/>
                  </a:lnTo>
                  <a:lnTo>
                    <a:pt x="0" y="12825"/>
                  </a:lnTo>
                  <a:close/>
                </a:path>
              </a:pathLst>
            </a:custGeom>
            <a:solidFill>
              <a:srgbClr val="DF2020"/>
            </a:solidFill>
            <a:ln w="884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C5D10FA-542B-CC6A-9611-99551B99400A}"/>
                </a:ext>
              </a:extLst>
            </p:cNvPr>
            <p:cNvSpPr/>
            <p:nvPr/>
          </p:nvSpPr>
          <p:spPr>
            <a:xfrm>
              <a:off x="5478201" y="5255054"/>
              <a:ext cx="307307" cy="659545"/>
            </a:xfrm>
            <a:custGeom>
              <a:avLst/>
              <a:gdLst>
                <a:gd name="connsiteX0" fmla="*/ 0 w 307307"/>
                <a:gd name="connsiteY0" fmla="*/ 659545 h 659545"/>
                <a:gd name="connsiteX1" fmla="*/ 307307 w 307307"/>
                <a:gd name="connsiteY1" fmla="*/ 659545 h 659545"/>
                <a:gd name="connsiteX2" fmla="*/ 307307 w 307307"/>
                <a:gd name="connsiteY2" fmla="*/ 0 h 659545"/>
                <a:gd name="connsiteX3" fmla="*/ 0 w 307307"/>
                <a:gd name="connsiteY3" fmla="*/ 0 h 659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307" h="659545">
                  <a:moveTo>
                    <a:pt x="0" y="659545"/>
                  </a:moveTo>
                  <a:lnTo>
                    <a:pt x="307307" y="659545"/>
                  </a:lnTo>
                  <a:lnTo>
                    <a:pt x="3073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AFDF"/>
            </a:solidFill>
            <a:ln w="884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BDBD8D1-15D6-1EFD-9E7E-C5E137A79935}"/>
                </a:ext>
              </a:extLst>
            </p:cNvPr>
            <p:cNvSpPr/>
            <p:nvPr/>
          </p:nvSpPr>
          <p:spPr>
            <a:xfrm>
              <a:off x="5950983" y="5228219"/>
              <a:ext cx="307316" cy="686379"/>
            </a:xfrm>
            <a:custGeom>
              <a:avLst/>
              <a:gdLst>
                <a:gd name="connsiteX0" fmla="*/ 0 w 307316"/>
                <a:gd name="connsiteY0" fmla="*/ 686380 h 686379"/>
                <a:gd name="connsiteX1" fmla="*/ 307316 w 307316"/>
                <a:gd name="connsiteY1" fmla="*/ 686380 h 686379"/>
                <a:gd name="connsiteX2" fmla="*/ 307316 w 307316"/>
                <a:gd name="connsiteY2" fmla="*/ 0 h 686379"/>
                <a:gd name="connsiteX3" fmla="*/ 0 w 307316"/>
                <a:gd name="connsiteY3" fmla="*/ 0 h 6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316" h="686379">
                  <a:moveTo>
                    <a:pt x="0" y="686380"/>
                  </a:moveTo>
                  <a:lnTo>
                    <a:pt x="307316" y="686380"/>
                  </a:lnTo>
                  <a:lnTo>
                    <a:pt x="3073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AFDF"/>
            </a:solidFill>
            <a:ln w="884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7" name="Graphic 988">
              <a:extLst>
                <a:ext uri="{FF2B5EF4-FFF2-40B4-BE49-F238E27FC236}">
                  <a16:creationId xmlns:a16="http://schemas.microsoft.com/office/drawing/2014/main" id="{1A419431-9894-96F6-4DC2-9460E1DD33C2}"/>
                </a:ext>
              </a:extLst>
            </p:cNvPr>
            <p:cNvGrpSpPr/>
            <p:nvPr/>
          </p:nvGrpSpPr>
          <p:grpSpPr>
            <a:xfrm>
              <a:off x="5471041" y="4369770"/>
              <a:ext cx="321004" cy="80066"/>
              <a:chOff x="6655451" y="4705075"/>
              <a:chExt cx="321004" cy="80066"/>
            </a:xfrm>
            <a:solidFill>
              <a:srgbClr val="262626"/>
            </a:solidFill>
          </p:grpSpPr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8DDBE89-2CCD-12E5-5E82-2061F1D212F3}"/>
                  </a:ext>
                </a:extLst>
              </p:cNvPr>
              <p:cNvSpPr/>
              <p:nvPr/>
            </p:nvSpPr>
            <p:spPr>
              <a:xfrm flipV="1">
                <a:off x="6655451" y="4719835"/>
                <a:ext cx="50165" cy="50215"/>
              </a:xfrm>
              <a:custGeom>
                <a:avLst/>
                <a:gdLst>
                  <a:gd name="connsiteX0" fmla="*/ 19377 w 50165"/>
                  <a:gd name="connsiteY0" fmla="*/ -1846 h 50215"/>
                  <a:gd name="connsiteX1" fmla="*/ 19377 w 50165"/>
                  <a:gd name="connsiteY1" fmla="*/ 18983 h 50215"/>
                  <a:gd name="connsiteX2" fmla="*/ -1303 w 50165"/>
                  <a:gd name="connsiteY2" fmla="*/ 18983 h 50215"/>
                  <a:gd name="connsiteX3" fmla="*/ -1303 w 50165"/>
                  <a:gd name="connsiteY3" fmla="*/ 27690 h 50215"/>
                  <a:gd name="connsiteX4" fmla="*/ 19377 w 50165"/>
                  <a:gd name="connsiteY4" fmla="*/ 27690 h 50215"/>
                  <a:gd name="connsiteX5" fmla="*/ 19377 w 50165"/>
                  <a:gd name="connsiteY5" fmla="*/ 48370 h 50215"/>
                  <a:gd name="connsiteX6" fmla="*/ 28183 w 50165"/>
                  <a:gd name="connsiteY6" fmla="*/ 48370 h 50215"/>
                  <a:gd name="connsiteX7" fmla="*/ 28183 w 50165"/>
                  <a:gd name="connsiteY7" fmla="*/ 27690 h 50215"/>
                  <a:gd name="connsiteX8" fmla="*/ 48863 w 50165"/>
                  <a:gd name="connsiteY8" fmla="*/ 27690 h 50215"/>
                  <a:gd name="connsiteX9" fmla="*/ 48863 w 50165"/>
                  <a:gd name="connsiteY9" fmla="*/ 18983 h 50215"/>
                  <a:gd name="connsiteX10" fmla="*/ 28183 w 50165"/>
                  <a:gd name="connsiteY10" fmla="*/ 18983 h 50215"/>
                  <a:gd name="connsiteX11" fmla="*/ 28183 w 50165"/>
                  <a:gd name="connsiteY11" fmla="*/ -1846 h 50215"/>
                  <a:gd name="connsiteX12" fmla="*/ 19377 w 50165"/>
                  <a:gd name="connsiteY12" fmla="*/ -1846 h 502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0165" h="50215">
                    <a:moveTo>
                      <a:pt x="19377" y="-1846"/>
                    </a:moveTo>
                    <a:lnTo>
                      <a:pt x="19377" y="18983"/>
                    </a:lnTo>
                    <a:lnTo>
                      <a:pt x="-1303" y="18983"/>
                    </a:lnTo>
                    <a:lnTo>
                      <a:pt x="-1303" y="27690"/>
                    </a:lnTo>
                    <a:lnTo>
                      <a:pt x="19377" y="27690"/>
                    </a:lnTo>
                    <a:lnTo>
                      <a:pt x="19377" y="48370"/>
                    </a:lnTo>
                    <a:lnTo>
                      <a:pt x="28183" y="48370"/>
                    </a:lnTo>
                    <a:lnTo>
                      <a:pt x="28183" y="27690"/>
                    </a:lnTo>
                    <a:lnTo>
                      <a:pt x="48863" y="27690"/>
                    </a:lnTo>
                    <a:lnTo>
                      <a:pt x="48863" y="18983"/>
                    </a:lnTo>
                    <a:lnTo>
                      <a:pt x="28183" y="18983"/>
                    </a:lnTo>
                    <a:lnTo>
                      <a:pt x="28183" y="-1846"/>
                    </a:lnTo>
                    <a:lnTo>
                      <a:pt x="19377" y="-1846"/>
                    </a:ln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814C7E53-5F64-C7DF-120C-010C0947B90C}"/>
                  </a:ext>
                </a:extLst>
              </p:cNvPr>
              <p:cNvSpPr/>
              <p:nvPr/>
            </p:nvSpPr>
            <p:spPr>
              <a:xfrm flipV="1">
                <a:off x="6723088" y="4706054"/>
                <a:ext cx="27976" cy="76285"/>
              </a:xfrm>
              <a:custGeom>
                <a:avLst/>
                <a:gdLst>
                  <a:gd name="connsiteX0" fmla="*/ 27008 w 27976"/>
                  <a:gd name="connsiteY0" fmla="*/ -1891 h 76285"/>
                  <a:gd name="connsiteX1" fmla="*/ 17688 w 27976"/>
                  <a:gd name="connsiteY1" fmla="*/ -1891 h 76285"/>
                  <a:gd name="connsiteX2" fmla="*/ 17688 w 27976"/>
                  <a:gd name="connsiteY2" fmla="*/ 57545 h 76285"/>
                  <a:gd name="connsiteX3" fmla="*/ 8849 w 27976"/>
                  <a:gd name="connsiteY3" fmla="*/ 51127 h 76285"/>
                  <a:gd name="connsiteX4" fmla="*/ -968 w 27976"/>
                  <a:gd name="connsiteY4" fmla="*/ 46301 h 76285"/>
                  <a:gd name="connsiteX5" fmla="*/ -968 w 27976"/>
                  <a:gd name="connsiteY5" fmla="*/ 55323 h 76285"/>
                  <a:gd name="connsiteX6" fmla="*/ 12713 w 27976"/>
                  <a:gd name="connsiteY6" fmla="*/ 64228 h 76285"/>
                  <a:gd name="connsiteX7" fmla="*/ 21005 w 27976"/>
                  <a:gd name="connsiteY7" fmla="*/ 74394 h 76285"/>
                  <a:gd name="connsiteX8" fmla="*/ 27008 w 27976"/>
                  <a:gd name="connsiteY8" fmla="*/ 74394 h 76285"/>
                  <a:gd name="connsiteX9" fmla="*/ 27008 w 27976"/>
                  <a:gd name="connsiteY9" fmla="*/ -1891 h 76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7976" h="76285">
                    <a:moveTo>
                      <a:pt x="27008" y="-1891"/>
                    </a:moveTo>
                    <a:lnTo>
                      <a:pt x="17688" y="-1891"/>
                    </a:lnTo>
                    <a:lnTo>
                      <a:pt x="17688" y="57545"/>
                    </a:lnTo>
                    <a:cubicBezTo>
                      <a:pt x="15444" y="55411"/>
                      <a:pt x="12498" y="53272"/>
                      <a:pt x="8849" y="51127"/>
                    </a:cubicBezTo>
                    <a:cubicBezTo>
                      <a:pt x="5201" y="48982"/>
                      <a:pt x="1928" y="47374"/>
                      <a:pt x="-968" y="46301"/>
                    </a:cubicBezTo>
                    <a:lnTo>
                      <a:pt x="-968" y="55323"/>
                    </a:lnTo>
                    <a:cubicBezTo>
                      <a:pt x="4250" y="57777"/>
                      <a:pt x="8811" y="60746"/>
                      <a:pt x="12713" y="64228"/>
                    </a:cubicBezTo>
                    <a:cubicBezTo>
                      <a:pt x="16616" y="67722"/>
                      <a:pt x="19380" y="71110"/>
                      <a:pt x="21005" y="74394"/>
                    </a:cubicBezTo>
                    <a:lnTo>
                      <a:pt x="27008" y="74394"/>
                    </a:lnTo>
                    <a:lnTo>
                      <a:pt x="27008" y="-1891"/>
                    </a:ln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3B1C68A3-F946-65EE-8B00-D95BD26FD842}"/>
                  </a:ext>
                </a:extLst>
              </p:cNvPr>
              <p:cNvSpPr/>
              <p:nvPr/>
            </p:nvSpPr>
            <p:spPr>
              <a:xfrm flipV="1">
                <a:off x="6774968" y="4706054"/>
                <a:ext cx="49535" cy="77578"/>
              </a:xfrm>
              <a:custGeom>
                <a:avLst/>
                <a:gdLst>
                  <a:gd name="connsiteX0" fmla="*/ -1180 w 49535"/>
                  <a:gd name="connsiteY0" fmla="*/ 36904 h 77578"/>
                  <a:gd name="connsiteX1" fmla="*/ 1589 w 49535"/>
                  <a:gd name="connsiteY1" fmla="*/ 58596 h 77578"/>
                  <a:gd name="connsiteX2" fmla="*/ 9815 w 49535"/>
                  <a:gd name="connsiteY2" fmla="*/ 71266 h 77578"/>
                  <a:gd name="connsiteX3" fmla="*/ 23579 w 49535"/>
                  <a:gd name="connsiteY3" fmla="*/ 75727 h 77578"/>
                  <a:gd name="connsiteX4" fmla="*/ 34309 w 49535"/>
                  <a:gd name="connsiteY4" fmla="*/ 73256 h 77578"/>
                  <a:gd name="connsiteX5" fmla="*/ 41921 w 49535"/>
                  <a:gd name="connsiteY5" fmla="*/ 66158 h 77578"/>
                  <a:gd name="connsiteX6" fmla="*/ 46647 w 49535"/>
                  <a:gd name="connsiteY6" fmla="*/ 54864 h 77578"/>
                  <a:gd name="connsiteX7" fmla="*/ 48355 w 49535"/>
                  <a:gd name="connsiteY7" fmla="*/ 36904 h 77578"/>
                  <a:gd name="connsiteX8" fmla="*/ 45602 w 49535"/>
                  <a:gd name="connsiteY8" fmla="*/ 15329 h 77578"/>
                  <a:gd name="connsiteX9" fmla="*/ 37393 w 49535"/>
                  <a:gd name="connsiteY9" fmla="*/ 2626 h 77578"/>
                  <a:gd name="connsiteX10" fmla="*/ 23579 w 49535"/>
                  <a:gd name="connsiteY10" fmla="*/ -1852 h 77578"/>
                  <a:gd name="connsiteX11" fmla="*/ 6332 w 49535"/>
                  <a:gd name="connsiteY11" fmla="*/ 6025 h 77578"/>
                  <a:gd name="connsiteX12" fmla="*/ -1180 w 49535"/>
                  <a:gd name="connsiteY12" fmla="*/ 36904 h 77578"/>
                  <a:gd name="connsiteX13" fmla="*/ 8405 w 49535"/>
                  <a:gd name="connsiteY13" fmla="*/ 36904 h 77578"/>
                  <a:gd name="connsiteX14" fmla="*/ 12783 w 49535"/>
                  <a:gd name="connsiteY14" fmla="*/ 11995 h 77578"/>
                  <a:gd name="connsiteX15" fmla="*/ 23579 w 49535"/>
                  <a:gd name="connsiteY15" fmla="*/ 5810 h 77578"/>
                  <a:gd name="connsiteX16" fmla="*/ 34392 w 49535"/>
                  <a:gd name="connsiteY16" fmla="*/ 12029 h 77578"/>
                  <a:gd name="connsiteX17" fmla="*/ 38770 w 49535"/>
                  <a:gd name="connsiteY17" fmla="*/ 36904 h 77578"/>
                  <a:gd name="connsiteX18" fmla="*/ 34392 w 49535"/>
                  <a:gd name="connsiteY18" fmla="*/ 61830 h 77578"/>
                  <a:gd name="connsiteX19" fmla="*/ 23480 w 49535"/>
                  <a:gd name="connsiteY19" fmla="*/ 67999 h 77578"/>
                  <a:gd name="connsiteX20" fmla="*/ 13214 w 49535"/>
                  <a:gd name="connsiteY20" fmla="*/ 62559 h 77578"/>
                  <a:gd name="connsiteX21" fmla="*/ 8405 w 49535"/>
                  <a:gd name="connsiteY21" fmla="*/ 36904 h 77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9535" h="77578">
                    <a:moveTo>
                      <a:pt x="-1180" y="36904"/>
                    </a:moveTo>
                    <a:cubicBezTo>
                      <a:pt x="-1180" y="45893"/>
                      <a:pt x="-257" y="53123"/>
                      <a:pt x="1589" y="58596"/>
                    </a:cubicBezTo>
                    <a:cubicBezTo>
                      <a:pt x="3436" y="64079"/>
                      <a:pt x="6177" y="68303"/>
                      <a:pt x="9815" y="71266"/>
                    </a:cubicBezTo>
                    <a:cubicBezTo>
                      <a:pt x="13463" y="74240"/>
                      <a:pt x="18051" y="75727"/>
                      <a:pt x="23579" y="75727"/>
                    </a:cubicBezTo>
                    <a:cubicBezTo>
                      <a:pt x="27659" y="75727"/>
                      <a:pt x="31235" y="74903"/>
                      <a:pt x="34309" y="73256"/>
                    </a:cubicBezTo>
                    <a:cubicBezTo>
                      <a:pt x="37382" y="71619"/>
                      <a:pt x="39920" y="69254"/>
                      <a:pt x="41921" y="66158"/>
                    </a:cubicBezTo>
                    <a:cubicBezTo>
                      <a:pt x="43933" y="63073"/>
                      <a:pt x="45508" y="59309"/>
                      <a:pt x="46647" y="54864"/>
                    </a:cubicBezTo>
                    <a:cubicBezTo>
                      <a:pt x="47786" y="50431"/>
                      <a:pt x="48355" y="44444"/>
                      <a:pt x="48355" y="36904"/>
                    </a:cubicBezTo>
                    <a:cubicBezTo>
                      <a:pt x="48355" y="27993"/>
                      <a:pt x="47438" y="20801"/>
                      <a:pt x="45602" y="15329"/>
                    </a:cubicBezTo>
                    <a:cubicBezTo>
                      <a:pt x="43778" y="9856"/>
                      <a:pt x="41042" y="5622"/>
                      <a:pt x="37393" y="2626"/>
                    </a:cubicBezTo>
                    <a:cubicBezTo>
                      <a:pt x="33756" y="-359"/>
                      <a:pt x="29151" y="-1852"/>
                      <a:pt x="23579" y="-1852"/>
                    </a:cubicBezTo>
                    <a:cubicBezTo>
                      <a:pt x="16260" y="-1852"/>
                      <a:pt x="10511" y="774"/>
                      <a:pt x="6332" y="6025"/>
                    </a:cubicBezTo>
                    <a:cubicBezTo>
                      <a:pt x="1324" y="12349"/>
                      <a:pt x="-1180" y="22642"/>
                      <a:pt x="-1180" y="36904"/>
                    </a:cubicBezTo>
                    <a:close/>
                    <a:moveTo>
                      <a:pt x="8405" y="36904"/>
                    </a:moveTo>
                    <a:cubicBezTo>
                      <a:pt x="8405" y="24433"/>
                      <a:pt x="9865" y="16130"/>
                      <a:pt x="12783" y="11995"/>
                    </a:cubicBezTo>
                    <a:cubicBezTo>
                      <a:pt x="15702" y="7872"/>
                      <a:pt x="19301" y="5810"/>
                      <a:pt x="23579" y="5810"/>
                    </a:cubicBezTo>
                    <a:cubicBezTo>
                      <a:pt x="27869" y="5810"/>
                      <a:pt x="31473" y="7883"/>
                      <a:pt x="34392" y="12029"/>
                    </a:cubicBezTo>
                    <a:cubicBezTo>
                      <a:pt x="37311" y="16175"/>
                      <a:pt x="38770" y="24466"/>
                      <a:pt x="38770" y="36904"/>
                    </a:cubicBezTo>
                    <a:cubicBezTo>
                      <a:pt x="38770" y="49419"/>
                      <a:pt x="37311" y="57728"/>
                      <a:pt x="34392" y="61830"/>
                    </a:cubicBezTo>
                    <a:cubicBezTo>
                      <a:pt x="31473" y="65942"/>
                      <a:pt x="27836" y="67999"/>
                      <a:pt x="23480" y="67999"/>
                    </a:cubicBezTo>
                    <a:cubicBezTo>
                      <a:pt x="19201" y="67999"/>
                      <a:pt x="15779" y="66186"/>
                      <a:pt x="13214" y="62559"/>
                    </a:cubicBezTo>
                    <a:cubicBezTo>
                      <a:pt x="10008" y="57938"/>
                      <a:pt x="8405" y="49386"/>
                      <a:pt x="8405" y="36904"/>
                    </a:cubicBez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FB3E7CC-BD53-F0B2-527F-5F0FC87E5BAA}"/>
                  </a:ext>
                </a:extLst>
              </p:cNvPr>
              <p:cNvSpPr/>
              <p:nvPr/>
            </p:nvSpPr>
            <p:spPr>
              <a:xfrm flipV="1">
                <a:off x="6834609" y="4707347"/>
                <a:ext cx="49187" cy="74991"/>
              </a:xfrm>
              <a:custGeom>
                <a:avLst/>
                <a:gdLst>
                  <a:gd name="connsiteX0" fmla="*/ -1200 w 49187"/>
                  <a:gd name="connsiteY0" fmla="*/ 64168 h 74991"/>
                  <a:gd name="connsiteX1" fmla="*/ -1200 w 49187"/>
                  <a:gd name="connsiteY1" fmla="*/ 73140 h 74991"/>
                  <a:gd name="connsiteX2" fmla="*/ 47987 w 49187"/>
                  <a:gd name="connsiteY2" fmla="*/ 73140 h 74991"/>
                  <a:gd name="connsiteX3" fmla="*/ 47987 w 49187"/>
                  <a:gd name="connsiteY3" fmla="*/ 65876 h 74991"/>
                  <a:gd name="connsiteX4" fmla="*/ 33593 w 49187"/>
                  <a:gd name="connsiteY4" fmla="*/ 45362 h 74991"/>
                  <a:gd name="connsiteX5" fmla="*/ 22598 w 49187"/>
                  <a:gd name="connsiteY5" fmla="*/ 19027 h 74991"/>
                  <a:gd name="connsiteX6" fmla="*/ 19016 w 49187"/>
                  <a:gd name="connsiteY6" fmla="*/ -1852 h 74991"/>
                  <a:gd name="connsiteX7" fmla="*/ 9430 w 49187"/>
                  <a:gd name="connsiteY7" fmla="*/ -1852 h 74991"/>
                  <a:gd name="connsiteX8" fmla="*/ 12946 w 49187"/>
                  <a:gd name="connsiteY8" fmla="*/ 19806 h 74991"/>
                  <a:gd name="connsiteX9" fmla="*/ 22614 w 49187"/>
                  <a:gd name="connsiteY9" fmla="*/ 44301 h 74991"/>
                  <a:gd name="connsiteX10" fmla="*/ 36014 w 49187"/>
                  <a:gd name="connsiteY10" fmla="*/ 64168 h 74991"/>
                  <a:gd name="connsiteX11" fmla="*/ -1200 w 49187"/>
                  <a:gd name="connsiteY11" fmla="*/ 64168 h 749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9187" h="74991">
                    <a:moveTo>
                      <a:pt x="-1200" y="64168"/>
                    </a:moveTo>
                    <a:lnTo>
                      <a:pt x="-1200" y="73140"/>
                    </a:lnTo>
                    <a:lnTo>
                      <a:pt x="47987" y="73140"/>
                    </a:lnTo>
                    <a:lnTo>
                      <a:pt x="47987" y="65876"/>
                    </a:lnTo>
                    <a:cubicBezTo>
                      <a:pt x="43145" y="60735"/>
                      <a:pt x="38347" y="53897"/>
                      <a:pt x="33593" y="45362"/>
                    </a:cubicBezTo>
                    <a:cubicBezTo>
                      <a:pt x="28850" y="36827"/>
                      <a:pt x="25185" y="28048"/>
                      <a:pt x="22598" y="19027"/>
                    </a:cubicBezTo>
                    <a:cubicBezTo>
                      <a:pt x="20729" y="12670"/>
                      <a:pt x="19535" y="5710"/>
                      <a:pt x="19016" y="-1852"/>
                    </a:cubicBezTo>
                    <a:lnTo>
                      <a:pt x="9430" y="-1852"/>
                    </a:lnTo>
                    <a:cubicBezTo>
                      <a:pt x="9530" y="4129"/>
                      <a:pt x="10702" y="11349"/>
                      <a:pt x="12946" y="19806"/>
                    </a:cubicBezTo>
                    <a:cubicBezTo>
                      <a:pt x="15190" y="28275"/>
                      <a:pt x="18413" y="36440"/>
                      <a:pt x="22614" y="44301"/>
                    </a:cubicBezTo>
                    <a:cubicBezTo>
                      <a:pt x="26815" y="52161"/>
                      <a:pt x="31282" y="58784"/>
                      <a:pt x="36014" y="64168"/>
                    </a:cubicBezTo>
                    <a:lnTo>
                      <a:pt x="-1200" y="64168"/>
                    </a:ln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44BDD906-44DF-386A-0762-6A7D5925770F}"/>
                  </a:ext>
                </a:extLst>
              </p:cNvPr>
              <p:cNvSpPr/>
              <p:nvPr/>
            </p:nvSpPr>
            <p:spPr>
              <a:xfrm flipV="1">
                <a:off x="6894781" y="4705075"/>
                <a:ext cx="81674" cy="80066"/>
              </a:xfrm>
              <a:custGeom>
                <a:avLst/>
                <a:gdLst>
                  <a:gd name="connsiteX0" fmla="*/ -2240 w 81674"/>
                  <a:gd name="connsiteY0" fmla="*/ 58695 h 80066"/>
                  <a:gd name="connsiteX1" fmla="*/ 1856 w 81674"/>
                  <a:gd name="connsiteY1" fmla="*/ 72525 h 80066"/>
                  <a:gd name="connsiteX2" fmla="*/ 13714 w 81674"/>
                  <a:gd name="connsiteY2" fmla="*/ 78230 h 80066"/>
                  <a:gd name="connsiteX3" fmla="*/ 25554 w 81674"/>
                  <a:gd name="connsiteY3" fmla="*/ 73122 h 80066"/>
                  <a:gd name="connsiteX4" fmla="*/ 30248 w 81674"/>
                  <a:gd name="connsiteY4" fmla="*/ 58131 h 80066"/>
                  <a:gd name="connsiteX5" fmla="*/ 25505 w 81674"/>
                  <a:gd name="connsiteY5" fmla="*/ 43288 h 80066"/>
                  <a:gd name="connsiteX6" fmla="*/ 13830 w 81674"/>
                  <a:gd name="connsiteY6" fmla="*/ 38081 h 80066"/>
                  <a:gd name="connsiteX7" fmla="*/ 2337 w 81674"/>
                  <a:gd name="connsiteY7" fmla="*/ 43205 h 80066"/>
                  <a:gd name="connsiteX8" fmla="*/ -2240 w 81674"/>
                  <a:gd name="connsiteY8" fmla="*/ 58695 h 80066"/>
                  <a:gd name="connsiteX9" fmla="*/ 13979 w 81674"/>
                  <a:gd name="connsiteY9" fmla="*/ 71812 h 80066"/>
                  <a:gd name="connsiteX10" fmla="*/ 8208 w 81674"/>
                  <a:gd name="connsiteY10" fmla="*/ 68794 h 80066"/>
                  <a:gd name="connsiteX11" fmla="*/ 5903 w 81674"/>
                  <a:gd name="connsiteY11" fmla="*/ 57766 h 80066"/>
                  <a:gd name="connsiteX12" fmla="*/ 8224 w 81674"/>
                  <a:gd name="connsiteY12" fmla="*/ 47467 h 80066"/>
                  <a:gd name="connsiteX13" fmla="*/ 13979 w 81674"/>
                  <a:gd name="connsiteY13" fmla="*/ 44499 h 80066"/>
                  <a:gd name="connsiteX14" fmla="*/ 19816 w 81674"/>
                  <a:gd name="connsiteY14" fmla="*/ 47501 h 80066"/>
                  <a:gd name="connsiteX15" fmla="*/ 22122 w 81674"/>
                  <a:gd name="connsiteY15" fmla="*/ 58496 h 80066"/>
                  <a:gd name="connsiteX16" fmla="*/ 19783 w 81674"/>
                  <a:gd name="connsiteY16" fmla="*/ 68827 h 80066"/>
                  <a:gd name="connsiteX17" fmla="*/ 13979 w 81674"/>
                  <a:gd name="connsiteY17" fmla="*/ 71812 h 80066"/>
                  <a:gd name="connsiteX18" fmla="*/ 14029 w 81674"/>
                  <a:gd name="connsiteY18" fmla="*/ -1836 h 80066"/>
                  <a:gd name="connsiteX19" fmla="*/ 55588 w 81674"/>
                  <a:gd name="connsiteY19" fmla="*/ 78230 h 80066"/>
                  <a:gd name="connsiteX20" fmla="*/ 63166 w 81674"/>
                  <a:gd name="connsiteY20" fmla="*/ 78230 h 80066"/>
                  <a:gd name="connsiteX21" fmla="*/ 21757 w 81674"/>
                  <a:gd name="connsiteY21" fmla="*/ -1836 h 80066"/>
                  <a:gd name="connsiteX22" fmla="*/ 14029 w 81674"/>
                  <a:gd name="connsiteY22" fmla="*/ -1836 h 80066"/>
                  <a:gd name="connsiteX23" fmla="*/ 46881 w 81674"/>
                  <a:gd name="connsiteY23" fmla="*/ 18794 h 80066"/>
                  <a:gd name="connsiteX24" fmla="*/ 50977 w 81674"/>
                  <a:gd name="connsiteY24" fmla="*/ 32658 h 80066"/>
                  <a:gd name="connsiteX25" fmla="*/ 62901 w 81674"/>
                  <a:gd name="connsiteY25" fmla="*/ 38330 h 80066"/>
                  <a:gd name="connsiteX26" fmla="*/ 74742 w 81674"/>
                  <a:gd name="connsiteY26" fmla="*/ 33222 h 80066"/>
                  <a:gd name="connsiteX27" fmla="*/ 79435 w 81674"/>
                  <a:gd name="connsiteY27" fmla="*/ 18230 h 80066"/>
                  <a:gd name="connsiteX28" fmla="*/ 74692 w 81674"/>
                  <a:gd name="connsiteY28" fmla="*/ 3371 h 80066"/>
                  <a:gd name="connsiteX29" fmla="*/ 62951 w 81674"/>
                  <a:gd name="connsiteY29" fmla="*/ -1836 h 80066"/>
                  <a:gd name="connsiteX30" fmla="*/ 51475 w 81674"/>
                  <a:gd name="connsiteY30" fmla="*/ 3322 h 80066"/>
                  <a:gd name="connsiteX31" fmla="*/ 46881 w 81674"/>
                  <a:gd name="connsiteY31" fmla="*/ 18794 h 80066"/>
                  <a:gd name="connsiteX32" fmla="*/ 63166 w 81674"/>
                  <a:gd name="connsiteY32" fmla="*/ 31912 h 80066"/>
                  <a:gd name="connsiteX33" fmla="*/ 57329 w 81674"/>
                  <a:gd name="connsiteY33" fmla="*/ 28894 h 80066"/>
                  <a:gd name="connsiteX34" fmla="*/ 55024 w 81674"/>
                  <a:gd name="connsiteY34" fmla="*/ 17866 h 80066"/>
                  <a:gd name="connsiteX35" fmla="*/ 57345 w 81674"/>
                  <a:gd name="connsiteY35" fmla="*/ 7600 h 80066"/>
                  <a:gd name="connsiteX36" fmla="*/ 63117 w 81674"/>
                  <a:gd name="connsiteY36" fmla="*/ 4599 h 80066"/>
                  <a:gd name="connsiteX37" fmla="*/ 68987 w 81674"/>
                  <a:gd name="connsiteY37" fmla="*/ 7600 h 80066"/>
                  <a:gd name="connsiteX38" fmla="*/ 71292 w 81674"/>
                  <a:gd name="connsiteY38" fmla="*/ 18595 h 80066"/>
                  <a:gd name="connsiteX39" fmla="*/ 68954 w 81674"/>
                  <a:gd name="connsiteY39" fmla="*/ 28927 h 80066"/>
                  <a:gd name="connsiteX40" fmla="*/ 63166 w 81674"/>
                  <a:gd name="connsiteY40" fmla="*/ 31912 h 80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81674" h="80066">
                    <a:moveTo>
                      <a:pt x="-2240" y="58695"/>
                    </a:moveTo>
                    <a:cubicBezTo>
                      <a:pt x="-2240" y="64123"/>
                      <a:pt x="-874" y="68733"/>
                      <a:pt x="1856" y="72525"/>
                    </a:cubicBezTo>
                    <a:cubicBezTo>
                      <a:pt x="4587" y="76329"/>
                      <a:pt x="8540" y="78230"/>
                      <a:pt x="13714" y="78230"/>
                    </a:cubicBezTo>
                    <a:cubicBezTo>
                      <a:pt x="18490" y="78230"/>
                      <a:pt x="22437" y="76528"/>
                      <a:pt x="25554" y="73122"/>
                    </a:cubicBezTo>
                    <a:cubicBezTo>
                      <a:pt x="28683" y="69728"/>
                      <a:pt x="30248" y="64731"/>
                      <a:pt x="30248" y="58131"/>
                    </a:cubicBezTo>
                    <a:cubicBezTo>
                      <a:pt x="30248" y="51707"/>
                      <a:pt x="28667" y="46760"/>
                      <a:pt x="25505" y="43288"/>
                    </a:cubicBezTo>
                    <a:cubicBezTo>
                      <a:pt x="22343" y="39817"/>
                      <a:pt x="18451" y="38081"/>
                      <a:pt x="13830" y="38081"/>
                    </a:cubicBezTo>
                    <a:cubicBezTo>
                      <a:pt x="9231" y="38081"/>
                      <a:pt x="5400" y="39789"/>
                      <a:pt x="2337" y="43205"/>
                    </a:cubicBezTo>
                    <a:cubicBezTo>
                      <a:pt x="-714" y="46622"/>
                      <a:pt x="-2240" y="51785"/>
                      <a:pt x="-2240" y="58695"/>
                    </a:cubicBezTo>
                    <a:close/>
                    <a:moveTo>
                      <a:pt x="13979" y="71812"/>
                    </a:moveTo>
                    <a:cubicBezTo>
                      <a:pt x="11668" y="71812"/>
                      <a:pt x="9745" y="70806"/>
                      <a:pt x="8208" y="68794"/>
                    </a:cubicBezTo>
                    <a:cubicBezTo>
                      <a:pt x="6671" y="66793"/>
                      <a:pt x="5903" y="63117"/>
                      <a:pt x="5903" y="57766"/>
                    </a:cubicBezTo>
                    <a:cubicBezTo>
                      <a:pt x="5903" y="52890"/>
                      <a:pt x="6677" y="49458"/>
                      <a:pt x="8224" y="47467"/>
                    </a:cubicBezTo>
                    <a:cubicBezTo>
                      <a:pt x="9783" y="45489"/>
                      <a:pt x="11702" y="44499"/>
                      <a:pt x="13979" y="44499"/>
                    </a:cubicBezTo>
                    <a:cubicBezTo>
                      <a:pt x="16334" y="44499"/>
                      <a:pt x="18280" y="45499"/>
                      <a:pt x="19816" y="47501"/>
                    </a:cubicBezTo>
                    <a:cubicBezTo>
                      <a:pt x="21353" y="49513"/>
                      <a:pt x="22122" y="53178"/>
                      <a:pt x="22122" y="58496"/>
                    </a:cubicBezTo>
                    <a:cubicBezTo>
                      <a:pt x="22122" y="63404"/>
                      <a:pt x="21342" y="66848"/>
                      <a:pt x="19783" y="68827"/>
                    </a:cubicBezTo>
                    <a:cubicBezTo>
                      <a:pt x="18224" y="70817"/>
                      <a:pt x="16290" y="71812"/>
                      <a:pt x="13979" y="71812"/>
                    </a:cubicBezTo>
                    <a:close/>
                    <a:moveTo>
                      <a:pt x="14029" y="-1836"/>
                    </a:moveTo>
                    <a:lnTo>
                      <a:pt x="55588" y="78230"/>
                    </a:lnTo>
                    <a:lnTo>
                      <a:pt x="63166" y="78230"/>
                    </a:lnTo>
                    <a:lnTo>
                      <a:pt x="21757" y="-1836"/>
                    </a:lnTo>
                    <a:lnTo>
                      <a:pt x="14029" y="-1836"/>
                    </a:lnTo>
                    <a:close/>
                    <a:moveTo>
                      <a:pt x="46881" y="18794"/>
                    </a:moveTo>
                    <a:cubicBezTo>
                      <a:pt x="46881" y="24256"/>
                      <a:pt x="48246" y="28877"/>
                      <a:pt x="50977" y="32658"/>
                    </a:cubicBezTo>
                    <a:cubicBezTo>
                      <a:pt x="53708" y="36439"/>
                      <a:pt x="57683" y="38330"/>
                      <a:pt x="62901" y="38330"/>
                    </a:cubicBezTo>
                    <a:cubicBezTo>
                      <a:pt x="67666" y="38330"/>
                      <a:pt x="71613" y="36627"/>
                      <a:pt x="74742" y="33222"/>
                    </a:cubicBezTo>
                    <a:cubicBezTo>
                      <a:pt x="77871" y="29828"/>
                      <a:pt x="79435" y="24831"/>
                      <a:pt x="79435" y="18230"/>
                    </a:cubicBezTo>
                    <a:cubicBezTo>
                      <a:pt x="79435" y="11796"/>
                      <a:pt x="77854" y="6843"/>
                      <a:pt x="74692" y="3371"/>
                    </a:cubicBezTo>
                    <a:cubicBezTo>
                      <a:pt x="71530" y="-100"/>
                      <a:pt x="67616" y="-1836"/>
                      <a:pt x="62951" y="-1836"/>
                    </a:cubicBezTo>
                    <a:cubicBezTo>
                      <a:pt x="58362" y="-1836"/>
                      <a:pt x="54537" y="-117"/>
                      <a:pt x="51475" y="3322"/>
                    </a:cubicBezTo>
                    <a:cubicBezTo>
                      <a:pt x="48412" y="6760"/>
                      <a:pt x="46881" y="11918"/>
                      <a:pt x="46881" y="18794"/>
                    </a:cubicBezTo>
                    <a:close/>
                    <a:moveTo>
                      <a:pt x="63166" y="31912"/>
                    </a:moveTo>
                    <a:cubicBezTo>
                      <a:pt x="60811" y="31912"/>
                      <a:pt x="58866" y="30906"/>
                      <a:pt x="57329" y="28894"/>
                    </a:cubicBezTo>
                    <a:cubicBezTo>
                      <a:pt x="55792" y="26893"/>
                      <a:pt x="55024" y="23217"/>
                      <a:pt x="55024" y="17866"/>
                    </a:cubicBezTo>
                    <a:cubicBezTo>
                      <a:pt x="55024" y="13023"/>
                      <a:pt x="55798" y="9601"/>
                      <a:pt x="57345" y="7600"/>
                    </a:cubicBezTo>
                    <a:cubicBezTo>
                      <a:pt x="58904" y="5599"/>
                      <a:pt x="60828" y="4599"/>
                      <a:pt x="63117" y="4599"/>
                    </a:cubicBezTo>
                    <a:cubicBezTo>
                      <a:pt x="65493" y="4599"/>
                      <a:pt x="67450" y="5599"/>
                      <a:pt x="68987" y="7600"/>
                    </a:cubicBezTo>
                    <a:cubicBezTo>
                      <a:pt x="70524" y="9601"/>
                      <a:pt x="71292" y="13266"/>
                      <a:pt x="71292" y="18595"/>
                    </a:cubicBezTo>
                    <a:cubicBezTo>
                      <a:pt x="71292" y="23493"/>
                      <a:pt x="70513" y="26937"/>
                      <a:pt x="68954" y="28927"/>
                    </a:cubicBezTo>
                    <a:cubicBezTo>
                      <a:pt x="67406" y="30917"/>
                      <a:pt x="65477" y="31912"/>
                      <a:pt x="63166" y="31912"/>
                    </a:cubicBez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8" name="Graphic 988">
              <a:extLst>
                <a:ext uri="{FF2B5EF4-FFF2-40B4-BE49-F238E27FC236}">
                  <a16:creationId xmlns:a16="http://schemas.microsoft.com/office/drawing/2014/main" id="{5A6FD682-36AC-F3C1-B5DE-D760A937F2A5}"/>
                </a:ext>
              </a:extLst>
            </p:cNvPr>
            <p:cNvGrpSpPr/>
            <p:nvPr/>
          </p:nvGrpSpPr>
          <p:grpSpPr>
            <a:xfrm>
              <a:off x="5973338" y="4928681"/>
              <a:ext cx="261976" cy="80066"/>
              <a:chOff x="7157748" y="5263986"/>
              <a:chExt cx="261976" cy="80066"/>
            </a:xfrm>
            <a:solidFill>
              <a:srgbClr val="262626"/>
            </a:solidFill>
          </p:grpSpPr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E59CADEA-5697-3669-E603-8F08B4BCF45B}"/>
                  </a:ext>
                </a:extLst>
              </p:cNvPr>
              <p:cNvSpPr/>
              <p:nvPr/>
            </p:nvSpPr>
            <p:spPr>
              <a:xfrm flipV="1">
                <a:off x="7157748" y="5278746"/>
                <a:ext cx="50165" cy="50215"/>
              </a:xfrm>
              <a:custGeom>
                <a:avLst/>
                <a:gdLst>
                  <a:gd name="connsiteX0" fmla="*/ 19434 w 50165"/>
                  <a:gd name="connsiteY0" fmla="*/ -1783 h 50215"/>
                  <a:gd name="connsiteX1" fmla="*/ 19434 w 50165"/>
                  <a:gd name="connsiteY1" fmla="*/ 19046 h 50215"/>
                  <a:gd name="connsiteX2" fmla="*/ -1246 w 50165"/>
                  <a:gd name="connsiteY2" fmla="*/ 19046 h 50215"/>
                  <a:gd name="connsiteX3" fmla="*/ -1246 w 50165"/>
                  <a:gd name="connsiteY3" fmla="*/ 27753 h 50215"/>
                  <a:gd name="connsiteX4" fmla="*/ 19434 w 50165"/>
                  <a:gd name="connsiteY4" fmla="*/ 27753 h 50215"/>
                  <a:gd name="connsiteX5" fmla="*/ 19434 w 50165"/>
                  <a:gd name="connsiteY5" fmla="*/ 48433 h 50215"/>
                  <a:gd name="connsiteX6" fmla="*/ 28240 w 50165"/>
                  <a:gd name="connsiteY6" fmla="*/ 48433 h 50215"/>
                  <a:gd name="connsiteX7" fmla="*/ 28240 w 50165"/>
                  <a:gd name="connsiteY7" fmla="*/ 27753 h 50215"/>
                  <a:gd name="connsiteX8" fmla="*/ 48920 w 50165"/>
                  <a:gd name="connsiteY8" fmla="*/ 27753 h 50215"/>
                  <a:gd name="connsiteX9" fmla="*/ 48920 w 50165"/>
                  <a:gd name="connsiteY9" fmla="*/ 19046 h 50215"/>
                  <a:gd name="connsiteX10" fmla="*/ 28240 w 50165"/>
                  <a:gd name="connsiteY10" fmla="*/ 19046 h 50215"/>
                  <a:gd name="connsiteX11" fmla="*/ 28240 w 50165"/>
                  <a:gd name="connsiteY11" fmla="*/ -1783 h 50215"/>
                  <a:gd name="connsiteX12" fmla="*/ 19434 w 50165"/>
                  <a:gd name="connsiteY12" fmla="*/ -1783 h 502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0165" h="50215">
                    <a:moveTo>
                      <a:pt x="19434" y="-1783"/>
                    </a:moveTo>
                    <a:lnTo>
                      <a:pt x="19434" y="19046"/>
                    </a:lnTo>
                    <a:lnTo>
                      <a:pt x="-1246" y="19046"/>
                    </a:lnTo>
                    <a:lnTo>
                      <a:pt x="-1246" y="27753"/>
                    </a:lnTo>
                    <a:lnTo>
                      <a:pt x="19434" y="27753"/>
                    </a:lnTo>
                    <a:lnTo>
                      <a:pt x="19434" y="48433"/>
                    </a:lnTo>
                    <a:lnTo>
                      <a:pt x="28240" y="48433"/>
                    </a:lnTo>
                    <a:lnTo>
                      <a:pt x="28240" y="27753"/>
                    </a:lnTo>
                    <a:lnTo>
                      <a:pt x="48920" y="27753"/>
                    </a:lnTo>
                    <a:lnTo>
                      <a:pt x="48920" y="19046"/>
                    </a:lnTo>
                    <a:lnTo>
                      <a:pt x="28240" y="19046"/>
                    </a:lnTo>
                    <a:lnTo>
                      <a:pt x="28240" y="-1783"/>
                    </a:lnTo>
                    <a:lnTo>
                      <a:pt x="19434" y="-1783"/>
                    </a:ln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C2BDCE7F-3FEB-0ED4-B8FA-753203B99EDD}"/>
                  </a:ext>
                </a:extLst>
              </p:cNvPr>
              <p:cNvSpPr/>
              <p:nvPr/>
            </p:nvSpPr>
            <p:spPr>
              <a:xfrm flipV="1">
                <a:off x="7217035" y="5264964"/>
                <a:ext cx="50223" cy="76285"/>
              </a:xfrm>
              <a:custGeom>
                <a:avLst/>
                <a:gdLst>
                  <a:gd name="connsiteX0" fmla="*/ 49145 w 50223"/>
                  <a:gd name="connsiteY0" fmla="*/ 7144 h 76285"/>
                  <a:gd name="connsiteX1" fmla="*/ 49145 w 50223"/>
                  <a:gd name="connsiteY1" fmla="*/ -1828 h 76285"/>
                  <a:gd name="connsiteX2" fmla="*/ -1071 w 50223"/>
                  <a:gd name="connsiteY2" fmla="*/ -1828 h 76285"/>
                  <a:gd name="connsiteX3" fmla="*/ 7 w 50223"/>
                  <a:gd name="connsiteY3" fmla="*/ 4656 h 76285"/>
                  <a:gd name="connsiteX4" fmla="*/ 6143 w 50223"/>
                  <a:gd name="connsiteY4" fmla="*/ 14756 h 76285"/>
                  <a:gd name="connsiteX5" fmla="*/ 18365 w 50223"/>
                  <a:gd name="connsiteY5" fmla="*/ 26265 h 76285"/>
                  <a:gd name="connsiteX6" fmla="*/ 35098 w 50223"/>
                  <a:gd name="connsiteY6" fmla="*/ 42351 h 76285"/>
                  <a:gd name="connsiteX7" fmla="*/ 39460 w 50223"/>
                  <a:gd name="connsiteY7" fmla="*/ 53578 h 76285"/>
                  <a:gd name="connsiteX8" fmla="*/ 35480 w 50223"/>
                  <a:gd name="connsiteY8" fmla="*/ 62915 h 76285"/>
                  <a:gd name="connsiteX9" fmla="*/ 25148 w 50223"/>
                  <a:gd name="connsiteY9" fmla="*/ 66729 h 76285"/>
                  <a:gd name="connsiteX10" fmla="*/ 14369 w 50223"/>
                  <a:gd name="connsiteY10" fmla="*/ 62683 h 76285"/>
                  <a:gd name="connsiteX11" fmla="*/ 10273 w 50223"/>
                  <a:gd name="connsiteY11" fmla="*/ 51505 h 76285"/>
                  <a:gd name="connsiteX12" fmla="*/ 687 w 50223"/>
                  <a:gd name="connsiteY12" fmla="*/ 52484 h 76285"/>
                  <a:gd name="connsiteX13" fmla="*/ 8083 w 50223"/>
                  <a:gd name="connsiteY13" fmla="*/ 68835 h 76285"/>
                  <a:gd name="connsiteX14" fmla="*/ 25364 w 50223"/>
                  <a:gd name="connsiteY14" fmla="*/ 74457 h 76285"/>
                  <a:gd name="connsiteX15" fmla="*/ 42660 w 50223"/>
                  <a:gd name="connsiteY15" fmla="*/ 68388 h 76285"/>
                  <a:gd name="connsiteX16" fmla="*/ 49045 w 50223"/>
                  <a:gd name="connsiteY16" fmla="*/ 53363 h 76285"/>
                  <a:gd name="connsiteX17" fmla="*/ 47171 w 50223"/>
                  <a:gd name="connsiteY17" fmla="*/ 44391 h 76285"/>
                  <a:gd name="connsiteX18" fmla="*/ 40986 w 50223"/>
                  <a:gd name="connsiteY18" fmla="*/ 35121 h 76285"/>
                  <a:gd name="connsiteX19" fmla="*/ 26607 w 50223"/>
                  <a:gd name="connsiteY19" fmla="*/ 21754 h 76285"/>
                  <a:gd name="connsiteX20" fmla="*/ 15811 w 50223"/>
                  <a:gd name="connsiteY20" fmla="*/ 12185 h 76285"/>
                  <a:gd name="connsiteX21" fmla="*/ 11881 w 50223"/>
                  <a:gd name="connsiteY21" fmla="*/ 7144 h 76285"/>
                  <a:gd name="connsiteX22" fmla="*/ 49145 w 50223"/>
                  <a:gd name="connsiteY22" fmla="*/ 7144 h 76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0223" h="76285">
                    <a:moveTo>
                      <a:pt x="49145" y="7144"/>
                    </a:moveTo>
                    <a:lnTo>
                      <a:pt x="49145" y="-1828"/>
                    </a:lnTo>
                    <a:lnTo>
                      <a:pt x="-1071" y="-1828"/>
                    </a:lnTo>
                    <a:cubicBezTo>
                      <a:pt x="-1137" y="417"/>
                      <a:pt x="-778" y="2578"/>
                      <a:pt x="7" y="4656"/>
                    </a:cubicBezTo>
                    <a:cubicBezTo>
                      <a:pt x="1290" y="8073"/>
                      <a:pt x="3335" y="11439"/>
                      <a:pt x="6143" y="14756"/>
                    </a:cubicBezTo>
                    <a:cubicBezTo>
                      <a:pt x="8962" y="18073"/>
                      <a:pt x="13037" y="21909"/>
                      <a:pt x="18365" y="26265"/>
                    </a:cubicBezTo>
                    <a:cubicBezTo>
                      <a:pt x="26624" y="33031"/>
                      <a:pt x="32202" y="38393"/>
                      <a:pt x="35098" y="42351"/>
                    </a:cubicBezTo>
                    <a:cubicBezTo>
                      <a:pt x="38006" y="46309"/>
                      <a:pt x="39460" y="50052"/>
                      <a:pt x="39460" y="53578"/>
                    </a:cubicBezTo>
                    <a:cubicBezTo>
                      <a:pt x="39460" y="57271"/>
                      <a:pt x="38133" y="60383"/>
                      <a:pt x="35480" y="62915"/>
                    </a:cubicBezTo>
                    <a:cubicBezTo>
                      <a:pt x="32837" y="65458"/>
                      <a:pt x="29394" y="66729"/>
                      <a:pt x="25148" y="66729"/>
                    </a:cubicBezTo>
                    <a:cubicBezTo>
                      <a:pt x="20659" y="66729"/>
                      <a:pt x="17066" y="65380"/>
                      <a:pt x="14369" y="62683"/>
                    </a:cubicBezTo>
                    <a:cubicBezTo>
                      <a:pt x="11671" y="59996"/>
                      <a:pt x="10306" y="56270"/>
                      <a:pt x="10273" y="51505"/>
                    </a:cubicBezTo>
                    <a:lnTo>
                      <a:pt x="687" y="52484"/>
                    </a:lnTo>
                    <a:cubicBezTo>
                      <a:pt x="1339" y="59637"/>
                      <a:pt x="3805" y="65087"/>
                      <a:pt x="8083" y="68835"/>
                    </a:cubicBezTo>
                    <a:cubicBezTo>
                      <a:pt x="12373" y="72583"/>
                      <a:pt x="18133" y="74457"/>
                      <a:pt x="25364" y="74457"/>
                    </a:cubicBezTo>
                    <a:cubicBezTo>
                      <a:pt x="32649" y="74457"/>
                      <a:pt x="38415" y="72434"/>
                      <a:pt x="42660" y="68388"/>
                    </a:cubicBezTo>
                    <a:cubicBezTo>
                      <a:pt x="46917" y="64352"/>
                      <a:pt x="49045" y="59344"/>
                      <a:pt x="49045" y="53363"/>
                    </a:cubicBezTo>
                    <a:cubicBezTo>
                      <a:pt x="49045" y="50322"/>
                      <a:pt x="48421" y="47332"/>
                      <a:pt x="47171" y="44391"/>
                    </a:cubicBezTo>
                    <a:cubicBezTo>
                      <a:pt x="45933" y="41461"/>
                      <a:pt x="43871" y="38371"/>
                      <a:pt x="40986" y="35121"/>
                    </a:cubicBezTo>
                    <a:cubicBezTo>
                      <a:pt x="38100" y="31870"/>
                      <a:pt x="33307" y="27415"/>
                      <a:pt x="26607" y="21754"/>
                    </a:cubicBezTo>
                    <a:cubicBezTo>
                      <a:pt x="21002" y="17056"/>
                      <a:pt x="17404" y="13866"/>
                      <a:pt x="15811" y="12185"/>
                    </a:cubicBezTo>
                    <a:cubicBezTo>
                      <a:pt x="14231" y="10516"/>
                      <a:pt x="12920" y="8836"/>
                      <a:pt x="11881" y="7144"/>
                    </a:cubicBezTo>
                    <a:lnTo>
                      <a:pt x="49145" y="7144"/>
                    </a:ln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ABE57827-ED33-52AB-2077-8C81085E2E75}"/>
                  </a:ext>
                </a:extLst>
              </p:cNvPr>
              <p:cNvSpPr/>
              <p:nvPr/>
            </p:nvSpPr>
            <p:spPr>
              <a:xfrm flipV="1">
                <a:off x="7277878" y="5266258"/>
                <a:ext cx="49187" cy="74991"/>
              </a:xfrm>
              <a:custGeom>
                <a:avLst/>
                <a:gdLst>
                  <a:gd name="connsiteX0" fmla="*/ -1150 w 49187"/>
                  <a:gd name="connsiteY0" fmla="*/ 64231 h 74991"/>
                  <a:gd name="connsiteX1" fmla="*/ -1150 w 49187"/>
                  <a:gd name="connsiteY1" fmla="*/ 73203 h 74991"/>
                  <a:gd name="connsiteX2" fmla="*/ 48037 w 49187"/>
                  <a:gd name="connsiteY2" fmla="*/ 73203 h 74991"/>
                  <a:gd name="connsiteX3" fmla="*/ 48037 w 49187"/>
                  <a:gd name="connsiteY3" fmla="*/ 65939 h 74991"/>
                  <a:gd name="connsiteX4" fmla="*/ 33643 w 49187"/>
                  <a:gd name="connsiteY4" fmla="*/ 45425 h 74991"/>
                  <a:gd name="connsiteX5" fmla="*/ 22648 w 49187"/>
                  <a:gd name="connsiteY5" fmla="*/ 19090 h 74991"/>
                  <a:gd name="connsiteX6" fmla="*/ 19066 w 49187"/>
                  <a:gd name="connsiteY6" fmla="*/ -1789 h 74991"/>
                  <a:gd name="connsiteX7" fmla="*/ 9480 w 49187"/>
                  <a:gd name="connsiteY7" fmla="*/ -1789 h 74991"/>
                  <a:gd name="connsiteX8" fmla="*/ 12996 w 49187"/>
                  <a:gd name="connsiteY8" fmla="*/ 19870 h 74991"/>
                  <a:gd name="connsiteX9" fmla="*/ 22664 w 49187"/>
                  <a:gd name="connsiteY9" fmla="*/ 44364 h 74991"/>
                  <a:gd name="connsiteX10" fmla="*/ 36064 w 49187"/>
                  <a:gd name="connsiteY10" fmla="*/ 64231 h 74991"/>
                  <a:gd name="connsiteX11" fmla="*/ -1150 w 49187"/>
                  <a:gd name="connsiteY11" fmla="*/ 64231 h 749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9187" h="74991">
                    <a:moveTo>
                      <a:pt x="-1150" y="64231"/>
                    </a:moveTo>
                    <a:lnTo>
                      <a:pt x="-1150" y="73203"/>
                    </a:lnTo>
                    <a:lnTo>
                      <a:pt x="48037" y="73203"/>
                    </a:lnTo>
                    <a:lnTo>
                      <a:pt x="48037" y="65939"/>
                    </a:lnTo>
                    <a:cubicBezTo>
                      <a:pt x="43195" y="60798"/>
                      <a:pt x="38397" y="53960"/>
                      <a:pt x="33643" y="45425"/>
                    </a:cubicBezTo>
                    <a:cubicBezTo>
                      <a:pt x="28900" y="36890"/>
                      <a:pt x="25235" y="28112"/>
                      <a:pt x="22648" y="19090"/>
                    </a:cubicBezTo>
                    <a:cubicBezTo>
                      <a:pt x="20779" y="12733"/>
                      <a:pt x="19585" y="5773"/>
                      <a:pt x="19066" y="-1789"/>
                    </a:cubicBezTo>
                    <a:lnTo>
                      <a:pt x="9480" y="-1789"/>
                    </a:lnTo>
                    <a:cubicBezTo>
                      <a:pt x="9580" y="4192"/>
                      <a:pt x="10752" y="11412"/>
                      <a:pt x="12996" y="19870"/>
                    </a:cubicBezTo>
                    <a:cubicBezTo>
                      <a:pt x="15240" y="28338"/>
                      <a:pt x="18463" y="36503"/>
                      <a:pt x="22664" y="44364"/>
                    </a:cubicBezTo>
                    <a:cubicBezTo>
                      <a:pt x="26865" y="52224"/>
                      <a:pt x="31332" y="58847"/>
                      <a:pt x="36064" y="64231"/>
                    </a:cubicBezTo>
                    <a:lnTo>
                      <a:pt x="-1150" y="64231"/>
                    </a:ln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D0FD35C7-E780-D723-DB0B-D42016D121D4}"/>
                  </a:ext>
                </a:extLst>
              </p:cNvPr>
              <p:cNvSpPr/>
              <p:nvPr/>
            </p:nvSpPr>
            <p:spPr>
              <a:xfrm flipV="1">
                <a:off x="7338050" y="5263986"/>
                <a:ext cx="81674" cy="80066"/>
              </a:xfrm>
              <a:custGeom>
                <a:avLst/>
                <a:gdLst>
                  <a:gd name="connsiteX0" fmla="*/ -2190 w 81674"/>
                  <a:gd name="connsiteY0" fmla="*/ 58758 h 80066"/>
                  <a:gd name="connsiteX1" fmla="*/ 1906 w 81674"/>
                  <a:gd name="connsiteY1" fmla="*/ 72589 h 80066"/>
                  <a:gd name="connsiteX2" fmla="*/ 13764 w 81674"/>
                  <a:gd name="connsiteY2" fmla="*/ 78293 h 80066"/>
                  <a:gd name="connsiteX3" fmla="*/ 25605 w 81674"/>
                  <a:gd name="connsiteY3" fmla="*/ 73186 h 80066"/>
                  <a:gd name="connsiteX4" fmla="*/ 30298 w 81674"/>
                  <a:gd name="connsiteY4" fmla="*/ 58194 h 80066"/>
                  <a:gd name="connsiteX5" fmla="*/ 25555 w 81674"/>
                  <a:gd name="connsiteY5" fmla="*/ 43352 h 80066"/>
                  <a:gd name="connsiteX6" fmla="*/ 13880 w 81674"/>
                  <a:gd name="connsiteY6" fmla="*/ 38144 h 80066"/>
                  <a:gd name="connsiteX7" fmla="*/ 2387 w 81674"/>
                  <a:gd name="connsiteY7" fmla="*/ 43269 h 80066"/>
                  <a:gd name="connsiteX8" fmla="*/ -2190 w 81674"/>
                  <a:gd name="connsiteY8" fmla="*/ 58758 h 80066"/>
                  <a:gd name="connsiteX9" fmla="*/ 14029 w 81674"/>
                  <a:gd name="connsiteY9" fmla="*/ 71876 h 80066"/>
                  <a:gd name="connsiteX10" fmla="*/ 8258 w 81674"/>
                  <a:gd name="connsiteY10" fmla="*/ 68857 h 80066"/>
                  <a:gd name="connsiteX11" fmla="*/ 5953 w 81674"/>
                  <a:gd name="connsiteY11" fmla="*/ 57829 h 80066"/>
                  <a:gd name="connsiteX12" fmla="*/ 8275 w 81674"/>
                  <a:gd name="connsiteY12" fmla="*/ 47531 h 80066"/>
                  <a:gd name="connsiteX13" fmla="*/ 14029 w 81674"/>
                  <a:gd name="connsiteY13" fmla="*/ 44562 h 80066"/>
                  <a:gd name="connsiteX14" fmla="*/ 19867 w 81674"/>
                  <a:gd name="connsiteY14" fmla="*/ 47564 h 80066"/>
                  <a:gd name="connsiteX15" fmla="*/ 22172 w 81674"/>
                  <a:gd name="connsiteY15" fmla="*/ 58559 h 80066"/>
                  <a:gd name="connsiteX16" fmla="*/ 19833 w 81674"/>
                  <a:gd name="connsiteY16" fmla="*/ 68890 h 80066"/>
                  <a:gd name="connsiteX17" fmla="*/ 14029 w 81674"/>
                  <a:gd name="connsiteY17" fmla="*/ 71876 h 80066"/>
                  <a:gd name="connsiteX18" fmla="*/ 14079 w 81674"/>
                  <a:gd name="connsiteY18" fmla="*/ -1773 h 80066"/>
                  <a:gd name="connsiteX19" fmla="*/ 55638 w 81674"/>
                  <a:gd name="connsiteY19" fmla="*/ 78293 h 80066"/>
                  <a:gd name="connsiteX20" fmla="*/ 63216 w 81674"/>
                  <a:gd name="connsiteY20" fmla="*/ 78293 h 80066"/>
                  <a:gd name="connsiteX21" fmla="*/ 21807 w 81674"/>
                  <a:gd name="connsiteY21" fmla="*/ -1773 h 80066"/>
                  <a:gd name="connsiteX22" fmla="*/ 14079 w 81674"/>
                  <a:gd name="connsiteY22" fmla="*/ -1773 h 80066"/>
                  <a:gd name="connsiteX23" fmla="*/ 46931 w 81674"/>
                  <a:gd name="connsiteY23" fmla="*/ 18857 h 80066"/>
                  <a:gd name="connsiteX24" fmla="*/ 51027 w 81674"/>
                  <a:gd name="connsiteY24" fmla="*/ 32721 h 80066"/>
                  <a:gd name="connsiteX25" fmla="*/ 62951 w 81674"/>
                  <a:gd name="connsiteY25" fmla="*/ 38393 h 80066"/>
                  <a:gd name="connsiteX26" fmla="*/ 74792 w 81674"/>
                  <a:gd name="connsiteY26" fmla="*/ 33285 h 80066"/>
                  <a:gd name="connsiteX27" fmla="*/ 79485 w 81674"/>
                  <a:gd name="connsiteY27" fmla="*/ 18294 h 80066"/>
                  <a:gd name="connsiteX28" fmla="*/ 74742 w 81674"/>
                  <a:gd name="connsiteY28" fmla="*/ 3435 h 80066"/>
                  <a:gd name="connsiteX29" fmla="*/ 63001 w 81674"/>
                  <a:gd name="connsiteY29" fmla="*/ -1773 h 80066"/>
                  <a:gd name="connsiteX30" fmla="*/ 51525 w 81674"/>
                  <a:gd name="connsiteY30" fmla="*/ 3385 h 80066"/>
                  <a:gd name="connsiteX31" fmla="*/ 46931 w 81674"/>
                  <a:gd name="connsiteY31" fmla="*/ 18857 h 80066"/>
                  <a:gd name="connsiteX32" fmla="*/ 63216 w 81674"/>
                  <a:gd name="connsiteY32" fmla="*/ 31975 h 80066"/>
                  <a:gd name="connsiteX33" fmla="*/ 57379 w 81674"/>
                  <a:gd name="connsiteY33" fmla="*/ 28957 h 80066"/>
                  <a:gd name="connsiteX34" fmla="*/ 55074 w 81674"/>
                  <a:gd name="connsiteY34" fmla="*/ 17929 h 80066"/>
                  <a:gd name="connsiteX35" fmla="*/ 57395 w 81674"/>
                  <a:gd name="connsiteY35" fmla="*/ 7663 h 80066"/>
                  <a:gd name="connsiteX36" fmla="*/ 63167 w 81674"/>
                  <a:gd name="connsiteY36" fmla="*/ 4662 h 80066"/>
                  <a:gd name="connsiteX37" fmla="*/ 69037 w 81674"/>
                  <a:gd name="connsiteY37" fmla="*/ 7663 h 80066"/>
                  <a:gd name="connsiteX38" fmla="*/ 71342 w 81674"/>
                  <a:gd name="connsiteY38" fmla="*/ 18658 h 80066"/>
                  <a:gd name="connsiteX39" fmla="*/ 69004 w 81674"/>
                  <a:gd name="connsiteY39" fmla="*/ 28990 h 80066"/>
                  <a:gd name="connsiteX40" fmla="*/ 63216 w 81674"/>
                  <a:gd name="connsiteY40" fmla="*/ 31975 h 80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81674" h="80066">
                    <a:moveTo>
                      <a:pt x="-2190" y="58758"/>
                    </a:moveTo>
                    <a:cubicBezTo>
                      <a:pt x="-2190" y="64186"/>
                      <a:pt x="-824" y="68796"/>
                      <a:pt x="1906" y="72589"/>
                    </a:cubicBezTo>
                    <a:cubicBezTo>
                      <a:pt x="4637" y="76392"/>
                      <a:pt x="8590" y="78293"/>
                      <a:pt x="13764" y="78293"/>
                    </a:cubicBezTo>
                    <a:cubicBezTo>
                      <a:pt x="18540" y="78293"/>
                      <a:pt x="22487" y="76591"/>
                      <a:pt x="25605" y="73186"/>
                    </a:cubicBezTo>
                    <a:cubicBezTo>
                      <a:pt x="28733" y="69791"/>
                      <a:pt x="30298" y="64794"/>
                      <a:pt x="30298" y="58194"/>
                    </a:cubicBezTo>
                    <a:cubicBezTo>
                      <a:pt x="30298" y="51771"/>
                      <a:pt x="28717" y="46823"/>
                      <a:pt x="25555" y="43352"/>
                    </a:cubicBezTo>
                    <a:cubicBezTo>
                      <a:pt x="22393" y="39880"/>
                      <a:pt x="18501" y="38144"/>
                      <a:pt x="13880" y="38144"/>
                    </a:cubicBezTo>
                    <a:cubicBezTo>
                      <a:pt x="9281" y="38144"/>
                      <a:pt x="5450" y="39852"/>
                      <a:pt x="2387" y="43269"/>
                    </a:cubicBezTo>
                    <a:cubicBezTo>
                      <a:pt x="-664" y="46685"/>
                      <a:pt x="-2190" y="51848"/>
                      <a:pt x="-2190" y="58758"/>
                    </a:cubicBezTo>
                    <a:close/>
                    <a:moveTo>
                      <a:pt x="14029" y="71876"/>
                    </a:moveTo>
                    <a:cubicBezTo>
                      <a:pt x="11718" y="71876"/>
                      <a:pt x="9795" y="70869"/>
                      <a:pt x="8258" y="68857"/>
                    </a:cubicBezTo>
                    <a:cubicBezTo>
                      <a:pt x="6721" y="66856"/>
                      <a:pt x="5953" y="63180"/>
                      <a:pt x="5953" y="57829"/>
                    </a:cubicBezTo>
                    <a:cubicBezTo>
                      <a:pt x="5953" y="52954"/>
                      <a:pt x="6727" y="49521"/>
                      <a:pt x="8275" y="47531"/>
                    </a:cubicBezTo>
                    <a:cubicBezTo>
                      <a:pt x="9833" y="45552"/>
                      <a:pt x="11752" y="44562"/>
                      <a:pt x="14029" y="44562"/>
                    </a:cubicBezTo>
                    <a:cubicBezTo>
                      <a:pt x="16384" y="44562"/>
                      <a:pt x="18330" y="45563"/>
                      <a:pt x="19867" y="47564"/>
                    </a:cubicBezTo>
                    <a:cubicBezTo>
                      <a:pt x="21403" y="49576"/>
                      <a:pt x="22172" y="53241"/>
                      <a:pt x="22172" y="58559"/>
                    </a:cubicBezTo>
                    <a:cubicBezTo>
                      <a:pt x="22172" y="63468"/>
                      <a:pt x="21392" y="66912"/>
                      <a:pt x="19833" y="68890"/>
                    </a:cubicBezTo>
                    <a:cubicBezTo>
                      <a:pt x="18275" y="70881"/>
                      <a:pt x="16340" y="71876"/>
                      <a:pt x="14029" y="71876"/>
                    </a:cubicBezTo>
                    <a:close/>
                    <a:moveTo>
                      <a:pt x="14079" y="-1773"/>
                    </a:moveTo>
                    <a:lnTo>
                      <a:pt x="55638" y="78293"/>
                    </a:lnTo>
                    <a:lnTo>
                      <a:pt x="63216" y="78293"/>
                    </a:lnTo>
                    <a:lnTo>
                      <a:pt x="21807" y="-1773"/>
                    </a:lnTo>
                    <a:lnTo>
                      <a:pt x="14079" y="-1773"/>
                    </a:lnTo>
                    <a:close/>
                    <a:moveTo>
                      <a:pt x="46931" y="18857"/>
                    </a:moveTo>
                    <a:cubicBezTo>
                      <a:pt x="46931" y="24319"/>
                      <a:pt x="48297" y="28940"/>
                      <a:pt x="51027" y="32721"/>
                    </a:cubicBezTo>
                    <a:cubicBezTo>
                      <a:pt x="53758" y="36502"/>
                      <a:pt x="57733" y="38393"/>
                      <a:pt x="62951" y="38393"/>
                    </a:cubicBezTo>
                    <a:cubicBezTo>
                      <a:pt x="67716" y="38393"/>
                      <a:pt x="71663" y="36690"/>
                      <a:pt x="74792" y="33285"/>
                    </a:cubicBezTo>
                    <a:cubicBezTo>
                      <a:pt x="77921" y="29891"/>
                      <a:pt x="79485" y="24894"/>
                      <a:pt x="79485" y="18294"/>
                    </a:cubicBezTo>
                    <a:cubicBezTo>
                      <a:pt x="79485" y="11859"/>
                      <a:pt x="77904" y="6906"/>
                      <a:pt x="74742" y="3435"/>
                    </a:cubicBezTo>
                    <a:cubicBezTo>
                      <a:pt x="71580" y="-37"/>
                      <a:pt x="67666" y="-1773"/>
                      <a:pt x="63001" y="-1773"/>
                    </a:cubicBezTo>
                    <a:cubicBezTo>
                      <a:pt x="58413" y="-1773"/>
                      <a:pt x="54587" y="-54"/>
                      <a:pt x="51525" y="3385"/>
                    </a:cubicBezTo>
                    <a:cubicBezTo>
                      <a:pt x="48462" y="6823"/>
                      <a:pt x="46931" y="11981"/>
                      <a:pt x="46931" y="18857"/>
                    </a:cubicBezTo>
                    <a:close/>
                    <a:moveTo>
                      <a:pt x="63216" y="31975"/>
                    </a:moveTo>
                    <a:cubicBezTo>
                      <a:pt x="60861" y="31975"/>
                      <a:pt x="58916" y="30969"/>
                      <a:pt x="57379" y="28957"/>
                    </a:cubicBezTo>
                    <a:cubicBezTo>
                      <a:pt x="55842" y="26956"/>
                      <a:pt x="55074" y="23280"/>
                      <a:pt x="55074" y="17929"/>
                    </a:cubicBezTo>
                    <a:cubicBezTo>
                      <a:pt x="55074" y="13086"/>
                      <a:pt x="55848" y="9665"/>
                      <a:pt x="57395" y="7663"/>
                    </a:cubicBezTo>
                    <a:cubicBezTo>
                      <a:pt x="58954" y="5662"/>
                      <a:pt x="60878" y="4662"/>
                      <a:pt x="63167" y="4662"/>
                    </a:cubicBezTo>
                    <a:cubicBezTo>
                      <a:pt x="65544" y="4662"/>
                      <a:pt x="67500" y="5662"/>
                      <a:pt x="69037" y="7663"/>
                    </a:cubicBezTo>
                    <a:cubicBezTo>
                      <a:pt x="70574" y="9665"/>
                      <a:pt x="71342" y="13330"/>
                      <a:pt x="71342" y="18658"/>
                    </a:cubicBezTo>
                    <a:cubicBezTo>
                      <a:pt x="71342" y="23556"/>
                      <a:pt x="70563" y="27000"/>
                      <a:pt x="69004" y="28990"/>
                    </a:cubicBezTo>
                    <a:cubicBezTo>
                      <a:pt x="67456" y="30980"/>
                      <a:pt x="65527" y="31975"/>
                      <a:pt x="63216" y="31975"/>
                    </a:cubicBez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5BC0107-A930-5F16-E504-8727DC4C2F74}"/>
                </a:ext>
              </a:extLst>
            </p:cNvPr>
            <p:cNvSpPr/>
            <p:nvPr/>
          </p:nvSpPr>
          <p:spPr>
            <a:xfrm>
              <a:off x="4726451" y="1563279"/>
              <a:ext cx="1475566" cy="2132584"/>
            </a:xfrm>
            <a:custGeom>
              <a:avLst/>
              <a:gdLst>
                <a:gd name="connsiteX0" fmla="*/ 0 w 1891144"/>
                <a:gd name="connsiteY0" fmla="*/ 2132585 h 2132584"/>
                <a:gd name="connsiteX1" fmla="*/ 1891144 w 1891144"/>
                <a:gd name="connsiteY1" fmla="*/ 2132585 h 2132584"/>
                <a:gd name="connsiteX2" fmla="*/ 1891144 w 1891144"/>
                <a:gd name="connsiteY2" fmla="*/ 0 h 2132584"/>
                <a:gd name="connsiteX3" fmla="*/ 0 w 1891144"/>
                <a:gd name="connsiteY3" fmla="*/ 0 h 2132584"/>
                <a:gd name="connsiteX4" fmla="*/ 0 w 1891144"/>
                <a:gd name="connsiteY4" fmla="*/ 2132585 h 2132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1144" h="2132584">
                  <a:moveTo>
                    <a:pt x="0" y="2132585"/>
                  </a:moveTo>
                  <a:lnTo>
                    <a:pt x="1891144" y="2132585"/>
                  </a:lnTo>
                  <a:lnTo>
                    <a:pt x="1891144" y="0"/>
                  </a:lnTo>
                  <a:lnTo>
                    <a:pt x="0" y="0"/>
                  </a:lnTo>
                  <a:lnTo>
                    <a:pt x="0" y="2132585"/>
                  </a:lnTo>
                  <a:close/>
                </a:path>
              </a:pathLst>
            </a:custGeom>
            <a:noFill/>
            <a:ln w="8845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0" name="Graphic 988">
              <a:extLst>
                <a:ext uri="{FF2B5EF4-FFF2-40B4-BE49-F238E27FC236}">
                  <a16:creationId xmlns:a16="http://schemas.microsoft.com/office/drawing/2014/main" id="{5A2E4BE3-D0CF-BC97-D68E-E33DB4CDF3D3}"/>
                </a:ext>
              </a:extLst>
            </p:cNvPr>
            <p:cNvGrpSpPr/>
            <p:nvPr/>
          </p:nvGrpSpPr>
          <p:grpSpPr>
            <a:xfrm>
              <a:off x="4726451" y="1727324"/>
              <a:ext cx="1475566" cy="1922706"/>
              <a:chOff x="5634298" y="1863849"/>
              <a:chExt cx="1891144" cy="1922706"/>
            </a:xfrm>
            <a:noFill/>
          </p:grpSpPr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79D4DB55-5BC5-EE08-0543-3C5D7044C509}"/>
                  </a:ext>
                </a:extLst>
              </p:cNvPr>
              <p:cNvSpPr/>
              <p:nvPr/>
            </p:nvSpPr>
            <p:spPr>
              <a:xfrm>
                <a:off x="5634298" y="3777711"/>
                <a:ext cx="1891144" cy="8844"/>
              </a:xfrm>
              <a:custGeom>
                <a:avLst/>
                <a:gdLst>
                  <a:gd name="connsiteX0" fmla="*/ 0 w 1891144"/>
                  <a:gd name="connsiteY0" fmla="*/ 0 h 8844"/>
                  <a:gd name="connsiteX1" fmla="*/ 1891144 w 1891144"/>
                  <a:gd name="connsiteY1" fmla="*/ 0 h 8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91144" h="8844">
                    <a:moveTo>
                      <a:pt x="0" y="0"/>
                    </a:moveTo>
                    <a:lnTo>
                      <a:pt x="1891144" y="0"/>
                    </a:lnTo>
                  </a:path>
                </a:pathLst>
              </a:custGeom>
              <a:noFill/>
              <a:ln w="8845" cap="rnd">
                <a:solidFill>
                  <a:srgbClr val="CCCCC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1DBB774D-DD08-0524-72AE-5381E30DBECA}"/>
                  </a:ext>
                </a:extLst>
              </p:cNvPr>
              <p:cNvSpPr/>
              <p:nvPr/>
            </p:nvSpPr>
            <p:spPr>
              <a:xfrm>
                <a:off x="5634298" y="3504297"/>
                <a:ext cx="1891144" cy="8844"/>
              </a:xfrm>
              <a:custGeom>
                <a:avLst/>
                <a:gdLst>
                  <a:gd name="connsiteX0" fmla="*/ 0 w 1891144"/>
                  <a:gd name="connsiteY0" fmla="*/ 0 h 8844"/>
                  <a:gd name="connsiteX1" fmla="*/ 1891144 w 1891144"/>
                  <a:gd name="connsiteY1" fmla="*/ 0 h 8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91144" h="8844">
                    <a:moveTo>
                      <a:pt x="0" y="0"/>
                    </a:moveTo>
                    <a:lnTo>
                      <a:pt x="1891144" y="0"/>
                    </a:lnTo>
                  </a:path>
                </a:pathLst>
              </a:custGeom>
              <a:noFill/>
              <a:ln w="8845" cap="rnd">
                <a:solidFill>
                  <a:srgbClr val="CCCCC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C020A5C8-3911-DB7D-6A5C-130988223947}"/>
                  </a:ext>
                </a:extLst>
              </p:cNvPr>
              <p:cNvSpPr/>
              <p:nvPr/>
            </p:nvSpPr>
            <p:spPr>
              <a:xfrm>
                <a:off x="5634298" y="3230891"/>
                <a:ext cx="1891144" cy="8844"/>
              </a:xfrm>
              <a:custGeom>
                <a:avLst/>
                <a:gdLst>
                  <a:gd name="connsiteX0" fmla="*/ 0 w 1891144"/>
                  <a:gd name="connsiteY0" fmla="*/ 0 h 8844"/>
                  <a:gd name="connsiteX1" fmla="*/ 1891144 w 1891144"/>
                  <a:gd name="connsiteY1" fmla="*/ 0 h 8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91144" h="8844">
                    <a:moveTo>
                      <a:pt x="0" y="0"/>
                    </a:moveTo>
                    <a:lnTo>
                      <a:pt x="1891144" y="0"/>
                    </a:lnTo>
                  </a:path>
                </a:pathLst>
              </a:custGeom>
              <a:noFill/>
              <a:ln w="8845" cap="rnd">
                <a:solidFill>
                  <a:srgbClr val="CCCCC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DCD8DCFE-67DC-A61E-7849-05C61A0313FE}"/>
                  </a:ext>
                </a:extLst>
              </p:cNvPr>
              <p:cNvSpPr/>
              <p:nvPr/>
            </p:nvSpPr>
            <p:spPr>
              <a:xfrm>
                <a:off x="5634298" y="2957486"/>
                <a:ext cx="1891144" cy="8844"/>
              </a:xfrm>
              <a:custGeom>
                <a:avLst/>
                <a:gdLst>
                  <a:gd name="connsiteX0" fmla="*/ 0 w 1891144"/>
                  <a:gd name="connsiteY0" fmla="*/ 0 h 8844"/>
                  <a:gd name="connsiteX1" fmla="*/ 1891144 w 1891144"/>
                  <a:gd name="connsiteY1" fmla="*/ 0 h 8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91144" h="8844">
                    <a:moveTo>
                      <a:pt x="0" y="0"/>
                    </a:moveTo>
                    <a:lnTo>
                      <a:pt x="1891144" y="0"/>
                    </a:lnTo>
                  </a:path>
                </a:pathLst>
              </a:custGeom>
              <a:noFill/>
              <a:ln w="8845" cap="rnd">
                <a:solidFill>
                  <a:srgbClr val="CCCCC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248F73CB-C125-600E-7A33-6F78DEFB4828}"/>
                  </a:ext>
                </a:extLst>
              </p:cNvPr>
              <p:cNvSpPr/>
              <p:nvPr/>
            </p:nvSpPr>
            <p:spPr>
              <a:xfrm>
                <a:off x="5634298" y="2684071"/>
                <a:ext cx="1891144" cy="8844"/>
              </a:xfrm>
              <a:custGeom>
                <a:avLst/>
                <a:gdLst>
                  <a:gd name="connsiteX0" fmla="*/ 0 w 1891144"/>
                  <a:gd name="connsiteY0" fmla="*/ 0 h 8844"/>
                  <a:gd name="connsiteX1" fmla="*/ 1891144 w 1891144"/>
                  <a:gd name="connsiteY1" fmla="*/ 0 h 8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91144" h="8844">
                    <a:moveTo>
                      <a:pt x="0" y="0"/>
                    </a:moveTo>
                    <a:lnTo>
                      <a:pt x="1891144" y="0"/>
                    </a:lnTo>
                  </a:path>
                </a:pathLst>
              </a:custGeom>
              <a:noFill/>
              <a:ln w="8845" cap="rnd">
                <a:solidFill>
                  <a:srgbClr val="CCCCC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88D5C68C-5F24-58A4-CD32-9D5997FD8DD4}"/>
                  </a:ext>
                </a:extLst>
              </p:cNvPr>
              <p:cNvSpPr/>
              <p:nvPr/>
            </p:nvSpPr>
            <p:spPr>
              <a:xfrm>
                <a:off x="5634298" y="2410666"/>
                <a:ext cx="1891144" cy="8844"/>
              </a:xfrm>
              <a:custGeom>
                <a:avLst/>
                <a:gdLst>
                  <a:gd name="connsiteX0" fmla="*/ 0 w 1891144"/>
                  <a:gd name="connsiteY0" fmla="*/ 0 h 8844"/>
                  <a:gd name="connsiteX1" fmla="*/ 1891144 w 1891144"/>
                  <a:gd name="connsiteY1" fmla="*/ 0 h 8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91144" h="8844">
                    <a:moveTo>
                      <a:pt x="0" y="0"/>
                    </a:moveTo>
                    <a:lnTo>
                      <a:pt x="1891144" y="0"/>
                    </a:lnTo>
                  </a:path>
                </a:pathLst>
              </a:custGeom>
              <a:noFill/>
              <a:ln w="8845" cap="rnd">
                <a:solidFill>
                  <a:srgbClr val="CCCCC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BDDEAE56-417A-AEF9-15B7-3C0EFAF2483C}"/>
                  </a:ext>
                </a:extLst>
              </p:cNvPr>
              <p:cNvSpPr/>
              <p:nvPr/>
            </p:nvSpPr>
            <p:spPr>
              <a:xfrm>
                <a:off x="5634298" y="2137260"/>
                <a:ext cx="1891144" cy="8844"/>
              </a:xfrm>
              <a:custGeom>
                <a:avLst/>
                <a:gdLst>
                  <a:gd name="connsiteX0" fmla="*/ 0 w 1891144"/>
                  <a:gd name="connsiteY0" fmla="*/ 0 h 8844"/>
                  <a:gd name="connsiteX1" fmla="*/ 1891144 w 1891144"/>
                  <a:gd name="connsiteY1" fmla="*/ 0 h 8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91144" h="8844">
                    <a:moveTo>
                      <a:pt x="0" y="0"/>
                    </a:moveTo>
                    <a:lnTo>
                      <a:pt x="1891144" y="0"/>
                    </a:lnTo>
                  </a:path>
                </a:pathLst>
              </a:custGeom>
              <a:noFill/>
              <a:ln w="8845" cap="rnd">
                <a:solidFill>
                  <a:srgbClr val="CCCCC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B8C7E1C8-9217-72AC-EE03-69E02C3A9ACB}"/>
                  </a:ext>
                </a:extLst>
              </p:cNvPr>
              <p:cNvSpPr/>
              <p:nvPr/>
            </p:nvSpPr>
            <p:spPr>
              <a:xfrm>
                <a:off x="5634298" y="1863849"/>
                <a:ext cx="1891144" cy="8844"/>
              </a:xfrm>
              <a:custGeom>
                <a:avLst/>
                <a:gdLst>
                  <a:gd name="connsiteX0" fmla="*/ 0 w 1891144"/>
                  <a:gd name="connsiteY0" fmla="*/ 0 h 8844"/>
                  <a:gd name="connsiteX1" fmla="*/ 1891144 w 1891144"/>
                  <a:gd name="connsiteY1" fmla="*/ 0 h 8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91144" h="8844">
                    <a:moveTo>
                      <a:pt x="0" y="0"/>
                    </a:moveTo>
                    <a:lnTo>
                      <a:pt x="1891144" y="0"/>
                    </a:lnTo>
                  </a:path>
                </a:pathLst>
              </a:custGeom>
              <a:noFill/>
              <a:ln w="8845" cap="rnd">
                <a:solidFill>
                  <a:srgbClr val="CCCCC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DD5809B-0E95-8EC7-E583-C89C74D52DD7}"/>
                </a:ext>
              </a:extLst>
            </p:cNvPr>
            <p:cNvSpPr/>
            <p:nvPr/>
          </p:nvSpPr>
          <p:spPr>
            <a:xfrm>
              <a:off x="5528793" y="1792793"/>
              <a:ext cx="239776" cy="1848393"/>
            </a:xfrm>
            <a:custGeom>
              <a:avLst/>
              <a:gdLst>
                <a:gd name="connsiteX0" fmla="*/ 0 w 307307"/>
                <a:gd name="connsiteY0" fmla="*/ 1848393 h 1848393"/>
                <a:gd name="connsiteX1" fmla="*/ 307307 w 307307"/>
                <a:gd name="connsiteY1" fmla="*/ 1848393 h 1848393"/>
                <a:gd name="connsiteX2" fmla="*/ 307307 w 307307"/>
                <a:gd name="connsiteY2" fmla="*/ 0 h 1848393"/>
                <a:gd name="connsiteX3" fmla="*/ 0 w 307307"/>
                <a:gd name="connsiteY3" fmla="*/ 0 h 1848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307" h="1848393">
                  <a:moveTo>
                    <a:pt x="0" y="1848393"/>
                  </a:moveTo>
                  <a:lnTo>
                    <a:pt x="307307" y="1848393"/>
                  </a:lnTo>
                  <a:lnTo>
                    <a:pt x="3073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BA45"/>
            </a:solidFill>
            <a:ln w="884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E90714-EEFC-5D4D-10FC-F5FB16A957F5}"/>
                </a:ext>
              </a:extLst>
            </p:cNvPr>
            <p:cNvSpPr/>
            <p:nvPr/>
          </p:nvSpPr>
          <p:spPr>
            <a:xfrm>
              <a:off x="5897681" y="2273177"/>
              <a:ext cx="239783" cy="1368009"/>
            </a:xfrm>
            <a:custGeom>
              <a:avLst/>
              <a:gdLst>
                <a:gd name="connsiteX0" fmla="*/ 0 w 307316"/>
                <a:gd name="connsiteY0" fmla="*/ 1368010 h 1368009"/>
                <a:gd name="connsiteX1" fmla="*/ 307316 w 307316"/>
                <a:gd name="connsiteY1" fmla="*/ 1368010 h 1368009"/>
                <a:gd name="connsiteX2" fmla="*/ 307316 w 307316"/>
                <a:gd name="connsiteY2" fmla="*/ 0 h 1368009"/>
                <a:gd name="connsiteX3" fmla="*/ 0 w 307316"/>
                <a:gd name="connsiteY3" fmla="*/ 0 h 1368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316" h="1368009">
                  <a:moveTo>
                    <a:pt x="0" y="1368010"/>
                  </a:moveTo>
                  <a:lnTo>
                    <a:pt x="307316" y="1368010"/>
                  </a:lnTo>
                  <a:lnTo>
                    <a:pt x="3073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BA45"/>
            </a:solidFill>
            <a:ln w="884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C927B99-0053-5D5E-DFDD-49BD4D4EA802}"/>
                </a:ext>
              </a:extLst>
            </p:cNvPr>
            <p:cNvSpPr/>
            <p:nvPr/>
          </p:nvSpPr>
          <p:spPr>
            <a:xfrm>
              <a:off x="5528793" y="3641186"/>
              <a:ext cx="239776" cy="26162"/>
            </a:xfrm>
            <a:custGeom>
              <a:avLst/>
              <a:gdLst>
                <a:gd name="connsiteX0" fmla="*/ 0 w 307307"/>
                <a:gd name="connsiteY0" fmla="*/ 0 h 26162"/>
                <a:gd name="connsiteX1" fmla="*/ 307307 w 307307"/>
                <a:gd name="connsiteY1" fmla="*/ 0 h 26162"/>
                <a:gd name="connsiteX2" fmla="*/ 307307 w 307307"/>
                <a:gd name="connsiteY2" fmla="*/ 26162 h 26162"/>
                <a:gd name="connsiteX3" fmla="*/ 0 w 307307"/>
                <a:gd name="connsiteY3" fmla="*/ 26162 h 26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307" h="26162">
                  <a:moveTo>
                    <a:pt x="0" y="0"/>
                  </a:moveTo>
                  <a:lnTo>
                    <a:pt x="307307" y="0"/>
                  </a:lnTo>
                  <a:lnTo>
                    <a:pt x="307307" y="26162"/>
                  </a:lnTo>
                  <a:lnTo>
                    <a:pt x="0" y="26162"/>
                  </a:lnTo>
                  <a:close/>
                </a:path>
              </a:pathLst>
            </a:custGeom>
            <a:solidFill>
              <a:srgbClr val="DF2020"/>
            </a:solidFill>
            <a:ln w="884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2AF5CF4-30C7-A046-AEA1-B379862F75FE}"/>
                </a:ext>
              </a:extLst>
            </p:cNvPr>
            <p:cNvSpPr/>
            <p:nvPr/>
          </p:nvSpPr>
          <p:spPr>
            <a:xfrm>
              <a:off x="5897681" y="3641186"/>
              <a:ext cx="239783" cy="13381"/>
            </a:xfrm>
            <a:custGeom>
              <a:avLst/>
              <a:gdLst>
                <a:gd name="connsiteX0" fmla="*/ 0 w 307316"/>
                <a:gd name="connsiteY0" fmla="*/ 0 h 13381"/>
                <a:gd name="connsiteX1" fmla="*/ 307316 w 307316"/>
                <a:gd name="connsiteY1" fmla="*/ 0 h 13381"/>
                <a:gd name="connsiteX2" fmla="*/ 307316 w 307316"/>
                <a:gd name="connsiteY2" fmla="*/ 13382 h 13381"/>
                <a:gd name="connsiteX3" fmla="*/ 0 w 307316"/>
                <a:gd name="connsiteY3" fmla="*/ 13382 h 13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316" h="13381">
                  <a:moveTo>
                    <a:pt x="0" y="0"/>
                  </a:moveTo>
                  <a:lnTo>
                    <a:pt x="307316" y="0"/>
                  </a:lnTo>
                  <a:lnTo>
                    <a:pt x="307316" y="13382"/>
                  </a:lnTo>
                  <a:lnTo>
                    <a:pt x="0" y="13382"/>
                  </a:lnTo>
                  <a:close/>
                </a:path>
              </a:pathLst>
            </a:custGeom>
            <a:solidFill>
              <a:srgbClr val="DF2020"/>
            </a:solidFill>
            <a:ln w="884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6F5ED61-7C22-070A-3437-BE86CD151438}"/>
                </a:ext>
              </a:extLst>
            </p:cNvPr>
            <p:cNvSpPr/>
            <p:nvPr/>
          </p:nvSpPr>
          <p:spPr>
            <a:xfrm>
              <a:off x="5528793" y="2573718"/>
              <a:ext cx="239776" cy="1067468"/>
            </a:xfrm>
            <a:custGeom>
              <a:avLst/>
              <a:gdLst>
                <a:gd name="connsiteX0" fmla="*/ 0 w 307307"/>
                <a:gd name="connsiteY0" fmla="*/ 1067469 h 1067468"/>
                <a:gd name="connsiteX1" fmla="*/ 307307 w 307307"/>
                <a:gd name="connsiteY1" fmla="*/ 1067469 h 1067468"/>
                <a:gd name="connsiteX2" fmla="*/ 307307 w 307307"/>
                <a:gd name="connsiteY2" fmla="*/ 0 h 1067468"/>
                <a:gd name="connsiteX3" fmla="*/ 0 w 307307"/>
                <a:gd name="connsiteY3" fmla="*/ 0 h 1067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307" h="1067468">
                  <a:moveTo>
                    <a:pt x="0" y="1067469"/>
                  </a:moveTo>
                  <a:lnTo>
                    <a:pt x="307307" y="1067469"/>
                  </a:lnTo>
                  <a:lnTo>
                    <a:pt x="3073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AFDF"/>
            </a:solidFill>
            <a:ln w="884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FA67CAB-DC47-37F9-7188-8561637DADA7}"/>
                </a:ext>
              </a:extLst>
            </p:cNvPr>
            <p:cNvSpPr/>
            <p:nvPr/>
          </p:nvSpPr>
          <p:spPr>
            <a:xfrm>
              <a:off x="5897681" y="2560937"/>
              <a:ext cx="239783" cy="1080249"/>
            </a:xfrm>
            <a:custGeom>
              <a:avLst/>
              <a:gdLst>
                <a:gd name="connsiteX0" fmla="*/ 0 w 307316"/>
                <a:gd name="connsiteY0" fmla="*/ 1080249 h 1080249"/>
                <a:gd name="connsiteX1" fmla="*/ 307316 w 307316"/>
                <a:gd name="connsiteY1" fmla="*/ 1080249 h 1080249"/>
                <a:gd name="connsiteX2" fmla="*/ 307316 w 307316"/>
                <a:gd name="connsiteY2" fmla="*/ 0 h 1080249"/>
                <a:gd name="connsiteX3" fmla="*/ 0 w 307316"/>
                <a:gd name="connsiteY3" fmla="*/ 0 h 1080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316" h="1080249">
                  <a:moveTo>
                    <a:pt x="0" y="1080249"/>
                  </a:moveTo>
                  <a:lnTo>
                    <a:pt x="307316" y="1080249"/>
                  </a:lnTo>
                  <a:lnTo>
                    <a:pt x="3073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AFDF"/>
            </a:solidFill>
            <a:ln w="884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7" name="Graphic 988">
              <a:extLst>
                <a:ext uri="{FF2B5EF4-FFF2-40B4-BE49-F238E27FC236}">
                  <a16:creationId xmlns:a16="http://schemas.microsoft.com/office/drawing/2014/main" id="{F16E59B4-B535-6ABB-37C7-F0807503F047}"/>
                </a:ext>
              </a:extLst>
            </p:cNvPr>
            <p:cNvGrpSpPr/>
            <p:nvPr/>
          </p:nvGrpSpPr>
          <p:grpSpPr>
            <a:xfrm>
              <a:off x="5546228" y="1694435"/>
              <a:ext cx="204407" cy="80066"/>
              <a:chOff x="6684957" y="1830960"/>
              <a:chExt cx="261976" cy="80066"/>
            </a:xfrm>
            <a:solidFill>
              <a:srgbClr val="262626"/>
            </a:solidFill>
          </p:grpSpPr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A6CCCAB-5371-06B2-E0BE-F915EA505694}"/>
                  </a:ext>
                </a:extLst>
              </p:cNvPr>
              <p:cNvSpPr/>
              <p:nvPr/>
            </p:nvSpPr>
            <p:spPr>
              <a:xfrm flipV="1">
                <a:off x="6684957" y="1845720"/>
                <a:ext cx="50165" cy="50215"/>
              </a:xfrm>
              <a:custGeom>
                <a:avLst/>
                <a:gdLst>
                  <a:gd name="connsiteX0" fmla="*/ 19380 w 50165"/>
                  <a:gd name="connsiteY0" fmla="*/ -2171 h 50215"/>
                  <a:gd name="connsiteX1" fmla="*/ 19380 w 50165"/>
                  <a:gd name="connsiteY1" fmla="*/ 18658 h 50215"/>
                  <a:gd name="connsiteX2" fmla="*/ -1299 w 50165"/>
                  <a:gd name="connsiteY2" fmla="*/ 18658 h 50215"/>
                  <a:gd name="connsiteX3" fmla="*/ -1299 w 50165"/>
                  <a:gd name="connsiteY3" fmla="*/ 27365 h 50215"/>
                  <a:gd name="connsiteX4" fmla="*/ 19380 w 50165"/>
                  <a:gd name="connsiteY4" fmla="*/ 27365 h 50215"/>
                  <a:gd name="connsiteX5" fmla="*/ 19380 w 50165"/>
                  <a:gd name="connsiteY5" fmla="*/ 48045 h 50215"/>
                  <a:gd name="connsiteX6" fmla="*/ 28186 w 50165"/>
                  <a:gd name="connsiteY6" fmla="*/ 48045 h 50215"/>
                  <a:gd name="connsiteX7" fmla="*/ 28186 w 50165"/>
                  <a:gd name="connsiteY7" fmla="*/ 27365 h 50215"/>
                  <a:gd name="connsiteX8" fmla="*/ 48866 w 50165"/>
                  <a:gd name="connsiteY8" fmla="*/ 27365 h 50215"/>
                  <a:gd name="connsiteX9" fmla="*/ 48866 w 50165"/>
                  <a:gd name="connsiteY9" fmla="*/ 18658 h 50215"/>
                  <a:gd name="connsiteX10" fmla="*/ 28186 w 50165"/>
                  <a:gd name="connsiteY10" fmla="*/ 18658 h 50215"/>
                  <a:gd name="connsiteX11" fmla="*/ 28186 w 50165"/>
                  <a:gd name="connsiteY11" fmla="*/ -2171 h 50215"/>
                  <a:gd name="connsiteX12" fmla="*/ 19380 w 50165"/>
                  <a:gd name="connsiteY12" fmla="*/ -2171 h 502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0165" h="50215">
                    <a:moveTo>
                      <a:pt x="19380" y="-2171"/>
                    </a:moveTo>
                    <a:lnTo>
                      <a:pt x="19380" y="18658"/>
                    </a:lnTo>
                    <a:lnTo>
                      <a:pt x="-1299" y="18658"/>
                    </a:lnTo>
                    <a:lnTo>
                      <a:pt x="-1299" y="27365"/>
                    </a:lnTo>
                    <a:lnTo>
                      <a:pt x="19380" y="27365"/>
                    </a:lnTo>
                    <a:lnTo>
                      <a:pt x="19380" y="48045"/>
                    </a:lnTo>
                    <a:lnTo>
                      <a:pt x="28186" y="48045"/>
                    </a:lnTo>
                    <a:lnTo>
                      <a:pt x="28186" y="27365"/>
                    </a:lnTo>
                    <a:lnTo>
                      <a:pt x="48866" y="27365"/>
                    </a:lnTo>
                    <a:lnTo>
                      <a:pt x="48866" y="18658"/>
                    </a:lnTo>
                    <a:lnTo>
                      <a:pt x="28186" y="18658"/>
                    </a:lnTo>
                    <a:lnTo>
                      <a:pt x="28186" y="-2171"/>
                    </a:lnTo>
                    <a:lnTo>
                      <a:pt x="19380" y="-2171"/>
                    </a:ln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4B3C30FD-3D87-9179-CB32-34BBFBD6E9E3}"/>
                  </a:ext>
                </a:extLst>
              </p:cNvPr>
              <p:cNvSpPr/>
              <p:nvPr/>
            </p:nvSpPr>
            <p:spPr>
              <a:xfrm flipV="1">
                <a:off x="6745032" y="1831939"/>
                <a:ext cx="50165" cy="77578"/>
              </a:xfrm>
              <a:custGeom>
                <a:avLst/>
                <a:gdLst>
                  <a:gd name="connsiteX0" fmla="*/ 47628 w 50165"/>
                  <a:gd name="connsiteY0" fmla="*/ 56480 h 77578"/>
                  <a:gd name="connsiteX1" fmla="*/ 38358 w 50165"/>
                  <a:gd name="connsiteY1" fmla="*/ 55767 h 77578"/>
                  <a:gd name="connsiteX2" fmla="*/ 34842 w 50165"/>
                  <a:gd name="connsiteY2" fmla="*/ 63743 h 77578"/>
                  <a:gd name="connsiteX3" fmla="*/ 25506 w 50165"/>
                  <a:gd name="connsiteY3" fmla="*/ 67740 h 77578"/>
                  <a:gd name="connsiteX4" fmla="*/ 17678 w 50165"/>
                  <a:gd name="connsiteY4" fmla="*/ 65252 h 77578"/>
                  <a:gd name="connsiteX5" fmla="*/ 10730 w 50165"/>
                  <a:gd name="connsiteY5" fmla="*/ 55866 h 77578"/>
                  <a:gd name="connsiteX6" fmla="*/ 8093 w 50165"/>
                  <a:gd name="connsiteY6" fmla="*/ 38304 h 77578"/>
                  <a:gd name="connsiteX7" fmla="*/ 16335 w 50165"/>
                  <a:gd name="connsiteY7" fmla="*/ 45916 h 77578"/>
                  <a:gd name="connsiteX8" fmla="*/ 26550 w 50165"/>
                  <a:gd name="connsiteY8" fmla="*/ 48403 h 77578"/>
                  <a:gd name="connsiteX9" fmla="*/ 42421 w 50165"/>
                  <a:gd name="connsiteY9" fmla="*/ 41538 h 77578"/>
                  <a:gd name="connsiteX10" fmla="*/ 48988 w 50165"/>
                  <a:gd name="connsiteY10" fmla="*/ 23793 h 77578"/>
                  <a:gd name="connsiteX11" fmla="*/ 45904 w 50165"/>
                  <a:gd name="connsiteY11" fmla="*/ 10493 h 77578"/>
                  <a:gd name="connsiteX12" fmla="*/ 37429 w 50165"/>
                  <a:gd name="connsiteY12" fmla="*/ 1090 h 77578"/>
                  <a:gd name="connsiteX13" fmla="*/ 25191 w 50165"/>
                  <a:gd name="connsiteY13" fmla="*/ -2177 h 77578"/>
                  <a:gd name="connsiteX14" fmla="*/ 6169 w 50165"/>
                  <a:gd name="connsiteY14" fmla="*/ 6397 h 77578"/>
                  <a:gd name="connsiteX15" fmla="*/ -1178 w 50165"/>
                  <a:gd name="connsiteY15" fmla="*/ 34672 h 77578"/>
                  <a:gd name="connsiteX16" fmla="*/ 6948 w 50165"/>
                  <a:gd name="connsiteY16" fmla="*/ 66695 h 77578"/>
                  <a:gd name="connsiteX17" fmla="*/ 26069 w 50165"/>
                  <a:gd name="connsiteY17" fmla="*/ 75402 h 77578"/>
                  <a:gd name="connsiteX18" fmla="*/ 40763 w 50165"/>
                  <a:gd name="connsiteY18" fmla="*/ 70377 h 77578"/>
                  <a:gd name="connsiteX19" fmla="*/ 47628 w 50165"/>
                  <a:gd name="connsiteY19" fmla="*/ 56480 h 77578"/>
                  <a:gd name="connsiteX20" fmla="*/ 9552 w 50165"/>
                  <a:gd name="connsiteY20" fmla="*/ 23727 h 77578"/>
                  <a:gd name="connsiteX21" fmla="*/ 11592 w 50165"/>
                  <a:gd name="connsiteY21" fmla="*/ 14506 h 77578"/>
                  <a:gd name="connsiteX22" fmla="*/ 17313 w 50165"/>
                  <a:gd name="connsiteY22" fmla="*/ 7790 h 77578"/>
                  <a:gd name="connsiteX23" fmla="*/ 25041 w 50165"/>
                  <a:gd name="connsiteY23" fmla="*/ 5485 h 77578"/>
                  <a:gd name="connsiteX24" fmla="*/ 35190 w 50165"/>
                  <a:gd name="connsiteY24" fmla="*/ 10244 h 77578"/>
                  <a:gd name="connsiteX25" fmla="*/ 39452 w 50165"/>
                  <a:gd name="connsiteY25" fmla="*/ 23213 h 77578"/>
                  <a:gd name="connsiteX26" fmla="*/ 35240 w 50165"/>
                  <a:gd name="connsiteY26" fmla="*/ 35617 h 77578"/>
                  <a:gd name="connsiteX27" fmla="*/ 24676 w 50165"/>
                  <a:gd name="connsiteY27" fmla="*/ 40161 h 77578"/>
                  <a:gd name="connsiteX28" fmla="*/ 13947 w 50165"/>
                  <a:gd name="connsiteY28" fmla="*/ 35617 h 77578"/>
                  <a:gd name="connsiteX29" fmla="*/ 9552 w 50165"/>
                  <a:gd name="connsiteY29" fmla="*/ 23727 h 77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50165" h="77578">
                    <a:moveTo>
                      <a:pt x="47628" y="56480"/>
                    </a:moveTo>
                    <a:lnTo>
                      <a:pt x="38358" y="55767"/>
                    </a:lnTo>
                    <a:cubicBezTo>
                      <a:pt x="37529" y="59426"/>
                      <a:pt x="36357" y="62085"/>
                      <a:pt x="34842" y="63743"/>
                    </a:cubicBezTo>
                    <a:cubicBezTo>
                      <a:pt x="32310" y="66408"/>
                      <a:pt x="29198" y="67740"/>
                      <a:pt x="25506" y="67740"/>
                    </a:cubicBezTo>
                    <a:cubicBezTo>
                      <a:pt x="22532" y="67740"/>
                      <a:pt x="19922" y="66911"/>
                      <a:pt x="17678" y="65252"/>
                    </a:cubicBezTo>
                    <a:cubicBezTo>
                      <a:pt x="14748" y="63108"/>
                      <a:pt x="12432" y="59979"/>
                      <a:pt x="10730" y="55866"/>
                    </a:cubicBezTo>
                    <a:cubicBezTo>
                      <a:pt x="9038" y="51753"/>
                      <a:pt x="8159" y="45899"/>
                      <a:pt x="8093" y="38304"/>
                    </a:cubicBezTo>
                    <a:cubicBezTo>
                      <a:pt x="10337" y="41720"/>
                      <a:pt x="13084" y="44257"/>
                      <a:pt x="16335" y="45916"/>
                    </a:cubicBezTo>
                    <a:cubicBezTo>
                      <a:pt x="19585" y="47574"/>
                      <a:pt x="22990" y="48403"/>
                      <a:pt x="26550" y="48403"/>
                    </a:cubicBezTo>
                    <a:cubicBezTo>
                      <a:pt x="32764" y="48403"/>
                      <a:pt x="38054" y="46115"/>
                      <a:pt x="42421" y="41538"/>
                    </a:cubicBezTo>
                    <a:cubicBezTo>
                      <a:pt x="46799" y="36961"/>
                      <a:pt x="48988" y="31046"/>
                      <a:pt x="48988" y="23793"/>
                    </a:cubicBezTo>
                    <a:cubicBezTo>
                      <a:pt x="48988" y="19017"/>
                      <a:pt x="47960" y="14584"/>
                      <a:pt x="45904" y="10493"/>
                    </a:cubicBezTo>
                    <a:cubicBezTo>
                      <a:pt x="43847" y="6402"/>
                      <a:pt x="41022" y="3268"/>
                      <a:pt x="37429" y="1090"/>
                    </a:cubicBezTo>
                    <a:cubicBezTo>
                      <a:pt x="33836" y="-1088"/>
                      <a:pt x="29756" y="-2177"/>
                      <a:pt x="25191" y="-2177"/>
                    </a:cubicBezTo>
                    <a:cubicBezTo>
                      <a:pt x="17418" y="-2177"/>
                      <a:pt x="11078" y="681"/>
                      <a:pt x="6169" y="6397"/>
                    </a:cubicBezTo>
                    <a:cubicBezTo>
                      <a:pt x="1271" y="12113"/>
                      <a:pt x="-1178" y="21538"/>
                      <a:pt x="-1178" y="34672"/>
                    </a:cubicBezTo>
                    <a:cubicBezTo>
                      <a:pt x="-1178" y="49354"/>
                      <a:pt x="1531" y="60029"/>
                      <a:pt x="6948" y="66695"/>
                    </a:cubicBezTo>
                    <a:cubicBezTo>
                      <a:pt x="11680" y="72500"/>
                      <a:pt x="18054" y="75402"/>
                      <a:pt x="26069" y="75402"/>
                    </a:cubicBezTo>
                    <a:cubicBezTo>
                      <a:pt x="32051" y="75402"/>
                      <a:pt x="36948" y="73727"/>
                      <a:pt x="40763" y="70377"/>
                    </a:cubicBezTo>
                    <a:cubicBezTo>
                      <a:pt x="44588" y="67027"/>
                      <a:pt x="46877" y="62395"/>
                      <a:pt x="47628" y="56480"/>
                    </a:cubicBezTo>
                    <a:close/>
                    <a:moveTo>
                      <a:pt x="9552" y="23727"/>
                    </a:moveTo>
                    <a:cubicBezTo>
                      <a:pt x="9552" y="20521"/>
                      <a:pt x="10232" y="17447"/>
                      <a:pt x="11592" y="14506"/>
                    </a:cubicBezTo>
                    <a:cubicBezTo>
                      <a:pt x="12952" y="11577"/>
                      <a:pt x="14859" y="9338"/>
                      <a:pt x="17313" y="7790"/>
                    </a:cubicBezTo>
                    <a:cubicBezTo>
                      <a:pt x="19768" y="6253"/>
                      <a:pt x="22344" y="5485"/>
                      <a:pt x="25041" y="5485"/>
                    </a:cubicBezTo>
                    <a:cubicBezTo>
                      <a:pt x="28977" y="5485"/>
                      <a:pt x="32360" y="7071"/>
                      <a:pt x="35190" y="10244"/>
                    </a:cubicBezTo>
                    <a:cubicBezTo>
                      <a:pt x="38032" y="13428"/>
                      <a:pt x="39452" y="17751"/>
                      <a:pt x="39452" y="23213"/>
                    </a:cubicBezTo>
                    <a:cubicBezTo>
                      <a:pt x="39452" y="28464"/>
                      <a:pt x="38048" y="32599"/>
                      <a:pt x="35240" y="35617"/>
                    </a:cubicBezTo>
                    <a:cubicBezTo>
                      <a:pt x="32443" y="38647"/>
                      <a:pt x="28922" y="40161"/>
                      <a:pt x="24676" y="40161"/>
                    </a:cubicBezTo>
                    <a:cubicBezTo>
                      <a:pt x="20464" y="40161"/>
                      <a:pt x="16888" y="38647"/>
                      <a:pt x="13947" y="35617"/>
                    </a:cubicBezTo>
                    <a:cubicBezTo>
                      <a:pt x="11017" y="32599"/>
                      <a:pt x="9552" y="28636"/>
                      <a:pt x="9552" y="23727"/>
                    </a:cubicBez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AF53C812-7A45-C6B0-B596-705DF71D1D0C}"/>
                  </a:ext>
                </a:extLst>
              </p:cNvPr>
              <p:cNvSpPr/>
              <p:nvPr/>
            </p:nvSpPr>
            <p:spPr>
              <a:xfrm flipV="1">
                <a:off x="6804474" y="1831939"/>
                <a:ext cx="49950" cy="77578"/>
              </a:xfrm>
              <a:custGeom>
                <a:avLst/>
                <a:gdLst>
                  <a:gd name="connsiteX0" fmla="*/ 204 w 49950"/>
                  <a:gd name="connsiteY0" fmla="*/ 16679 h 77578"/>
                  <a:gd name="connsiteX1" fmla="*/ 9175 w 49950"/>
                  <a:gd name="connsiteY1" fmla="*/ 17508 h 77578"/>
                  <a:gd name="connsiteX2" fmla="*/ 13520 w 49950"/>
                  <a:gd name="connsiteY2" fmla="*/ 8337 h 77578"/>
                  <a:gd name="connsiteX3" fmla="*/ 21762 w 49950"/>
                  <a:gd name="connsiteY3" fmla="*/ 5485 h 77578"/>
                  <a:gd name="connsiteX4" fmla="*/ 29291 w 49950"/>
                  <a:gd name="connsiteY4" fmla="*/ 7458 h 77578"/>
                  <a:gd name="connsiteX5" fmla="*/ 34615 w 49950"/>
                  <a:gd name="connsiteY5" fmla="*/ 12715 h 77578"/>
                  <a:gd name="connsiteX6" fmla="*/ 38081 w 49950"/>
                  <a:gd name="connsiteY6" fmla="*/ 21604 h 77578"/>
                  <a:gd name="connsiteX7" fmla="*/ 39490 w 49950"/>
                  <a:gd name="connsiteY7" fmla="*/ 33014 h 77578"/>
                  <a:gd name="connsiteX8" fmla="*/ 39441 w 49950"/>
                  <a:gd name="connsiteY8" fmla="*/ 34871 h 77578"/>
                  <a:gd name="connsiteX9" fmla="*/ 31796 w 49950"/>
                  <a:gd name="connsiteY9" fmla="*/ 27641 h 77578"/>
                  <a:gd name="connsiteX10" fmla="*/ 21298 w 49950"/>
                  <a:gd name="connsiteY10" fmla="*/ 24871 h 77578"/>
                  <a:gd name="connsiteX11" fmla="*/ 5328 w 49950"/>
                  <a:gd name="connsiteY11" fmla="*/ 31704 h 77578"/>
                  <a:gd name="connsiteX12" fmla="*/ -1189 w 49950"/>
                  <a:gd name="connsiteY12" fmla="*/ 49747 h 77578"/>
                  <a:gd name="connsiteX13" fmla="*/ 5627 w 49950"/>
                  <a:gd name="connsiteY13" fmla="*/ 68354 h 77578"/>
                  <a:gd name="connsiteX14" fmla="*/ 22691 w 49950"/>
                  <a:gd name="connsiteY14" fmla="*/ 75402 h 77578"/>
                  <a:gd name="connsiteX15" fmla="*/ 36240 w 49950"/>
                  <a:gd name="connsiteY15" fmla="*/ 71405 h 77578"/>
                  <a:gd name="connsiteX16" fmla="*/ 45577 w 49950"/>
                  <a:gd name="connsiteY16" fmla="*/ 60029 h 77578"/>
                  <a:gd name="connsiteX17" fmla="*/ 48761 w 49950"/>
                  <a:gd name="connsiteY17" fmla="*/ 38652 h 77578"/>
                  <a:gd name="connsiteX18" fmla="*/ 45593 w 49950"/>
                  <a:gd name="connsiteY18" fmla="*/ 15468 h 77578"/>
                  <a:gd name="connsiteX19" fmla="*/ 36190 w 49950"/>
                  <a:gd name="connsiteY19" fmla="*/ 2334 h 77578"/>
                  <a:gd name="connsiteX20" fmla="*/ 21563 w 49950"/>
                  <a:gd name="connsiteY20" fmla="*/ -2177 h 77578"/>
                  <a:gd name="connsiteX21" fmla="*/ 6986 w 49950"/>
                  <a:gd name="connsiteY21" fmla="*/ 2765 h 77578"/>
                  <a:gd name="connsiteX22" fmla="*/ 204 w 49950"/>
                  <a:gd name="connsiteY22" fmla="*/ 16679 h 77578"/>
                  <a:gd name="connsiteX23" fmla="*/ 38396 w 49950"/>
                  <a:gd name="connsiteY23" fmla="*/ 50211 h 77578"/>
                  <a:gd name="connsiteX24" fmla="*/ 34117 w 49950"/>
                  <a:gd name="connsiteY24" fmla="*/ 62964 h 77578"/>
                  <a:gd name="connsiteX25" fmla="*/ 23835 w 49950"/>
                  <a:gd name="connsiteY25" fmla="*/ 67674 h 77578"/>
                  <a:gd name="connsiteX26" fmla="*/ 13006 w 49950"/>
                  <a:gd name="connsiteY26" fmla="*/ 62599 h 77578"/>
                  <a:gd name="connsiteX27" fmla="*/ 8396 w 49950"/>
                  <a:gd name="connsiteY27" fmla="*/ 49432 h 77578"/>
                  <a:gd name="connsiteX28" fmla="*/ 12774 w 49950"/>
                  <a:gd name="connsiteY28" fmla="*/ 37641 h 77578"/>
                  <a:gd name="connsiteX29" fmla="*/ 23570 w 49950"/>
                  <a:gd name="connsiteY29" fmla="*/ 33113 h 77578"/>
                  <a:gd name="connsiteX30" fmla="*/ 34217 w 49950"/>
                  <a:gd name="connsiteY30" fmla="*/ 37641 h 77578"/>
                  <a:gd name="connsiteX31" fmla="*/ 38396 w 49950"/>
                  <a:gd name="connsiteY31" fmla="*/ 50211 h 77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9950" h="77578">
                    <a:moveTo>
                      <a:pt x="204" y="16679"/>
                    </a:moveTo>
                    <a:lnTo>
                      <a:pt x="9175" y="17508"/>
                    </a:lnTo>
                    <a:cubicBezTo>
                      <a:pt x="9927" y="13296"/>
                      <a:pt x="11376" y="10239"/>
                      <a:pt x="13520" y="8337"/>
                    </a:cubicBezTo>
                    <a:cubicBezTo>
                      <a:pt x="15665" y="6436"/>
                      <a:pt x="18413" y="5485"/>
                      <a:pt x="21762" y="5485"/>
                    </a:cubicBezTo>
                    <a:cubicBezTo>
                      <a:pt x="24626" y="5485"/>
                      <a:pt x="27136" y="6143"/>
                      <a:pt x="29291" y="7458"/>
                    </a:cubicBezTo>
                    <a:cubicBezTo>
                      <a:pt x="31458" y="8774"/>
                      <a:pt x="33233" y="10526"/>
                      <a:pt x="34615" y="12715"/>
                    </a:cubicBezTo>
                    <a:cubicBezTo>
                      <a:pt x="35997" y="14915"/>
                      <a:pt x="37152" y="17878"/>
                      <a:pt x="38081" y="21604"/>
                    </a:cubicBezTo>
                    <a:cubicBezTo>
                      <a:pt x="39021" y="25341"/>
                      <a:pt x="39490" y="29144"/>
                      <a:pt x="39490" y="33014"/>
                    </a:cubicBezTo>
                    <a:cubicBezTo>
                      <a:pt x="39490" y="33423"/>
                      <a:pt x="39474" y="34042"/>
                      <a:pt x="39441" y="34871"/>
                    </a:cubicBezTo>
                    <a:cubicBezTo>
                      <a:pt x="37572" y="31908"/>
                      <a:pt x="35024" y="29498"/>
                      <a:pt x="31796" y="27641"/>
                    </a:cubicBezTo>
                    <a:cubicBezTo>
                      <a:pt x="28567" y="25794"/>
                      <a:pt x="25068" y="24871"/>
                      <a:pt x="21298" y="24871"/>
                    </a:cubicBezTo>
                    <a:cubicBezTo>
                      <a:pt x="15007" y="24871"/>
                      <a:pt x="9684" y="27149"/>
                      <a:pt x="5328" y="31704"/>
                    </a:cubicBezTo>
                    <a:cubicBezTo>
                      <a:pt x="983" y="36270"/>
                      <a:pt x="-1189" y="42284"/>
                      <a:pt x="-1189" y="49747"/>
                    </a:cubicBezTo>
                    <a:cubicBezTo>
                      <a:pt x="-1189" y="57453"/>
                      <a:pt x="1083" y="63655"/>
                      <a:pt x="5627" y="68354"/>
                    </a:cubicBezTo>
                    <a:cubicBezTo>
                      <a:pt x="10170" y="73052"/>
                      <a:pt x="15859" y="75402"/>
                      <a:pt x="22691" y="75402"/>
                    </a:cubicBezTo>
                    <a:cubicBezTo>
                      <a:pt x="27633" y="75402"/>
                      <a:pt x="32149" y="74070"/>
                      <a:pt x="36240" y="71405"/>
                    </a:cubicBezTo>
                    <a:cubicBezTo>
                      <a:pt x="40342" y="68752"/>
                      <a:pt x="43454" y="64959"/>
                      <a:pt x="45577" y="60029"/>
                    </a:cubicBezTo>
                    <a:cubicBezTo>
                      <a:pt x="47699" y="55109"/>
                      <a:pt x="48761" y="47983"/>
                      <a:pt x="48761" y="38652"/>
                    </a:cubicBezTo>
                    <a:cubicBezTo>
                      <a:pt x="48761" y="28945"/>
                      <a:pt x="47705" y="21217"/>
                      <a:pt x="45593" y="15468"/>
                    </a:cubicBezTo>
                    <a:cubicBezTo>
                      <a:pt x="43493" y="9719"/>
                      <a:pt x="40358" y="5341"/>
                      <a:pt x="36190" y="2334"/>
                    </a:cubicBezTo>
                    <a:cubicBezTo>
                      <a:pt x="32033" y="-673"/>
                      <a:pt x="27158" y="-2177"/>
                      <a:pt x="21563" y="-2177"/>
                    </a:cubicBezTo>
                    <a:cubicBezTo>
                      <a:pt x="15615" y="-2177"/>
                      <a:pt x="10756" y="-530"/>
                      <a:pt x="6986" y="2765"/>
                    </a:cubicBezTo>
                    <a:cubicBezTo>
                      <a:pt x="3227" y="6071"/>
                      <a:pt x="966" y="10709"/>
                      <a:pt x="204" y="16679"/>
                    </a:cubicBezTo>
                    <a:close/>
                    <a:moveTo>
                      <a:pt x="38396" y="50211"/>
                    </a:moveTo>
                    <a:cubicBezTo>
                      <a:pt x="38396" y="55573"/>
                      <a:pt x="36970" y="59824"/>
                      <a:pt x="34117" y="62964"/>
                    </a:cubicBezTo>
                    <a:cubicBezTo>
                      <a:pt x="31276" y="66104"/>
                      <a:pt x="27849" y="67674"/>
                      <a:pt x="23835" y="67674"/>
                    </a:cubicBezTo>
                    <a:cubicBezTo>
                      <a:pt x="19690" y="67674"/>
                      <a:pt x="16080" y="65982"/>
                      <a:pt x="13006" y="62599"/>
                    </a:cubicBezTo>
                    <a:cubicBezTo>
                      <a:pt x="9933" y="59216"/>
                      <a:pt x="8396" y="54827"/>
                      <a:pt x="8396" y="49432"/>
                    </a:cubicBezTo>
                    <a:cubicBezTo>
                      <a:pt x="8396" y="44600"/>
                      <a:pt x="9855" y="40670"/>
                      <a:pt x="12774" y="37641"/>
                    </a:cubicBezTo>
                    <a:cubicBezTo>
                      <a:pt x="15693" y="34622"/>
                      <a:pt x="19291" y="33113"/>
                      <a:pt x="23570" y="33113"/>
                    </a:cubicBezTo>
                    <a:cubicBezTo>
                      <a:pt x="27893" y="33113"/>
                      <a:pt x="31442" y="34622"/>
                      <a:pt x="34217" y="37641"/>
                    </a:cubicBezTo>
                    <a:cubicBezTo>
                      <a:pt x="37003" y="40670"/>
                      <a:pt x="38396" y="44860"/>
                      <a:pt x="38396" y="50211"/>
                    </a:cubicBez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D76356F1-35EE-6E3B-1E9E-4F502FB59271}"/>
                  </a:ext>
                </a:extLst>
              </p:cNvPr>
              <p:cNvSpPr/>
              <p:nvPr/>
            </p:nvSpPr>
            <p:spPr>
              <a:xfrm flipV="1">
                <a:off x="6865259" y="1830960"/>
                <a:ext cx="81674" cy="80066"/>
              </a:xfrm>
              <a:custGeom>
                <a:avLst/>
                <a:gdLst>
                  <a:gd name="connsiteX0" fmla="*/ -2243 w 81674"/>
                  <a:gd name="connsiteY0" fmla="*/ 58370 h 80066"/>
                  <a:gd name="connsiteX1" fmla="*/ 1853 w 81674"/>
                  <a:gd name="connsiteY1" fmla="*/ 72200 h 80066"/>
                  <a:gd name="connsiteX2" fmla="*/ 13710 w 81674"/>
                  <a:gd name="connsiteY2" fmla="*/ 77905 h 80066"/>
                  <a:gd name="connsiteX3" fmla="*/ 25551 w 81674"/>
                  <a:gd name="connsiteY3" fmla="*/ 72797 h 80066"/>
                  <a:gd name="connsiteX4" fmla="*/ 30244 w 81674"/>
                  <a:gd name="connsiteY4" fmla="*/ 57806 h 80066"/>
                  <a:gd name="connsiteX5" fmla="*/ 25501 w 81674"/>
                  <a:gd name="connsiteY5" fmla="*/ 42963 h 80066"/>
                  <a:gd name="connsiteX6" fmla="*/ 13826 w 81674"/>
                  <a:gd name="connsiteY6" fmla="*/ 37756 h 80066"/>
                  <a:gd name="connsiteX7" fmla="*/ 2334 w 81674"/>
                  <a:gd name="connsiteY7" fmla="*/ 42880 h 80066"/>
                  <a:gd name="connsiteX8" fmla="*/ -2243 w 81674"/>
                  <a:gd name="connsiteY8" fmla="*/ 58370 h 80066"/>
                  <a:gd name="connsiteX9" fmla="*/ 13976 w 81674"/>
                  <a:gd name="connsiteY9" fmla="*/ 71487 h 80066"/>
                  <a:gd name="connsiteX10" fmla="*/ 8205 w 81674"/>
                  <a:gd name="connsiteY10" fmla="*/ 68469 h 80066"/>
                  <a:gd name="connsiteX11" fmla="*/ 5899 w 81674"/>
                  <a:gd name="connsiteY11" fmla="*/ 57441 h 80066"/>
                  <a:gd name="connsiteX12" fmla="*/ 8221 w 81674"/>
                  <a:gd name="connsiteY12" fmla="*/ 47143 h 80066"/>
                  <a:gd name="connsiteX13" fmla="*/ 13976 w 81674"/>
                  <a:gd name="connsiteY13" fmla="*/ 44174 h 80066"/>
                  <a:gd name="connsiteX14" fmla="*/ 19813 w 81674"/>
                  <a:gd name="connsiteY14" fmla="*/ 47176 h 80066"/>
                  <a:gd name="connsiteX15" fmla="*/ 22118 w 81674"/>
                  <a:gd name="connsiteY15" fmla="*/ 58171 h 80066"/>
                  <a:gd name="connsiteX16" fmla="*/ 19780 w 81674"/>
                  <a:gd name="connsiteY16" fmla="*/ 68502 h 80066"/>
                  <a:gd name="connsiteX17" fmla="*/ 13976 w 81674"/>
                  <a:gd name="connsiteY17" fmla="*/ 71487 h 80066"/>
                  <a:gd name="connsiteX18" fmla="*/ 14025 w 81674"/>
                  <a:gd name="connsiteY18" fmla="*/ -2161 h 80066"/>
                  <a:gd name="connsiteX19" fmla="*/ 55584 w 81674"/>
                  <a:gd name="connsiteY19" fmla="*/ 77905 h 80066"/>
                  <a:gd name="connsiteX20" fmla="*/ 63163 w 81674"/>
                  <a:gd name="connsiteY20" fmla="*/ 77905 h 80066"/>
                  <a:gd name="connsiteX21" fmla="*/ 21753 w 81674"/>
                  <a:gd name="connsiteY21" fmla="*/ -2161 h 80066"/>
                  <a:gd name="connsiteX22" fmla="*/ 14025 w 81674"/>
                  <a:gd name="connsiteY22" fmla="*/ -2161 h 80066"/>
                  <a:gd name="connsiteX23" fmla="*/ 46878 w 81674"/>
                  <a:gd name="connsiteY23" fmla="*/ 18469 h 80066"/>
                  <a:gd name="connsiteX24" fmla="*/ 50974 w 81674"/>
                  <a:gd name="connsiteY24" fmla="*/ 32333 h 80066"/>
                  <a:gd name="connsiteX25" fmla="*/ 62898 w 81674"/>
                  <a:gd name="connsiteY25" fmla="*/ 38005 h 80066"/>
                  <a:gd name="connsiteX26" fmla="*/ 74738 w 81674"/>
                  <a:gd name="connsiteY26" fmla="*/ 32897 h 80066"/>
                  <a:gd name="connsiteX27" fmla="*/ 79432 w 81674"/>
                  <a:gd name="connsiteY27" fmla="*/ 17905 h 80066"/>
                  <a:gd name="connsiteX28" fmla="*/ 74689 w 81674"/>
                  <a:gd name="connsiteY28" fmla="*/ 3046 h 80066"/>
                  <a:gd name="connsiteX29" fmla="*/ 62947 w 81674"/>
                  <a:gd name="connsiteY29" fmla="*/ -2161 h 80066"/>
                  <a:gd name="connsiteX30" fmla="*/ 51471 w 81674"/>
                  <a:gd name="connsiteY30" fmla="*/ 2997 h 80066"/>
                  <a:gd name="connsiteX31" fmla="*/ 46878 w 81674"/>
                  <a:gd name="connsiteY31" fmla="*/ 18469 h 80066"/>
                  <a:gd name="connsiteX32" fmla="*/ 63163 w 81674"/>
                  <a:gd name="connsiteY32" fmla="*/ 31587 h 80066"/>
                  <a:gd name="connsiteX33" fmla="*/ 57325 w 81674"/>
                  <a:gd name="connsiteY33" fmla="*/ 28569 h 80066"/>
                  <a:gd name="connsiteX34" fmla="*/ 55020 w 81674"/>
                  <a:gd name="connsiteY34" fmla="*/ 17541 h 80066"/>
                  <a:gd name="connsiteX35" fmla="*/ 57342 w 81674"/>
                  <a:gd name="connsiteY35" fmla="*/ 7275 h 80066"/>
                  <a:gd name="connsiteX36" fmla="*/ 63113 w 81674"/>
                  <a:gd name="connsiteY36" fmla="*/ 4274 h 80066"/>
                  <a:gd name="connsiteX37" fmla="*/ 68984 w 81674"/>
                  <a:gd name="connsiteY37" fmla="*/ 7275 h 80066"/>
                  <a:gd name="connsiteX38" fmla="*/ 71289 w 81674"/>
                  <a:gd name="connsiteY38" fmla="*/ 18270 h 80066"/>
                  <a:gd name="connsiteX39" fmla="*/ 68951 w 81674"/>
                  <a:gd name="connsiteY39" fmla="*/ 28602 h 80066"/>
                  <a:gd name="connsiteX40" fmla="*/ 63163 w 81674"/>
                  <a:gd name="connsiteY40" fmla="*/ 31587 h 80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81674" h="80066">
                    <a:moveTo>
                      <a:pt x="-2243" y="58370"/>
                    </a:moveTo>
                    <a:cubicBezTo>
                      <a:pt x="-2243" y="63798"/>
                      <a:pt x="-878" y="68408"/>
                      <a:pt x="1853" y="72200"/>
                    </a:cubicBezTo>
                    <a:cubicBezTo>
                      <a:pt x="4584" y="76004"/>
                      <a:pt x="8536" y="77905"/>
                      <a:pt x="13710" y="77905"/>
                    </a:cubicBezTo>
                    <a:cubicBezTo>
                      <a:pt x="18486" y="77905"/>
                      <a:pt x="22433" y="76203"/>
                      <a:pt x="25551" y="72797"/>
                    </a:cubicBezTo>
                    <a:cubicBezTo>
                      <a:pt x="28680" y="69403"/>
                      <a:pt x="30244" y="64406"/>
                      <a:pt x="30244" y="57806"/>
                    </a:cubicBezTo>
                    <a:cubicBezTo>
                      <a:pt x="30244" y="51382"/>
                      <a:pt x="28663" y="46435"/>
                      <a:pt x="25501" y="42963"/>
                    </a:cubicBezTo>
                    <a:cubicBezTo>
                      <a:pt x="22339" y="39492"/>
                      <a:pt x="18448" y="37756"/>
                      <a:pt x="13826" y="37756"/>
                    </a:cubicBezTo>
                    <a:cubicBezTo>
                      <a:pt x="9227" y="37756"/>
                      <a:pt x="5396" y="39464"/>
                      <a:pt x="2334" y="42880"/>
                    </a:cubicBezTo>
                    <a:cubicBezTo>
                      <a:pt x="-718" y="46297"/>
                      <a:pt x="-2243" y="51460"/>
                      <a:pt x="-2243" y="58370"/>
                    </a:cubicBezTo>
                    <a:close/>
                    <a:moveTo>
                      <a:pt x="13976" y="71487"/>
                    </a:moveTo>
                    <a:cubicBezTo>
                      <a:pt x="11665" y="71487"/>
                      <a:pt x="9741" y="70481"/>
                      <a:pt x="8205" y="68469"/>
                    </a:cubicBezTo>
                    <a:cubicBezTo>
                      <a:pt x="6668" y="66468"/>
                      <a:pt x="5899" y="62792"/>
                      <a:pt x="5899" y="57441"/>
                    </a:cubicBezTo>
                    <a:cubicBezTo>
                      <a:pt x="5899" y="52565"/>
                      <a:pt x="6673" y="49133"/>
                      <a:pt x="8221" y="47143"/>
                    </a:cubicBezTo>
                    <a:cubicBezTo>
                      <a:pt x="9780" y="45164"/>
                      <a:pt x="11698" y="44174"/>
                      <a:pt x="13976" y="44174"/>
                    </a:cubicBezTo>
                    <a:cubicBezTo>
                      <a:pt x="16331" y="44174"/>
                      <a:pt x="18276" y="45175"/>
                      <a:pt x="19813" y="47176"/>
                    </a:cubicBezTo>
                    <a:cubicBezTo>
                      <a:pt x="21350" y="49188"/>
                      <a:pt x="22118" y="52853"/>
                      <a:pt x="22118" y="58171"/>
                    </a:cubicBezTo>
                    <a:cubicBezTo>
                      <a:pt x="22118" y="63079"/>
                      <a:pt x="21339" y="66523"/>
                      <a:pt x="19780" y="68502"/>
                    </a:cubicBezTo>
                    <a:cubicBezTo>
                      <a:pt x="18221" y="70492"/>
                      <a:pt x="16286" y="71487"/>
                      <a:pt x="13976" y="71487"/>
                    </a:cubicBezTo>
                    <a:close/>
                    <a:moveTo>
                      <a:pt x="14025" y="-2161"/>
                    </a:moveTo>
                    <a:lnTo>
                      <a:pt x="55584" y="77905"/>
                    </a:lnTo>
                    <a:lnTo>
                      <a:pt x="63163" y="77905"/>
                    </a:lnTo>
                    <a:lnTo>
                      <a:pt x="21753" y="-2161"/>
                    </a:lnTo>
                    <a:lnTo>
                      <a:pt x="14025" y="-2161"/>
                    </a:lnTo>
                    <a:close/>
                    <a:moveTo>
                      <a:pt x="46878" y="18469"/>
                    </a:moveTo>
                    <a:cubicBezTo>
                      <a:pt x="46878" y="23931"/>
                      <a:pt x="48243" y="28552"/>
                      <a:pt x="50974" y="32333"/>
                    </a:cubicBezTo>
                    <a:cubicBezTo>
                      <a:pt x="53705" y="36114"/>
                      <a:pt x="57679" y="38005"/>
                      <a:pt x="62898" y="38005"/>
                    </a:cubicBezTo>
                    <a:cubicBezTo>
                      <a:pt x="67663" y="38005"/>
                      <a:pt x="71610" y="36302"/>
                      <a:pt x="74738" y="32897"/>
                    </a:cubicBezTo>
                    <a:cubicBezTo>
                      <a:pt x="77867" y="29503"/>
                      <a:pt x="79432" y="24506"/>
                      <a:pt x="79432" y="17905"/>
                    </a:cubicBezTo>
                    <a:cubicBezTo>
                      <a:pt x="79432" y="11471"/>
                      <a:pt x="77851" y="6518"/>
                      <a:pt x="74689" y="3046"/>
                    </a:cubicBezTo>
                    <a:cubicBezTo>
                      <a:pt x="71527" y="-425"/>
                      <a:pt x="67613" y="-2161"/>
                      <a:pt x="62947" y="-2161"/>
                    </a:cubicBezTo>
                    <a:cubicBezTo>
                      <a:pt x="58359" y="-2161"/>
                      <a:pt x="54534" y="-442"/>
                      <a:pt x="51471" y="2997"/>
                    </a:cubicBezTo>
                    <a:cubicBezTo>
                      <a:pt x="48409" y="6435"/>
                      <a:pt x="46878" y="11593"/>
                      <a:pt x="46878" y="18469"/>
                    </a:cubicBezTo>
                    <a:close/>
                    <a:moveTo>
                      <a:pt x="63163" y="31587"/>
                    </a:moveTo>
                    <a:cubicBezTo>
                      <a:pt x="60808" y="31587"/>
                      <a:pt x="58862" y="30581"/>
                      <a:pt x="57325" y="28569"/>
                    </a:cubicBezTo>
                    <a:cubicBezTo>
                      <a:pt x="55789" y="26568"/>
                      <a:pt x="55020" y="22892"/>
                      <a:pt x="55020" y="17541"/>
                    </a:cubicBezTo>
                    <a:cubicBezTo>
                      <a:pt x="55020" y="12698"/>
                      <a:pt x="55794" y="9276"/>
                      <a:pt x="57342" y="7275"/>
                    </a:cubicBezTo>
                    <a:cubicBezTo>
                      <a:pt x="58901" y="5274"/>
                      <a:pt x="60825" y="4274"/>
                      <a:pt x="63113" y="4274"/>
                    </a:cubicBezTo>
                    <a:cubicBezTo>
                      <a:pt x="65490" y="4274"/>
                      <a:pt x="67447" y="5274"/>
                      <a:pt x="68984" y="7275"/>
                    </a:cubicBezTo>
                    <a:cubicBezTo>
                      <a:pt x="70521" y="9276"/>
                      <a:pt x="71289" y="12941"/>
                      <a:pt x="71289" y="18270"/>
                    </a:cubicBezTo>
                    <a:cubicBezTo>
                      <a:pt x="71289" y="23168"/>
                      <a:pt x="70510" y="26612"/>
                      <a:pt x="68951" y="28602"/>
                    </a:cubicBezTo>
                    <a:cubicBezTo>
                      <a:pt x="67403" y="30592"/>
                      <a:pt x="65474" y="31587"/>
                      <a:pt x="63163" y="31587"/>
                    </a:cubicBez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" name="Graphic 988">
              <a:extLst>
                <a:ext uri="{FF2B5EF4-FFF2-40B4-BE49-F238E27FC236}">
                  <a16:creationId xmlns:a16="http://schemas.microsoft.com/office/drawing/2014/main" id="{A01F4EAE-B30C-1A2B-A931-BDE8B4C4D7A3}"/>
                </a:ext>
              </a:extLst>
            </p:cNvPr>
            <p:cNvGrpSpPr/>
            <p:nvPr/>
          </p:nvGrpSpPr>
          <p:grpSpPr>
            <a:xfrm>
              <a:off x="5915124" y="2174819"/>
              <a:ext cx="204407" cy="80066"/>
              <a:chOff x="7157748" y="2311344"/>
              <a:chExt cx="261976" cy="80066"/>
            </a:xfrm>
            <a:solidFill>
              <a:srgbClr val="262626"/>
            </a:solidFill>
          </p:grpSpPr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3CD7D923-90C9-2A80-65DF-B9A49F89D9D9}"/>
                  </a:ext>
                </a:extLst>
              </p:cNvPr>
              <p:cNvSpPr/>
              <p:nvPr/>
            </p:nvSpPr>
            <p:spPr>
              <a:xfrm flipV="1">
                <a:off x="7157748" y="2326103"/>
                <a:ext cx="50165" cy="50215"/>
              </a:xfrm>
              <a:custGeom>
                <a:avLst/>
                <a:gdLst>
                  <a:gd name="connsiteX0" fmla="*/ 19434 w 50165"/>
                  <a:gd name="connsiteY0" fmla="*/ -2117 h 50215"/>
                  <a:gd name="connsiteX1" fmla="*/ 19434 w 50165"/>
                  <a:gd name="connsiteY1" fmla="*/ 18713 h 50215"/>
                  <a:gd name="connsiteX2" fmla="*/ -1246 w 50165"/>
                  <a:gd name="connsiteY2" fmla="*/ 18713 h 50215"/>
                  <a:gd name="connsiteX3" fmla="*/ -1246 w 50165"/>
                  <a:gd name="connsiteY3" fmla="*/ 27419 h 50215"/>
                  <a:gd name="connsiteX4" fmla="*/ 19434 w 50165"/>
                  <a:gd name="connsiteY4" fmla="*/ 27419 h 50215"/>
                  <a:gd name="connsiteX5" fmla="*/ 19434 w 50165"/>
                  <a:gd name="connsiteY5" fmla="*/ 48099 h 50215"/>
                  <a:gd name="connsiteX6" fmla="*/ 28240 w 50165"/>
                  <a:gd name="connsiteY6" fmla="*/ 48099 h 50215"/>
                  <a:gd name="connsiteX7" fmla="*/ 28240 w 50165"/>
                  <a:gd name="connsiteY7" fmla="*/ 27419 h 50215"/>
                  <a:gd name="connsiteX8" fmla="*/ 48920 w 50165"/>
                  <a:gd name="connsiteY8" fmla="*/ 27419 h 50215"/>
                  <a:gd name="connsiteX9" fmla="*/ 48920 w 50165"/>
                  <a:gd name="connsiteY9" fmla="*/ 18713 h 50215"/>
                  <a:gd name="connsiteX10" fmla="*/ 28240 w 50165"/>
                  <a:gd name="connsiteY10" fmla="*/ 18713 h 50215"/>
                  <a:gd name="connsiteX11" fmla="*/ 28240 w 50165"/>
                  <a:gd name="connsiteY11" fmla="*/ -2117 h 50215"/>
                  <a:gd name="connsiteX12" fmla="*/ 19434 w 50165"/>
                  <a:gd name="connsiteY12" fmla="*/ -2117 h 502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0165" h="50215">
                    <a:moveTo>
                      <a:pt x="19434" y="-2117"/>
                    </a:moveTo>
                    <a:lnTo>
                      <a:pt x="19434" y="18713"/>
                    </a:lnTo>
                    <a:lnTo>
                      <a:pt x="-1246" y="18713"/>
                    </a:lnTo>
                    <a:lnTo>
                      <a:pt x="-1246" y="27419"/>
                    </a:lnTo>
                    <a:lnTo>
                      <a:pt x="19434" y="27419"/>
                    </a:lnTo>
                    <a:lnTo>
                      <a:pt x="19434" y="48099"/>
                    </a:lnTo>
                    <a:lnTo>
                      <a:pt x="28240" y="48099"/>
                    </a:lnTo>
                    <a:lnTo>
                      <a:pt x="28240" y="27419"/>
                    </a:lnTo>
                    <a:lnTo>
                      <a:pt x="48920" y="27419"/>
                    </a:lnTo>
                    <a:lnTo>
                      <a:pt x="48920" y="18713"/>
                    </a:lnTo>
                    <a:lnTo>
                      <a:pt x="28240" y="18713"/>
                    </a:lnTo>
                    <a:lnTo>
                      <a:pt x="28240" y="-2117"/>
                    </a:lnTo>
                    <a:lnTo>
                      <a:pt x="19434" y="-2117"/>
                    </a:ln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F2C8D515-D4F8-6069-B04A-3B4D28C7A49F}"/>
                  </a:ext>
                </a:extLst>
              </p:cNvPr>
              <p:cNvSpPr/>
              <p:nvPr/>
            </p:nvSpPr>
            <p:spPr>
              <a:xfrm flipV="1">
                <a:off x="7217035" y="2312322"/>
                <a:ext cx="50223" cy="76285"/>
              </a:xfrm>
              <a:custGeom>
                <a:avLst/>
                <a:gdLst>
                  <a:gd name="connsiteX0" fmla="*/ 49145 w 50223"/>
                  <a:gd name="connsiteY0" fmla="*/ 6810 h 76285"/>
                  <a:gd name="connsiteX1" fmla="*/ 49145 w 50223"/>
                  <a:gd name="connsiteY1" fmla="*/ -2162 h 76285"/>
                  <a:gd name="connsiteX2" fmla="*/ -1071 w 50223"/>
                  <a:gd name="connsiteY2" fmla="*/ -2162 h 76285"/>
                  <a:gd name="connsiteX3" fmla="*/ 7 w 50223"/>
                  <a:gd name="connsiteY3" fmla="*/ 4323 h 76285"/>
                  <a:gd name="connsiteX4" fmla="*/ 6143 w 50223"/>
                  <a:gd name="connsiteY4" fmla="*/ 14422 h 76285"/>
                  <a:gd name="connsiteX5" fmla="*/ 18365 w 50223"/>
                  <a:gd name="connsiteY5" fmla="*/ 25931 h 76285"/>
                  <a:gd name="connsiteX6" fmla="*/ 35098 w 50223"/>
                  <a:gd name="connsiteY6" fmla="*/ 42017 h 76285"/>
                  <a:gd name="connsiteX7" fmla="*/ 39460 w 50223"/>
                  <a:gd name="connsiteY7" fmla="*/ 53245 h 76285"/>
                  <a:gd name="connsiteX8" fmla="*/ 35480 w 50223"/>
                  <a:gd name="connsiteY8" fmla="*/ 62581 h 76285"/>
                  <a:gd name="connsiteX9" fmla="*/ 25148 w 50223"/>
                  <a:gd name="connsiteY9" fmla="*/ 66395 h 76285"/>
                  <a:gd name="connsiteX10" fmla="*/ 14369 w 50223"/>
                  <a:gd name="connsiteY10" fmla="*/ 62349 h 76285"/>
                  <a:gd name="connsiteX11" fmla="*/ 10273 w 50223"/>
                  <a:gd name="connsiteY11" fmla="*/ 51172 h 76285"/>
                  <a:gd name="connsiteX12" fmla="*/ 687 w 50223"/>
                  <a:gd name="connsiteY12" fmla="*/ 52150 h 76285"/>
                  <a:gd name="connsiteX13" fmla="*/ 8083 w 50223"/>
                  <a:gd name="connsiteY13" fmla="*/ 68502 h 76285"/>
                  <a:gd name="connsiteX14" fmla="*/ 25364 w 50223"/>
                  <a:gd name="connsiteY14" fmla="*/ 74123 h 76285"/>
                  <a:gd name="connsiteX15" fmla="*/ 42660 w 50223"/>
                  <a:gd name="connsiteY15" fmla="*/ 68054 h 76285"/>
                  <a:gd name="connsiteX16" fmla="*/ 49045 w 50223"/>
                  <a:gd name="connsiteY16" fmla="*/ 53029 h 76285"/>
                  <a:gd name="connsiteX17" fmla="*/ 47171 w 50223"/>
                  <a:gd name="connsiteY17" fmla="*/ 44057 h 76285"/>
                  <a:gd name="connsiteX18" fmla="*/ 40986 w 50223"/>
                  <a:gd name="connsiteY18" fmla="*/ 34787 h 76285"/>
                  <a:gd name="connsiteX19" fmla="*/ 26607 w 50223"/>
                  <a:gd name="connsiteY19" fmla="*/ 21420 h 76285"/>
                  <a:gd name="connsiteX20" fmla="*/ 15811 w 50223"/>
                  <a:gd name="connsiteY20" fmla="*/ 11852 h 76285"/>
                  <a:gd name="connsiteX21" fmla="*/ 11881 w 50223"/>
                  <a:gd name="connsiteY21" fmla="*/ 6810 h 76285"/>
                  <a:gd name="connsiteX22" fmla="*/ 49145 w 50223"/>
                  <a:gd name="connsiteY22" fmla="*/ 6810 h 76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0223" h="76285">
                    <a:moveTo>
                      <a:pt x="49145" y="6810"/>
                    </a:moveTo>
                    <a:lnTo>
                      <a:pt x="49145" y="-2162"/>
                    </a:lnTo>
                    <a:lnTo>
                      <a:pt x="-1071" y="-2162"/>
                    </a:lnTo>
                    <a:cubicBezTo>
                      <a:pt x="-1137" y="83"/>
                      <a:pt x="-778" y="2244"/>
                      <a:pt x="7" y="4323"/>
                    </a:cubicBezTo>
                    <a:cubicBezTo>
                      <a:pt x="1290" y="7739"/>
                      <a:pt x="3335" y="11105"/>
                      <a:pt x="6143" y="14422"/>
                    </a:cubicBezTo>
                    <a:cubicBezTo>
                      <a:pt x="8962" y="17739"/>
                      <a:pt x="13037" y="21575"/>
                      <a:pt x="18365" y="25931"/>
                    </a:cubicBezTo>
                    <a:cubicBezTo>
                      <a:pt x="26624" y="32697"/>
                      <a:pt x="32202" y="38059"/>
                      <a:pt x="35098" y="42017"/>
                    </a:cubicBezTo>
                    <a:cubicBezTo>
                      <a:pt x="38006" y="45975"/>
                      <a:pt x="39460" y="49718"/>
                      <a:pt x="39460" y="53245"/>
                    </a:cubicBezTo>
                    <a:cubicBezTo>
                      <a:pt x="39460" y="56937"/>
                      <a:pt x="38133" y="60049"/>
                      <a:pt x="35480" y="62581"/>
                    </a:cubicBezTo>
                    <a:cubicBezTo>
                      <a:pt x="32837" y="65124"/>
                      <a:pt x="29394" y="66395"/>
                      <a:pt x="25148" y="66395"/>
                    </a:cubicBezTo>
                    <a:cubicBezTo>
                      <a:pt x="20659" y="66395"/>
                      <a:pt x="17066" y="65047"/>
                      <a:pt x="14369" y="62349"/>
                    </a:cubicBezTo>
                    <a:cubicBezTo>
                      <a:pt x="11671" y="59662"/>
                      <a:pt x="10306" y="55937"/>
                      <a:pt x="10273" y="51172"/>
                    </a:cubicBezTo>
                    <a:lnTo>
                      <a:pt x="687" y="52150"/>
                    </a:lnTo>
                    <a:cubicBezTo>
                      <a:pt x="1339" y="59303"/>
                      <a:pt x="3805" y="64754"/>
                      <a:pt x="8083" y="68502"/>
                    </a:cubicBezTo>
                    <a:cubicBezTo>
                      <a:pt x="12373" y="72249"/>
                      <a:pt x="18133" y="74123"/>
                      <a:pt x="25364" y="74123"/>
                    </a:cubicBezTo>
                    <a:cubicBezTo>
                      <a:pt x="32649" y="74123"/>
                      <a:pt x="38415" y="72100"/>
                      <a:pt x="42660" y="68054"/>
                    </a:cubicBezTo>
                    <a:cubicBezTo>
                      <a:pt x="46917" y="64018"/>
                      <a:pt x="49045" y="59010"/>
                      <a:pt x="49045" y="53029"/>
                    </a:cubicBezTo>
                    <a:cubicBezTo>
                      <a:pt x="49045" y="49989"/>
                      <a:pt x="48421" y="46998"/>
                      <a:pt x="47171" y="44057"/>
                    </a:cubicBezTo>
                    <a:cubicBezTo>
                      <a:pt x="45933" y="41127"/>
                      <a:pt x="43871" y="38037"/>
                      <a:pt x="40986" y="34787"/>
                    </a:cubicBezTo>
                    <a:cubicBezTo>
                      <a:pt x="38100" y="31536"/>
                      <a:pt x="33307" y="27081"/>
                      <a:pt x="26607" y="21420"/>
                    </a:cubicBezTo>
                    <a:cubicBezTo>
                      <a:pt x="21002" y="16722"/>
                      <a:pt x="17404" y="13532"/>
                      <a:pt x="15811" y="11852"/>
                    </a:cubicBezTo>
                    <a:cubicBezTo>
                      <a:pt x="14231" y="10182"/>
                      <a:pt x="12920" y="8502"/>
                      <a:pt x="11881" y="6810"/>
                    </a:cubicBezTo>
                    <a:lnTo>
                      <a:pt x="49145" y="6810"/>
                    </a:ln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CB9D9DF2-33C4-F9F5-690F-CD42BD428466}"/>
                  </a:ext>
                </a:extLst>
              </p:cNvPr>
              <p:cNvSpPr/>
              <p:nvPr/>
            </p:nvSpPr>
            <p:spPr>
              <a:xfrm flipV="1">
                <a:off x="7277265" y="2313666"/>
                <a:ext cx="50364" cy="76235"/>
              </a:xfrm>
              <a:custGeom>
                <a:avLst/>
                <a:gdLst>
                  <a:gd name="connsiteX0" fmla="*/ -1148 w 50364"/>
                  <a:gd name="connsiteY0" fmla="*/ 19112 h 76235"/>
                  <a:gd name="connsiteX1" fmla="*/ 8636 w 50364"/>
                  <a:gd name="connsiteY1" fmla="*/ 19941 h 76235"/>
                  <a:gd name="connsiteX2" fmla="*/ 13694 w 50364"/>
                  <a:gd name="connsiteY2" fmla="*/ 9178 h 76235"/>
                  <a:gd name="connsiteX3" fmla="*/ 23263 w 50364"/>
                  <a:gd name="connsiteY3" fmla="*/ 5580 h 76235"/>
                  <a:gd name="connsiteX4" fmla="*/ 34656 w 50364"/>
                  <a:gd name="connsiteY4" fmla="*/ 10654 h 76235"/>
                  <a:gd name="connsiteX5" fmla="*/ 39316 w 50364"/>
                  <a:gd name="connsiteY5" fmla="*/ 24137 h 76235"/>
                  <a:gd name="connsiteX6" fmla="*/ 34838 w 50364"/>
                  <a:gd name="connsiteY6" fmla="*/ 36724 h 76235"/>
                  <a:gd name="connsiteX7" fmla="*/ 23097 w 50364"/>
                  <a:gd name="connsiteY7" fmla="*/ 41351 h 76235"/>
                  <a:gd name="connsiteX8" fmla="*/ 14954 w 50364"/>
                  <a:gd name="connsiteY8" fmla="*/ 39294 h 76235"/>
                  <a:gd name="connsiteX9" fmla="*/ 9266 w 50364"/>
                  <a:gd name="connsiteY9" fmla="*/ 33988 h 76235"/>
                  <a:gd name="connsiteX10" fmla="*/ 510 w 50364"/>
                  <a:gd name="connsiteY10" fmla="*/ 35132 h 76235"/>
                  <a:gd name="connsiteX11" fmla="*/ 7857 w 50364"/>
                  <a:gd name="connsiteY11" fmla="*/ 74153 h 76235"/>
                  <a:gd name="connsiteX12" fmla="*/ 45651 w 50364"/>
                  <a:gd name="connsiteY12" fmla="*/ 74153 h 76235"/>
                  <a:gd name="connsiteX13" fmla="*/ 45651 w 50364"/>
                  <a:gd name="connsiteY13" fmla="*/ 65231 h 76235"/>
                  <a:gd name="connsiteX14" fmla="*/ 15319 w 50364"/>
                  <a:gd name="connsiteY14" fmla="*/ 65231 h 76235"/>
                  <a:gd name="connsiteX15" fmla="*/ 11240 w 50364"/>
                  <a:gd name="connsiteY15" fmla="*/ 44817 h 76235"/>
                  <a:gd name="connsiteX16" fmla="*/ 25585 w 50364"/>
                  <a:gd name="connsiteY16" fmla="*/ 49593 h 76235"/>
                  <a:gd name="connsiteX17" fmla="*/ 42367 w 50364"/>
                  <a:gd name="connsiteY17" fmla="*/ 42694 h 76235"/>
                  <a:gd name="connsiteX18" fmla="*/ 49216 w 50364"/>
                  <a:gd name="connsiteY18" fmla="*/ 24966 h 76235"/>
                  <a:gd name="connsiteX19" fmla="*/ 43213 w 50364"/>
                  <a:gd name="connsiteY19" fmla="*/ 7139 h 76235"/>
                  <a:gd name="connsiteX20" fmla="*/ 23263 w 50364"/>
                  <a:gd name="connsiteY20" fmla="*/ -2082 h 76235"/>
                  <a:gd name="connsiteX21" fmla="*/ 6331 w 50364"/>
                  <a:gd name="connsiteY21" fmla="*/ 3722 h 76235"/>
                  <a:gd name="connsiteX22" fmla="*/ -1148 w 50364"/>
                  <a:gd name="connsiteY22" fmla="*/ 19112 h 76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0364" h="76235">
                    <a:moveTo>
                      <a:pt x="-1148" y="19112"/>
                    </a:moveTo>
                    <a:lnTo>
                      <a:pt x="8636" y="19941"/>
                    </a:lnTo>
                    <a:cubicBezTo>
                      <a:pt x="9366" y="15176"/>
                      <a:pt x="11052" y="11589"/>
                      <a:pt x="13694" y="9178"/>
                    </a:cubicBezTo>
                    <a:cubicBezTo>
                      <a:pt x="16336" y="6779"/>
                      <a:pt x="19526" y="5580"/>
                      <a:pt x="23263" y="5580"/>
                    </a:cubicBezTo>
                    <a:cubicBezTo>
                      <a:pt x="27752" y="5580"/>
                      <a:pt x="31549" y="7271"/>
                      <a:pt x="34656" y="10654"/>
                    </a:cubicBezTo>
                    <a:cubicBezTo>
                      <a:pt x="37762" y="14048"/>
                      <a:pt x="39316" y="18543"/>
                      <a:pt x="39316" y="24137"/>
                    </a:cubicBezTo>
                    <a:cubicBezTo>
                      <a:pt x="39316" y="29455"/>
                      <a:pt x="37823" y="33650"/>
                      <a:pt x="34838" y="36724"/>
                    </a:cubicBezTo>
                    <a:cubicBezTo>
                      <a:pt x="31853" y="39808"/>
                      <a:pt x="27939" y="41351"/>
                      <a:pt x="23097" y="41351"/>
                    </a:cubicBezTo>
                    <a:cubicBezTo>
                      <a:pt x="20090" y="41351"/>
                      <a:pt x="17376" y="40665"/>
                      <a:pt x="14954" y="39294"/>
                    </a:cubicBezTo>
                    <a:cubicBezTo>
                      <a:pt x="12544" y="37934"/>
                      <a:pt x="10648" y="36166"/>
                      <a:pt x="9266" y="33988"/>
                    </a:cubicBezTo>
                    <a:lnTo>
                      <a:pt x="510" y="35132"/>
                    </a:lnTo>
                    <a:lnTo>
                      <a:pt x="7857" y="74153"/>
                    </a:lnTo>
                    <a:lnTo>
                      <a:pt x="45651" y="74153"/>
                    </a:lnTo>
                    <a:lnTo>
                      <a:pt x="45651" y="65231"/>
                    </a:lnTo>
                    <a:lnTo>
                      <a:pt x="15319" y="65231"/>
                    </a:lnTo>
                    <a:lnTo>
                      <a:pt x="11240" y="44817"/>
                    </a:lnTo>
                    <a:cubicBezTo>
                      <a:pt x="15795" y="48001"/>
                      <a:pt x="20576" y="49593"/>
                      <a:pt x="25585" y="49593"/>
                    </a:cubicBezTo>
                    <a:cubicBezTo>
                      <a:pt x="32218" y="49593"/>
                      <a:pt x="37812" y="47293"/>
                      <a:pt x="42367" y="42694"/>
                    </a:cubicBezTo>
                    <a:cubicBezTo>
                      <a:pt x="46933" y="38095"/>
                      <a:pt x="49216" y="32185"/>
                      <a:pt x="49216" y="24966"/>
                    </a:cubicBezTo>
                    <a:cubicBezTo>
                      <a:pt x="49216" y="18089"/>
                      <a:pt x="47215" y="12147"/>
                      <a:pt x="43213" y="7139"/>
                    </a:cubicBezTo>
                    <a:cubicBezTo>
                      <a:pt x="38337" y="992"/>
                      <a:pt x="31687" y="-2082"/>
                      <a:pt x="23263" y="-2082"/>
                    </a:cubicBezTo>
                    <a:cubicBezTo>
                      <a:pt x="16353" y="-2082"/>
                      <a:pt x="10709" y="-147"/>
                      <a:pt x="6331" y="3722"/>
                    </a:cubicBezTo>
                    <a:cubicBezTo>
                      <a:pt x="1964" y="7592"/>
                      <a:pt x="-529" y="12722"/>
                      <a:pt x="-1148" y="19112"/>
                    </a:cubicBez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51C581-23DA-E2BA-6805-53AAE066C179}"/>
                  </a:ext>
                </a:extLst>
              </p:cNvPr>
              <p:cNvSpPr/>
              <p:nvPr/>
            </p:nvSpPr>
            <p:spPr>
              <a:xfrm flipV="1">
                <a:off x="7338050" y="2311344"/>
                <a:ext cx="81674" cy="80066"/>
              </a:xfrm>
              <a:custGeom>
                <a:avLst/>
                <a:gdLst>
                  <a:gd name="connsiteX0" fmla="*/ -2190 w 81674"/>
                  <a:gd name="connsiteY0" fmla="*/ 58424 h 80066"/>
                  <a:gd name="connsiteX1" fmla="*/ 1906 w 81674"/>
                  <a:gd name="connsiteY1" fmla="*/ 72255 h 80066"/>
                  <a:gd name="connsiteX2" fmla="*/ 13764 w 81674"/>
                  <a:gd name="connsiteY2" fmla="*/ 77960 h 80066"/>
                  <a:gd name="connsiteX3" fmla="*/ 25605 w 81674"/>
                  <a:gd name="connsiteY3" fmla="*/ 72852 h 80066"/>
                  <a:gd name="connsiteX4" fmla="*/ 30298 w 81674"/>
                  <a:gd name="connsiteY4" fmla="*/ 57860 h 80066"/>
                  <a:gd name="connsiteX5" fmla="*/ 25555 w 81674"/>
                  <a:gd name="connsiteY5" fmla="*/ 43018 h 80066"/>
                  <a:gd name="connsiteX6" fmla="*/ 13880 w 81674"/>
                  <a:gd name="connsiteY6" fmla="*/ 37810 h 80066"/>
                  <a:gd name="connsiteX7" fmla="*/ 2387 w 81674"/>
                  <a:gd name="connsiteY7" fmla="*/ 42935 h 80066"/>
                  <a:gd name="connsiteX8" fmla="*/ -2190 w 81674"/>
                  <a:gd name="connsiteY8" fmla="*/ 58424 h 80066"/>
                  <a:gd name="connsiteX9" fmla="*/ 14029 w 81674"/>
                  <a:gd name="connsiteY9" fmla="*/ 71542 h 80066"/>
                  <a:gd name="connsiteX10" fmla="*/ 8258 w 81674"/>
                  <a:gd name="connsiteY10" fmla="*/ 68523 h 80066"/>
                  <a:gd name="connsiteX11" fmla="*/ 5953 w 81674"/>
                  <a:gd name="connsiteY11" fmla="*/ 57495 h 80066"/>
                  <a:gd name="connsiteX12" fmla="*/ 8275 w 81674"/>
                  <a:gd name="connsiteY12" fmla="*/ 47197 h 80066"/>
                  <a:gd name="connsiteX13" fmla="*/ 14029 w 81674"/>
                  <a:gd name="connsiteY13" fmla="*/ 44228 h 80066"/>
                  <a:gd name="connsiteX14" fmla="*/ 19867 w 81674"/>
                  <a:gd name="connsiteY14" fmla="*/ 47230 h 80066"/>
                  <a:gd name="connsiteX15" fmla="*/ 22172 w 81674"/>
                  <a:gd name="connsiteY15" fmla="*/ 58225 h 80066"/>
                  <a:gd name="connsiteX16" fmla="*/ 19833 w 81674"/>
                  <a:gd name="connsiteY16" fmla="*/ 68557 h 80066"/>
                  <a:gd name="connsiteX17" fmla="*/ 14029 w 81674"/>
                  <a:gd name="connsiteY17" fmla="*/ 71542 h 80066"/>
                  <a:gd name="connsiteX18" fmla="*/ 14079 w 81674"/>
                  <a:gd name="connsiteY18" fmla="*/ -2107 h 80066"/>
                  <a:gd name="connsiteX19" fmla="*/ 55638 w 81674"/>
                  <a:gd name="connsiteY19" fmla="*/ 77960 h 80066"/>
                  <a:gd name="connsiteX20" fmla="*/ 63216 w 81674"/>
                  <a:gd name="connsiteY20" fmla="*/ 77960 h 80066"/>
                  <a:gd name="connsiteX21" fmla="*/ 21807 w 81674"/>
                  <a:gd name="connsiteY21" fmla="*/ -2107 h 80066"/>
                  <a:gd name="connsiteX22" fmla="*/ 14079 w 81674"/>
                  <a:gd name="connsiteY22" fmla="*/ -2107 h 80066"/>
                  <a:gd name="connsiteX23" fmla="*/ 46931 w 81674"/>
                  <a:gd name="connsiteY23" fmla="*/ 18524 h 80066"/>
                  <a:gd name="connsiteX24" fmla="*/ 51027 w 81674"/>
                  <a:gd name="connsiteY24" fmla="*/ 32388 h 80066"/>
                  <a:gd name="connsiteX25" fmla="*/ 62951 w 81674"/>
                  <a:gd name="connsiteY25" fmla="*/ 38059 h 80066"/>
                  <a:gd name="connsiteX26" fmla="*/ 74792 w 81674"/>
                  <a:gd name="connsiteY26" fmla="*/ 32951 h 80066"/>
                  <a:gd name="connsiteX27" fmla="*/ 79485 w 81674"/>
                  <a:gd name="connsiteY27" fmla="*/ 17960 h 80066"/>
                  <a:gd name="connsiteX28" fmla="*/ 74742 w 81674"/>
                  <a:gd name="connsiteY28" fmla="*/ 3101 h 80066"/>
                  <a:gd name="connsiteX29" fmla="*/ 63001 w 81674"/>
                  <a:gd name="connsiteY29" fmla="*/ -2107 h 80066"/>
                  <a:gd name="connsiteX30" fmla="*/ 51525 w 81674"/>
                  <a:gd name="connsiteY30" fmla="*/ 3051 h 80066"/>
                  <a:gd name="connsiteX31" fmla="*/ 46931 w 81674"/>
                  <a:gd name="connsiteY31" fmla="*/ 18524 h 80066"/>
                  <a:gd name="connsiteX32" fmla="*/ 63216 w 81674"/>
                  <a:gd name="connsiteY32" fmla="*/ 31641 h 80066"/>
                  <a:gd name="connsiteX33" fmla="*/ 57379 w 81674"/>
                  <a:gd name="connsiteY33" fmla="*/ 28623 h 80066"/>
                  <a:gd name="connsiteX34" fmla="*/ 55074 w 81674"/>
                  <a:gd name="connsiteY34" fmla="*/ 17595 h 80066"/>
                  <a:gd name="connsiteX35" fmla="*/ 57395 w 81674"/>
                  <a:gd name="connsiteY35" fmla="*/ 7330 h 80066"/>
                  <a:gd name="connsiteX36" fmla="*/ 63167 w 81674"/>
                  <a:gd name="connsiteY36" fmla="*/ 4328 h 80066"/>
                  <a:gd name="connsiteX37" fmla="*/ 69037 w 81674"/>
                  <a:gd name="connsiteY37" fmla="*/ 7330 h 80066"/>
                  <a:gd name="connsiteX38" fmla="*/ 71342 w 81674"/>
                  <a:gd name="connsiteY38" fmla="*/ 18325 h 80066"/>
                  <a:gd name="connsiteX39" fmla="*/ 69004 w 81674"/>
                  <a:gd name="connsiteY39" fmla="*/ 28656 h 80066"/>
                  <a:gd name="connsiteX40" fmla="*/ 63216 w 81674"/>
                  <a:gd name="connsiteY40" fmla="*/ 31641 h 80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81674" h="80066">
                    <a:moveTo>
                      <a:pt x="-2190" y="58424"/>
                    </a:moveTo>
                    <a:cubicBezTo>
                      <a:pt x="-2190" y="63852"/>
                      <a:pt x="-824" y="68463"/>
                      <a:pt x="1906" y="72255"/>
                    </a:cubicBezTo>
                    <a:cubicBezTo>
                      <a:pt x="4637" y="76058"/>
                      <a:pt x="8590" y="77960"/>
                      <a:pt x="13764" y="77960"/>
                    </a:cubicBezTo>
                    <a:cubicBezTo>
                      <a:pt x="18540" y="77960"/>
                      <a:pt x="22487" y="76257"/>
                      <a:pt x="25605" y="72852"/>
                    </a:cubicBezTo>
                    <a:cubicBezTo>
                      <a:pt x="28733" y="69458"/>
                      <a:pt x="30298" y="64460"/>
                      <a:pt x="30298" y="57860"/>
                    </a:cubicBezTo>
                    <a:cubicBezTo>
                      <a:pt x="30298" y="51437"/>
                      <a:pt x="28717" y="46489"/>
                      <a:pt x="25555" y="43018"/>
                    </a:cubicBezTo>
                    <a:cubicBezTo>
                      <a:pt x="22393" y="39546"/>
                      <a:pt x="18501" y="37810"/>
                      <a:pt x="13880" y="37810"/>
                    </a:cubicBezTo>
                    <a:cubicBezTo>
                      <a:pt x="9281" y="37810"/>
                      <a:pt x="5450" y="39519"/>
                      <a:pt x="2387" y="42935"/>
                    </a:cubicBezTo>
                    <a:cubicBezTo>
                      <a:pt x="-664" y="46351"/>
                      <a:pt x="-2190" y="51514"/>
                      <a:pt x="-2190" y="58424"/>
                    </a:cubicBezTo>
                    <a:close/>
                    <a:moveTo>
                      <a:pt x="14029" y="71542"/>
                    </a:moveTo>
                    <a:cubicBezTo>
                      <a:pt x="11718" y="71542"/>
                      <a:pt x="9795" y="70536"/>
                      <a:pt x="8258" y="68523"/>
                    </a:cubicBezTo>
                    <a:cubicBezTo>
                      <a:pt x="6721" y="66522"/>
                      <a:pt x="5953" y="62846"/>
                      <a:pt x="5953" y="57495"/>
                    </a:cubicBezTo>
                    <a:cubicBezTo>
                      <a:pt x="5953" y="52620"/>
                      <a:pt x="6727" y="49187"/>
                      <a:pt x="8275" y="47197"/>
                    </a:cubicBezTo>
                    <a:cubicBezTo>
                      <a:pt x="9833" y="45218"/>
                      <a:pt x="11752" y="44228"/>
                      <a:pt x="14029" y="44228"/>
                    </a:cubicBezTo>
                    <a:cubicBezTo>
                      <a:pt x="16384" y="44228"/>
                      <a:pt x="18330" y="45229"/>
                      <a:pt x="19867" y="47230"/>
                    </a:cubicBezTo>
                    <a:cubicBezTo>
                      <a:pt x="21403" y="49242"/>
                      <a:pt x="22172" y="52907"/>
                      <a:pt x="22172" y="58225"/>
                    </a:cubicBezTo>
                    <a:cubicBezTo>
                      <a:pt x="22172" y="63134"/>
                      <a:pt x="21392" y="66578"/>
                      <a:pt x="19833" y="68557"/>
                    </a:cubicBezTo>
                    <a:cubicBezTo>
                      <a:pt x="18275" y="70547"/>
                      <a:pt x="16340" y="71542"/>
                      <a:pt x="14029" y="71542"/>
                    </a:cubicBezTo>
                    <a:close/>
                    <a:moveTo>
                      <a:pt x="14079" y="-2107"/>
                    </a:moveTo>
                    <a:lnTo>
                      <a:pt x="55638" y="77960"/>
                    </a:lnTo>
                    <a:lnTo>
                      <a:pt x="63216" y="77960"/>
                    </a:lnTo>
                    <a:lnTo>
                      <a:pt x="21807" y="-2107"/>
                    </a:lnTo>
                    <a:lnTo>
                      <a:pt x="14079" y="-2107"/>
                    </a:lnTo>
                    <a:close/>
                    <a:moveTo>
                      <a:pt x="46931" y="18524"/>
                    </a:moveTo>
                    <a:cubicBezTo>
                      <a:pt x="46931" y="23985"/>
                      <a:pt x="48297" y="28606"/>
                      <a:pt x="51027" y="32388"/>
                    </a:cubicBezTo>
                    <a:cubicBezTo>
                      <a:pt x="53758" y="36169"/>
                      <a:pt x="57733" y="38059"/>
                      <a:pt x="62951" y="38059"/>
                    </a:cubicBezTo>
                    <a:cubicBezTo>
                      <a:pt x="67716" y="38059"/>
                      <a:pt x="71663" y="36357"/>
                      <a:pt x="74792" y="32951"/>
                    </a:cubicBezTo>
                    <a:cubicBezTo>
                      <a:pt x="77921" y="29557"/>
                      <a:pt x="79485" y="24560"/>
                      <a:pt x="79485" y="17960"/>
                    </a:cubicBezTo>
                    <a:cubicBezTo>
                      <a:pt x="79485" y="11525"/>
                      <a:pt x="77904" y="6572"/>
                      <a:pt x="74742" y="3101"/>
                    </a:cubicBezTo>
                    <a:cubicBezTo>
                      <a:pt x="71580" y="-371"/>
                      <a:pt x="67666" y="-2107"/>
                      <a:pt x="63001" y="-2107"/>
                    </a:cubicBezTo>
                    <a:cubicBezTo>
                      <a:pt x="58413" y="-2107"/>
                      <a:pt x="54587" y="-387"/>
                      <a:pt x="51525" y="3051"/>
                    </a:cubicBezTo>
                    <a:cubicBezTo>
                      <a:pt x="48462" y="6489"/>
                      <a:pt x="46931" y="11647"/>
                      <a:pt x="46931" y="18524"/>
                    </a:cubicBezTo>
                    <a:close/>
                    <a:moveTo>
                      <a:pt x="63216" y="31641"/>
                    </a:moveTo>
                    <a:cubicBezTo>
                      <a:pt x="60861" y="31641"/>
                      <a:pt x="58916" y="30635"/>
                      <a:pt x="57379" y="28623"/>
                    </a:cubicBezTo>
                    <a:cubicBezTo>
                      <a:pt x="55842" y="26622"/>
                      <a:pt x="55074" y="22946"/>
                      <a:pt x="55074" y="17595"/>
                    </a:cubicBezTo>
                    <a:cubicBezTo>
                      <a:pt x="55074" y="12752"/>
                      <a:pt x="55848" y="9331"/>
                      <a:pt x="57395" y="7330"/>
                    </a:cubicBezTo>
                    <a:cubicBezTo>
                      <a:pt x="58954" y="5328"/>
                      <a:pt x="60878" y="4328"/>
                      <a:pt x="63167" y="4328"/>
                    </a:cubicBezTo>
                    <a:cubicBezTo>
                      <a:pt x="65544" y="4328"/>
                      <a:pt x="67500" y="5328"/>
                      <a:pt x="69037" y="7330"/>
                    </a:cubicBezTo>
                    <a:cubicBezTo>
                      <a:pt x="70574" y="9331"/>
                      <a:pt x="71342" y="12996"/>
                      <a:pt x="71342" y="18325"/>
                    </a:cubicBezTo>
                    <a:cubicBezTo>
                      <a:pt x="71342" y="23222"/>
                      <a:pt x="70563" y="26666"/>
                      <a:pt x="69004" y="28656"/>
                    </a:cubicBezTo>
                    <a:cubicBezTo>
                      <a:pt x="67456" y="30646"/>
                      <a:pt x="65527" y="31641"/>
                      <a:pt x="63216" y="31641"/>
                    </a:cubicBez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9" name="Graphic 988">
              <a:extLst>
                <a:ext uri="{FF2B5EF4-FFF2-40B4-BE49-F238E27FC236}">
                  <a16:creationId xmlns:a16="http://schemas.microsoft.com/office/drawing/2014/main" id="{7F91679E-6A04-004C-1ED9-07DE84D65D59}"/>
                </a:ext>
              </a:extLst>
            </p:cNvPr>
            <p:cNvGrpSpPr/>
            <p:nvPr/>
          </p:nvGrpSpPr>
          <p:grpSpPr>
            <a:xfrm>
              <a:off x="5793996" y="1434242"/>
              <a:ext cx="312685" cy="97063"/>
              <a:chOff x="6381557" y="1570767"/>
              <a:chExt cx="400749" cy="97063"/>
            </a:xfrm>
            <a:solidFill>
              <a:srgbClr val="262626"/>
            </a:solidFill>
          </p:grpSpPr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BEB6CFCD-531A-E71C-4C0B-4C2CD75902CC}"/>
                  </a:ext>
                </a:extLst>
              </p:cNvPr>
              <p:cNvSpPr/>
              <p:nvPr/>
            </p:nvSpPr>
            <p:spPr>
              <a:xfrm flipV="1">
                <a:off x="6381557" y="1570767"/>
                <a:ext cx="57993" cy="75969"/>
              </a:xfrm>
              <a:custGeom>
                <a:avLst/>
                <a:gdLst>
                  <a:gd name="connsiteX0" fmla="*/ -1707 w 57993"/>
                  <a:gd name="connsiteY0" fmla="*/ -2236 h 75969"/>
                  <a:gd name="connsiteX1" fmla="*/ -1707 w 57993"/>
                  <a:gd name="connsiteY1" fmla="*/ 73734 h 75969"/>
                  <a:gd name="connsiteX2" fmla="*/ 26949 w 57993"/>
                  <a:gd name="connsiteY2" fmla="*/ 73734 h 75969"/>
                  <a:gd name="connsiteX3" fmla="*/ 38508 w 57993"/>
                  <a:gd name="connsiteY3" fmla="*/ 73021 h 75969"/>
                  <a:gd name="connsiteX4" fmla="*/ 47878 w 57993"/>
                  <a:gd name="connsiteY4" fmla="*/ 69455 h 75969"/>
                  <a:gd name="connsiteX5" fmla="*/ 53981 w 57993"/>
                  <a:gd name="connsiteY5" fmla="*/ 62125 h 75969"/>
                  <a:gd name="connsiteX6" fmla="*/ 56286 w 57993"/>
                  <a:gd name="connsiteY6" fmla="*/ 51761 h 75969"/>
                  <a:gd name="connsiteX7" fmla="*/ 50117 w 57993"/>
                  <a:gd name="connsiteY7" fmla="*/ 35359 h 75969"/>
                  <a:gd name="connsiteX8" fmla="*/ 27828 w 57993"/>
                  <a:gd name="connsiteY8" fmla="*/ 28659 h 75969"/>
                  <a:gd name="connsiteX9" fmla="*/ 8342 w 57993"/>
                  <a:gd name="connsiteY9" fmla="*/ 28659 h 75969"/>
                  <a:gd name="connsiteX10" fmla="*/ 8342 w 57993"/>
                  <a:gd name="connsiteY10" fmla="*/ -2236 h 75969"/>
                  <a:gd name="connsiteX11" fmla="*/ -1707 w 57993"/>
                  <a:gd name="connsiteY11" fmla="*/ -2236 h 75969"/>
                  <a:gd name="connsiteX12" fmla="*/ 8342 w 57993"/>
                  <a:gd name="connsiteY12" fmla="*/ 37615 h 75969"/>
                  <a:gd name="connsiteX13" fmla="*/ 27978 w 57993"/>
                  <a:gd name="connsiteY13" fmla="*/ 37615 h 75969"/>
                  <a:gd name="connsiteX14" fmla="*/ 41825 w 57993"/>
                  <a:gd name="connsiteY14" fmla="*/ 41246 h 75969"/>
                  <a:gd name="connsiteX15" fmla="*/ 45921 w 57993"/>
                  <a:gd name="connsiteY15" fmla="*/ 51462 h 75969"/>
                  <a:gd name="connsiteX16" fmla="*/ 43500 w 57993"/>
                  <a:gd name="connsiteY16" fmla="*/ 59605 h 75969"/>
                  <a:gd name="connsiteX17" fmla="*/ 37165 w 57993"/>
                  <a:gd name="connsiteY17" fmla="*/ 64099 h 75969"/>
                  <a:gd name="connsiteX18" fmla="*/ 27779 w 57993"/>
                  <a:gd name="connsiteY18" fmla="*/ 64779 h 75969"/>
                  <a:gd name="connsiteX19" fmla="*/ 8342 w 57993"/>
                  <a:gd name="connsiteY19" fmla="*/ 64779 h 75969"/>
                  <a:gd name="connsiteX20" fmla="*/ 8342 w 57993"/>
                  <a:gd name="connsiteY20" fmla="*/ 37615 h 75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7993" h="75969">
                    <a:moveTo>
                      <a:pt x="-1707" y="-2236"/>
                    </a:moveTo>
                    <a:lnTo>
                      <a:pt x="-1707" y="73734"/>
                    </a:lnTo>
                    <a:lnTo>
                      <a:pt x="26949" y="73734"/>
                    </a:lnTo>
                    <a:cubicBezTo>
                      <a:pt x="31991" y="73734"/>
                      <a:pt x="35844" y="73496"/>
                      <a:pt x="38508" y="73021"/>
                    </a:cubicBezTo>
                    <a:cubicBezTo>
                      <a:pt x="42234" y="72391"/>
                      <a:pt x="45357" y="71202"/>
                      <a:pt x="47878" y="69455"/>
                    </a:cubicBezTo>
                    <a:cubicBezTo>
                      <a:pt x="50410" y="67720"/>
                      <a:pt x="52444" y="65276"/>
                      <a:pt x="53981" y="62125"/>
                    </a:cubicBezTo>
                    <a:cubicBezTo>
                      <a:pt x="55518" y="58986"/>
                      <a:pt x="56286" y="55531"/>
                      <a:pt x="56286" y="51761"/>
                    </a:cubicBezTo>
                    <a:cubicBezTo>
                      <a:pt x="56286" y="45304"/>
                      <a:pt x="54230" y="39837"/>
                      <a:pt x="50117" y="35359"/>
                    </a:cubicBezTo>
                    <a:cubicBezTo>
                      <a:pt x="46004" y="30893"/>
                      <a:pt x="38575" y="28659"/>
                      <a:pt x="27828" y="28659"/>
                    </a:cubicBezTo>
                    <a:lnTo>
                      <a:pt x="8342" y="28659"/>
                    </a:lnTo>
                    <a:lnTo>
                      <a:pt x="8342" y="-2236"/>
                    </a:lnTo>
                    <a:lnTo>
                      <a:pt x="-1707" y="-2236"/>
                    </a:lnTo>
                    <a:close/>
                    <a:moveTo>
                      <a:pt x="8342" y="37615"/>
                    </a:moveTo>
                    <a:lnTo>
                      <a:pt x="27978" y="37615"/>
                    </a:lnTo>
                    <a:cubicBezTo>
                      <a:pt x="34478" y="37615"/>
                      <a:pt x="39094" y="38825"/>
                      <a:pt x="41825" y="41246"/>
                    </a:cubicBezTo>
                    <a:cubicBezTo>
                      <a:pt x="44556" y="43668"/>
                      <a:pt x="45921" y="47073"/>
                      <a:pt x="45921" y="51462"/>
                    </a:cubicBezTo>
                    <a:cubicBezTo>
                      <a:pt x="45921" y="54635"/>
                      <a:pt x="45114" y="57349"/>
                      <a:pt x="43500" y="59605"/>
                    </a:cubicBezTo>
                    <a:cubicBezTo>
                      <a:pt x="41897" y="61871"/>
                      <a:pt x="39785" y="63369"/>
                      <a:pt x="37165" y="64099"/>
                    </a:cubicBezTo>
                    <a:cubicBezTo>
                      <a:pt x="35462" y="64552"/>
                      <a:pt x="32334" y="64779"/>
                      <a:pt x="27779" y="64779"/>
                    </a:cubicBezTo>
                    <a:lnTo>
                      <a:pt x="8342" y="64779"/>
                    </a:lnTo>
                    <a:lnTo>
                      <a:pt x="8342" y="37615"/>
                    </a:ln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6C57208A-58D0-A46B-D8C8-BCDFFE098D3D}"/>
                  </a:ext>
                </a:extLst>
              </p:cNvPr>
              <p:cNvSpPr/>
              <p:nvPr/>
            </p:nvSpPr>
            <p:spPr>
              <a:xfrm flipV="1">
                <a:off x="6448037" y="1590451"/>
                <a:ext cx="50746" cy="57528"/>
              </a:xfrm>
              <a:custGeom>
                <a:avLst/>
                <a:gdLst>
                  <a:gd name="connsiteX0" fmla="*/ 39574 w 50746"/>
                  <a:gd name="connsiteY0" fmla="*/ 17368 h 57528"/>
                  <a:gd name="connsiteX1" fmla="*/ 49209 w 50746"/>
                  <a:gd name="connsiteY1" fmla="*/ 16174 h 57528"/>
                  <a:gd name="connsiteX2" fmla="*/ 40768 w 50746"/>
                  <a:gd name="connsiteY2" fmla="*/ 3056 h 57528"/>
                  <a:gd name="connsiteX3" fmla="*/ 25014 w 50746"/>
                  <a:gd name="connsiteY3" fmla="*/ -1604 h 57528"/>
                  <a:gd name="connsiteX4" fmla="*/ 5860 w 50746"/>
                  <a:gd name="connsiteY4" fmla="*/ 5826 h 57528"/>
                  <a:gd name="connsiteX5" fmla="*/ -1222 w 50746"/>
                  <a:gd name="connsiteY5" fmla="*/ 26688 h 57528"/>
                  <a:gd name="connsiteX6" fmla="*/ 5926 w 50746"/>
                  <a:gd name="connsiteY6" fmla="*/ 48247 h 57528"/>
                  <a:gd name="connsiteX7" fmla="*/ 24483 w 50746"/>
                  <a:gd name="connsiteY7" fmla="*/ 55925 h 57528"/>
                  <a:gd name="connsiteX8" fmla="*/ 42526 w 50746"/>
                  <a:gd name="connsiteY8" fmla="*/ 48413 h 57528"/>
                  <a:gd name="connsiteX9" fmla="*/ 49525 w 50746"/>
                  <a:gd name="connsiteY9" fmla="*/ 27268 h 57528"/>
                  <a:gd name="connsiteX10" fmla="*/ 49475 w 50746"/>
                  <a:gd name="connsiteY10" fmla="*/ 24781 h 57528"/>
                  <a:gd name="connsiteX11" fmla="*/ 8430 w 50746"/>
                  <a:gd name="connsiteY11" fmla="*/ 24781 h 57528"/>
                  <a:gd name="connsiteX12" fmla="*/ 13554 w 50746"/>
                  <a:gd name="connsiteY12" fmla="*/ 10884 h 57528"/>
                  <a:gd name="connsiteX13" fmla="*/ 25064 w 50746"/>
                  <a:gd name="connsiteY13" fmla="*/ 6074 h 57528"/>
                  <a:gd name="connsiteX14" fmla="*/ 33820 w 50746"/>
                  <a:gd name="connsiteY14" fmla="*/ 8761 h 57528"/>
                  <a:gd name="connsiteX15" fmla="*/ 39574 w 50746"/>
                  <a:gd name="connsiteY15" fmla="*/ 17368 h 57528"/>
                  <a:gd name="connsiteX16" fmla="*/ 8944 w 50746"/>
                  <a:gd name="connsiteY16" fmla="*/ 32443 h 57528"/>
                  <a:gd name="connsiteX17" fmla="*/ 39674 w 50746"/>
                  <a:gd name="connsiteY17" fmla="*/ 32443 h 57528"/>
                  <a:gd name="connsiteX18" fmla="*/ 36158 w 50746"/>
                  <a:gd name="connsiteY18" fmla="*/ 42857 h 57528"/>
                  <a:gd name="connsiteX19" fmla="*/ 24599 w 50746"/>
                  <a:gd name="connsiteY19" fmla="*/ 48247 h 57528"/>
                  <a:gd name="connsiteX20" fmla="*/ 13787 w 50746"/>
                  <a:gd name="connsiteY20" fmla="*/ 43952 h 57528"/>
                  <a:gd name="connsiteX21" fmla="*/ 8944 w 50746"/>
                  <a:gd name="connsiteY21" fmla="*/ 32443 h 57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746" h="57528">
                    <a:moveTo>
                      <a:pt x="39574" y="17368"/>
                    </a:moveTo>
                    <a:lnTo>
                      <a:pt x="49209" y="16174"/>
                    </a:lnTo>
                    <a:cubicBezTo>
                      <a:pt x="47695" y="10547"/>
                      <a:pt x="44881" y="6174"/>
                      <a:pt x="40768" y="3056"/>
                    </a:cubicBezTo>
                    <a:cubicBezTo>
                      <a:pt x="36656" y="-50"/>
                      <a:pt x="31404" y="-1604"/>
                      <a:pt x="25014" y="-1604"/>
                    </a:cubicBezTo>
                    <a:cubicBezTo>
                      <a:pt x="16965" y="-1604"/>
                      <a:pt x="10580" y="873"/>
                      <a:pt x="5860" y="5826"/>
                    </a:cubicBezTo>
                    <a:cubicBezTo>
                      <a:pt x="1139" y="10790"/>
                      <a:pt x="-1222" y="17744"/>
                      <a:pt x="-1222" y="26688"/>
                    </a:cubicBezTo>
                    <a:cubicBezTo>
                      <a:pt x="-1222" y="35953"/>
                      <a:pt x="1161" y="43139"/>
                      <a:pt x="5926" y="48247"/>
                    </a:cubicBezTo>
                    <a:cubicBezTo>
                      <a:pt x="10702" y="53366"/>
                      <a:pt x="16888" y="55925"/>
                      <a:pt x="24483" y="55925"/>
                    </a:cubicBezTo>
                    <a:cubicBezTo>
                      <a:pt x="31846" y="55925"/>
                      <a:pt x="37861" y="53421"/>
                      <a:pt x="42526" y="48413"/>
                    </a:cubicBezTo>
                    <a:cubicBezTo>
                      <a:pt x="47192" y="43404"/>
                      <a:pt x="49525" y="36356"/>
                      <a:pt x="49525" y="27268"/>
                    </a:cubicBezTo>
                    <a:cubicBezTo>
                      <a:pt x="49525" y="26716"/>
                      <a:pt x="49508" y="25886"/>
                      <a:pt x="49475" y="24781"/>
                    </a:cubicBezTo>
                    <a:lnTo>
                      <a:pt x="8430" y="24781"/>
                    </a:lnTo>
                    <a:cubicBezTo>
                      <a:pt x="8773" y="18733"/>
                      <a:pt x="10481" y="14101"/>
                      <a:pt x="13554" y="10884"/>
                    </a:cubicBezTo>
                    <a:cubicBezTo>
                      <a:pt x="16628" y="7678"/>
                      <a:pt x="20464" y="6074"/>
                      <a:pt x="25064" y="6074"/>
                    </a:cubicBezTo>
                    <a:cubicBezTo>
                      <a:pt x="28480" y="6074"/>
                      <a:pt x="31399" y="6970"/>
                      <a:pt x="33820" y="8761"/>
                    </a:cubicBezTo>
                    <a:cubicBezTo>
                      <a:pt x="36241" y="10563"/>
                      <a:pt x="38159" y="13432"/>
                      <a:pt x="39574" y="17368"/>
                    </a:cubicBezTo>
                    <a:close/>
                    <a:moveTo>
                      <a:pt x="8944" y="32443"/>
                    </a:moveTo>
                    <a:lnTo>
                      <a:pt x="39674" y="32443"/>
                    </a:lnTo>
                    <a:cubicBezTo>
                      <a:pt x="39265" y="37075"/>
                      <a:pt x="38093" y="40546"/>
                      <a:pt x="36158" y="42857"/>
                    </a:cubicBezTo>
                    <a:cubicBezTo>
                      <a:pt x="33184" y="46450"/>
                      <a:pt x="29331" y="48247"/>
                      <a:pt x="24599" y="48247"/>
                    </a:cubicBezTo>
                    <a:cubicBezTo>
                      <a:pt x="20309" y="48247"/>
                      <a:pt x="16705" y="46815"/>
                      <a:pt x="13787" y="43952"/>
                    </a:cubicBezTo>
                    <a:cubicBezTo>
                      <a:pt x="10868" y="41088"/>
                      <a:pt x="9254" y="37252"/>
                      <a:pt x="8944" y="32443"/>
                    </a:cubicBez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CD10FCF2-0F37-2562-10E8-B4F5D0CA099B}"/>
                  </a:ext>
                </a:extLst>
              </p:cNvPr>
              <p:cNvSpPr/>
              <p:nvPr/>
            </p:nvSpPr>
            <p:spPr>
              <a:xfrm flipV="1">
                <a:off x="6510182" y="1590451"/>
                <a:ext cx="47777" cy="77379"/>
              </a:xfrm>
              <a:custGeom>
                <a:avLst/>
                <a:gdLst>
                  <a:gd name="connsiteX0" fmla="*/ -1313 w 47777"/>
                  <a:gd name="connsiteY0" fmla="*/ -1004 h 77379"/>
                  <a:gd name="connsiteX1" fmla="*/ -1313 w 47777"/>
                  <a:gd name="connsiteY1" fmla="*/ 75132 h 77379"/>
                  <a:gd name="connsiteX2" fmla="*/ 7178 w 47777"/>
                  <a:gd name="connsiteY2" fmla="*/ 75132 h 77379"/>
                  <a:gd name="connsiteX3" fmla="*/ 7178 w 47777"/>
                  <a:gd name="connsiteY3" fmla="*/ 67984 h 77379"/>
                  <a:gd name="connsiteX4" fmla="*/ 13977 w 47777"/>
                  <a:gd name="connsiteY4" fmla="*/ 74269 h 77379"/>
                  <a:gd name="connsiteX5" fmla="*/ 23148 w 47777"/>
                  <a:gd name="connsiteY5" fmla="*/ 76375 h 77379"/>
                  <a:gd name="connsiteX6" fmla="*/ 35585 w 47777"/>
                  <a:gd name="connsiteY6" fmla="*/ 72744 h 77379"/>
                  <a:gd name="connsiteX7" fmla="*/ 43711 w 47777"/>
                  <a:gd name="connsiteY7" fmla="*/ 62495 h 77379"/>
                  <a:gd name="connsiteX8" fmla="*/ 46464 w 47777"/>
                  <a:gd name="connsiteY8" fmla="*/ 48017 h 77379"/>
                  <a:gd name="connsiteX9" fmla="*/ 43430 w 47777"/>
                  <a:gd name="connsiteY9" fmla="*/ 32810 h 77379"/>
                  <a:gd name="connsiteX10" fmla="*/ 34624 w 47777"/>
                  <a:gd name="connsiteY10" fmla="*/ 22445 h 77379"/>
                  <a:gd name="connsiteX11" fmla="*/ 22468 w 47777"/>
                  <a:gd name="connsiteY11" fmla="*/ 18847 h 77379"/>
                  <a:gd name="connsiteX12" fmla="*/ 14093 w 47777"/>
                  <a:gd name="connsiteY12" fmla="*/ 20820 h 77379"/>
                  <a:gd name="connsiteX13" fmla="*/ 8007 w 47777"/>
                  <a:gd name="connsiteY13" fmla="*/ 25795 h 77379"/>
                  <a:gd name="connsiteX14" fmla="*/ 8007 w 47777"/>
                  <a:gd name="connsiteY14" fmla="*/ -1004 h 77379"/>
                  <a:gd name="connsiteX15" fmla="*/ -1313 w 47777"/>
                  <a:gd name="connsiteY15" fmla="*/ -1004 h 77379"/>
                  <a:gd name="connsiteX16" fmla="*/ 7128 w 47777"/>
                  <a:gd name="connsiteY16" fmla="*/ 47304 h 77379"/>
                  <a:gd name="connsiteX17" fmla="*/ 11423 w 47777"/>
                  <a:gd name="connsiteY17" fmla="*/ 31599 h 77379"/>
                  <a:gd name="connsiteX18" fmla="*/ 21854 w 47777"/>
                  <a:gd name="connsiteY18" fmla="*/ 26525 h 77379"/>
                  <a:gd name="connsiteX19" fmla="*/ 32501 w 47777"/>
                  <a:gd name="connsiteY19" fmla="*/ 31782 h 77379"/>
                  <a:gd name="connsiteX20" fmla="*/ 36929 w 47777"/>
                  <a:gd name="connsiteY20" fmla="*/ 48084 h 77379"/>
                  <a:gd name="connsiteX21" fmla="*/ 32600 w 47777"/>
                  <a:gd name="connsiteY21" fmla="*/ 63822 h 77379"/>
                  <a:gd name="connsiteX22" fmla="*/ 22269 w 47777"/>
                  <a:gd name="connsiteY22" fmla="*/ 69062 h 77379"/>
                  <a:gd name="connsiteX23" fmla="*/ 11705 w 47777"/>
                  <a:gd name="connsiteY23" fmla="*/ 63490 h 77379"/>
                  <a:gd name="connsiteX24" fmla="*/ 7128 w 47777"/>
                  <a:gd name="connsiteY24" fmla="*/ 47304 h 77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7777" h="77379">
                    <a:moveTo>
                      <a:pt x="-1313" y="-1004"/>
                    </a:moveTo>
                    <a:lnTo>
                      <a:pt x="-1313" y="75132"/>
                    </a:lnTo>
                    <a:lnTo>
                      <a:pt x="7178" y="75132"/>
                    </a:lnTo>
                    <a:lnTo>
                      <a:pt x="7178" y="67984"/>
                    </a:lnTo>
                    <a:cubicBezTo>
                      <a:pt x="9190" y="70781"/>
                      <a:pt x="11456" y="72876"/>
                      <a:pt x="13977" y="74269"/>
                    </a:cubicBezTo>
                    <a:cubicBezTo>
                      <a:pt x="16498" y="75673"/>
                      <a:pt x="19554" y="76375"/>
                      <a:pt x="23148" y="76375"/>
                    </a:cubicBezTo>
                    <a:cubicBezTo>
                      <a:pt x="27846" y="76375"/>
                      <a:pt x="31992" y="75165"/>
                      <a:pt x="35585" y="72744"/>
                    </a:cubicBezTo>
                    <a:cubicBezTo>
                      <a:pt x="39179" y="70322"/>
                      <a:pt x="41887" y="66906"/>
                      <a:pt x="43711" y="62495"/>
                    </a:cubicBezTo>
                    <a:cubicBezTo>
                      <a:pt x="45547" y="58095"/>
                      <a:pt x="46464" y="53269"/>
                      <a:pt x="46464" y="48017"/>
                    </a:cubicBezTo>
                    <a:cubicBezTo>
                      <a:pt x="46464" y="42390"/>
                      <a:pt x="45453" y="37321"/>
                      <a:pt x="43430" y="32810"/>
                    </a:cubicBezTo>
                    <a:cubicBezTo>
                      <a:pt x="41417" y="28299"/>
                      <a:pt x="38482" y="24844"/>
                      <a:pt x="34624" y="22445"/>
                    </a:cubicBezTo>
                    <a:cubicBezTo>
                      <a:pt x="30776" y="20046"/>
                      <a:pt x="26724" y="18847"/>
                      <a:pt x="22468" y="18847"/>
                    </a:cubicBezTo>
                    <a:cubicBezTo>
                      <a:pt x="19361" y="18847"/>
                      <a:pt x="16569" y="19504"/>
                      <a:pt x="14093" y="20820"/>
                    </a:cubicBezTo>
                    <a:cubicBezTo>
                      <a:pt x="11627" y="22136"/>
                      <a:pt x="9599" y="23794"/>
                      <a:pt x="8007" y="25795"/>
                    </a:cubicBezTo>
                    <a:lnTo>
                      <a:pt x="8007" y="-1004"/>
                    </a:lnTo>
                    <a:lnTo>
                      <a:pt x="-1313" y="-1004"/>
                    </a:lnTo>
                    <a:close/>
                    <a:moveTo>
                      <a:pt x="7128" y="47304"/>
                    </a:moveTo>
                    <a:cubicBezTo>
                      <a:pt x="7128" y="40217"/>
                      <a:pt x="8559" y="34982"/>
                      <a:pt x="11423" y="31599"/>
                    </a:cubicBezTo>
                    <a:cubicBezTo>
                      <a:pt x="14297" y="28216"/>
                      <a:pt x="17775" y="26525"/>
                      <a:pt x="21854" y="26525"/>
                    </a:cubicBezTo>
                    <a:cubicBezTo>
                      <a:pt x="26000" y="26525"/>
                      <a:pt x="29549" y="28277"/>
                      <a:pt x="32501" y="31782"/>
                    </a:cubicBezTo>
                    <a:cubicBezTo>
                      <a:pt x="35453" y="35286"/>
                      <a:pt x="36929" y="40720"/>
                      <a:pt x="36929" y="48084"/>
                    </a:cubicBezTo>
                    <a:cubicBezTo>
                      <a:pt x="36929" y="55093"/>
                      <a:pt x="35486" y="60339"/>
                      <a:pt x="32600" y="63822"/>
                    </a:cubicBezTo>
                    <a:cubicBezTo>
                      <a:pt x="29715" y="67315"/>
                      <a:pt x="26271" y="69062"/>
                      <a:pt x="22269" y="69062"/>
                    </a:cubicBezTo>
                    <a:cubicBezTo>
                      <a:pt x="18289" y="69062"/>
                      <a:pt x="14767" y="67205"/>
                      <a:pt x="11705" y="63490"/>
                    </a:cubicBezTo>
                    <a:cubicBezTo>
                      <a:pt x="8654" y="59775"/>
                      <a:pt x="7128" y="54380"/>
                      <a:pt x="7128" y="47304"/>
                    </a:cubicBez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5F100081-1DB7-40E8-35F6-8403A41FC750}"/>
                  </a:ext>
                </a:extLst>
              </p:cNvPr>
              <p:cNvSpPr/>
              <p:nvPr/>
            </p:nvSpPr>
            <p:spPr>
              <a:xfrm flipV="1">
                <a:off x="6564086" y="1572475"/>
                <a:ext cx="26832" cy="74991"/>
              </a:xfrm>
              <a:custGeom>
                <a:avLst/>
                <a:gdLst>
                  <a:gd name="connsiteX0" fmla="*/ 25121 w 26832"/>
                  <a:gd name="connsiteY0" fmla="*/ 6909 h 74991"/>
                  <a:gd name="connsiteX1" fmla="*/ 26465 w 26832"/>
                  <a:gd name="connsiteY1" fmla="*/ -1333 h 74991"/>
                  <a:gd name="connsiteX2" fmla="*/ 19416 w 26832"/>
                  <a:gd name="connsiteY2" fmla="*/ -2162 h 74991"/>
                  <a:gd name="connsiteX3" fmla="*/ 11539 w 26832"/>
                  <a:gd name="connsiteY3" fmla="*/ -554 h 74991"/>
                  <a:gd name="connsiteX4" fmla="*/ 7609 w 26832"/>
                  <a:gd name="connsiteY4" fmla="*/ 3675 h 74991"/>
                  <a:gd name="connsiteX5" fmla="*/ 6465 w 26832"/>
                  <a:gd name="connsiteY5" fmla="*/ 14687 h 74991"/>
                  <a:gd name="connsiteX6" fmla="*/ 6465 w 26832"/>
                  <a:gd name="connsiteY6" fmla="*/ 46345 h 74991"/>
                  <a:gd name="connsiteX7" fmla="*/ -368 w 26832"/>
                  <a:gd name="connsiteY7" fmla="*/ 46345 h 74991"/>
                  <a:gd name="connsiteX8" fmla="*/ -368 w 26832"/>
                  <a:gd name="connsiteY8" fmla="*/ 53609 h 74991"/>
                  <a:gd name="connsiteX9" fmla="*/ 6465 w 26832"/>
                  <a:gd name="connsiteY9" fmla="*/ 53609 h 74991"/>
                  <a:gd name="connsiteX10" fmla="*/ 6465 w 26832"/>
                  <a:gd name="connsiteY10" fmla="*/ 67240 h 74991"/>
                  <a:gd name="connsiteX11" fmla="*/ 15735 w 26832"/>
                  <a:gd name="connsiteY11" fmla="*/ 72829 h 74991"/>
                  <a:gd name="connsiteX12" fmla="*/ 15735 w 26832"/>
                  <a:gd name="connsiteY12" fmla="*/ 53609 h 74991"/>
                  <a:gd name="connsiteX13" fmla="*/ 25121 w 26832"/>
                  <a:gd name="connsiteY13" fmla="*/ 53609 h 74991"/>
                  <a:gd name="connsiteX14" fmla="*/ 25121 w 26832"/>
                  <a:gd name="connsiteY14" fmla="*/ 46345 h 74991"/>
                  <a:gd name="connsiteX15" fmla="*/ 15735 w 26832"/>
                  <a:gd name="connsiteY15" fmla="*/ 46345 h 74991"/>
                  <a:gd name="connsiteX16" fmla="*/ 15735 w 26832"/>
                  <a:gd name="connsiteY16" fmla="*/ 14173 h 74991"/>
                  <a:gd name="connsiteX17" fmla="*/ 16232 w 26832"/>
                  <a:gd name="connsiteY17" fmla="*/ 9032 h 74991"/>
                  <a:gd name="connsiteX18" fmla="*/ 17841 w 26832"/>
                  <a:gd name="connsiteY18" fmla="*/ 7224 h 74991"/>
                  <a:gd name="connsiteX19" fmla="*/ 21025 w 26832"/>
                  <a:gd name="connsiteY19" fmla="*/ 6544 h 74991"/>
                  <a:gd name="connsiteX20" fmla="*/ 25121 w 26832"/>
                  <a:gd name="connsiteY20" fmla="*/ 6909 h 749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6832" h="74991">
                    <a:moveTo>
                      <a:pt x="25121" y="6909"/>
                    </a:moveTo>
                    <a:lnTo>
                      <a:pt x="26465" y="-1333"/>
                    </a:lnTo>
                    <a:cubicBezTo>
                      <a:pt x="23844" y="-1886"/>
                      <a:pt x="21495" y="-2162"/>
                      <a:pt x="19416" y="-2162"/>
                    </a:cubicBezTo>
                    <a:cubicBezTo>
                      <a:pt x="16033" y="-2162"/>
                      <a:pt x="13408" y="-1626"/>
                      <a:pt x="11539" y="-554"/>
                    </a:cubicBezTo>
                    <a:cubicBezTo>
                      <a:pt x="9682" y="519"/>
                      <a:pt x="8372" y="1928"/>
                      <a:pt x="7609" y="3675"/>
                    </a:cubicBezTo>
                    <a:cubicBezTo>
                      <a:pt x="6846" y="5422"/>
                      <a:pt x="6465" y="9092"/>
                      <a:pt x="6465" y="14687"/>
                    </a:cubicBezTo>
                    <a:lnTo>
                      <a:pt x="6465" y="46345"/>
                    </a:lnTo>
                    <a:lnTo>
                      <a:pt x="-368" y="46345"/>
                    </a:lnTo>
                    <a:lnTo>
                      <a:pt x="-368" y="53609"/>
                    </a:lnTo>
                    <a:lnTo>
                      <a:pt x="6465" y="53609"/>
                    </a:lnTo>
                    <a:lnTo>
                      <a:pt x="6465" y="67240"/>
                    </a:lnTo>
                    <a:lnTo>
                      <a:pt x="15735" y="72829"/>
                    </a:lnTo>
                    <a:lnTo>
                      <a:pt x="15735" y="53609"/>
                    </a:lnTo>
                    <a:lnTo>
                      <a:pt x="25121" y="53609"/>
                    </a:lnTo>
                    <a:lnTo>
                      <a:pt x="25121" y="46345"/>
                    </a:lnTo>
                    <a:lnTo>
                      <a:pt x="15735" y="46345"/>
                    </a:lnTo>
                    <a:lnTo>
                      <a:pt x="15735" y="14173"/>
                    </a:lnTo>
                    <a:cubicBezTo>
                      <a:pt x="15735" y="11508"/>
                      <a:pt x="15901" y="9794"/>
                      <a:pt x="16232" y="9032"/>
                    </a:cubicBezTo>
                    <a:cubicBezTo>
                      <a:pt x="16564" y="8280"/>
                      <a:pt x="17100" y="7677"/>
                      <a:pt x="17841" y="7224"/>
                    </a:cubicBezTo>
                    <a:cubicBezTo>
                      <a:pt x="18582" y="6771"/>
                      <a:pt x="19643" y="6544"/>
                      <a:pt x="21025" y="6544"/>
                    </a:cubicBezTo>
                    <a:cubicBezTo>
                      <a:pt x="22064" y="6544"/>
                      <a:pt x="23430" y="6666"/>
                      <a:pt x="25121" y="6909"/>
                    </a:cubicBez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4719D07C-B5C6-CB70-DC2C-1F51B4206368}"/>
                  </a:ext>
                </a:extLst>
              </p:cNvPr>
              <p:cNvSpPr/>
              <p:nvPr/>
            </p:nvSpPr>
            <p:spPr>
              <a:xfrm flipV="1">
                <a:off x="6598748" y="1570767"/>
                <a:ext cx="9336" cy="75969"/>
              </a:xfrm>
              <a:custGeom>
                <a:avLst/>
                <a:gdLst>
                  <a:gd name="connsiteX0" fmla="*/ -149 w 9336"/>
                  <a:gd name="connsiteY0" fmla="*/ 63004 h 75969"/>
                  <a:gd name="connsiteX1" fmla="*/ -149 w 9336"/>
                  <a:gd name="connsiteY1" fmla="*/ 73734 h 75969"/>
                  <a:gd name="connsiteX2" fmla="*/ 9187 w 9336"/>
                  <a:gd name="connsiteY2" fmla="*/ 73734 h 75969"/>
                  <a:gd name="connsiteX3" fmla="*/ 9187 w 9336"/>
                  <a:gd name="connsiteY3" fmla="*/ 63004 h 75969"/>
                  <a:gd name="connsiteX4" fmla="*/ -149 w 9336"/>
                  <a:gd name="connsiteY4" fmla="*/ 63004 h 75969"/>
                  <a:gd name="connsiteX5" fmla="*/ -149 w 9336"/>
                  <a:gd name="connsiteY5" fmla="*/ -2236 h 75969"/>
                  <a:gd name="connsiteX6" fmla="*/ -149 w 9336"/>
                  <a:gd name="connsiteY6" fmla="*/ 52805 h 75969"/>
                  <a:gd name="connsiteX7" fmla="*/ 9187 w 9336"/>
                  <a:gd name="connsiteY7" fmla="*/ 52805 h 75969"/>
                  <a:gd name="connsiteX8" fmla="*/ 9187 w 9336"/>
                  <a:gd name="connsiteY8" fmla="*/ -2236 h 75969"/>
                  <a:gd name="connsiteX9" fmla="*/ -149 w 9336"/>
                  <a:gd name="connsiteY9" fmla="*/ -2236 h 75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36" h="75969">
                    <a:moveTo>
                      <a:pt x="-149" y="63004"/>
                    </a:moveTo>
                    <a:lnTo>
                      <a:pt x="-149" y="73734"/>
                    </a:lnTo>
                    <a:lnTo>
                      <a:pt x="9187" y="73734"/>
                    </a:lnTo>
                    <a:lnTo>
                      <a:pt x="9187" y="63004"/>
                    </a:lnTo>
                    <a:lnTo>
                      <a:pt x="-149" y="63004"/>
                    </a:lnTo>
                    <a:close/>
                    <a:moveTo>
                      <a:pt x="-149" y="-2236"/>
                    </a:moveTo>
                    <a:lnTo>
                      <a:pt x="-149" y="52805"/>
                    </a:lnTo>
                    <a:lnTo>
                      <a:pt x="9187" y="52805"/>
                    </a:lnTo>
                    <a:lnTo>
                      <a:pt x="9187" y="-2236"/>
                    </a:lnTo>
                    <a:lnTo>
                      <a:pt x="-149" y="-2236"/>
                    </a:ln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C7301825-7A8A-6BF8-D875-17FE8752F8C6}"/>
                  </a:ext>
                </a:extLst>
              </p:cNvPr>
              <p:cNvSpPr/>
              <p:nvPr/>
            </p:nvSpPr>
            <p:spPr>
              <a:xfrm flipV="1">
                <a:off x="6618912" y="1570767"/>
                <a:ext cx="47727" cy="77213"/>
              </a:xfrm>
              <a:custGeom>
                <a:avLst/>
                <a:gdLst>
                  <a:gd name="connsiteX0" fmla="*/ 37975 w 47727"/>
                  <a:gd name="connsiteY0" fmla="*/ -955 h 77213"/>
                  <a:gd name="connsiteX1" fmla="*/ 37975 w 47727"/>
                  <a:gd name="connsiteY1" fmla="*/ 5994 h 77213"/>
                  <a:gd name="connsiteX2" fmla="*/ 22585 w 47727"/>
                  <a:gd name="connsiteY2" fmla="*/ -2198 h 77213"/>
                  <a:gd name="connsiteX3" fmla="*/ 10479 w 47727"/>
                  <a:gd name="connsiteY3" fmla="*/ 1433 h 77213"/>
                  <a:gd name="connsiteX4" fmla="*/ 1922 w 47727"/>
                  <a:gd name="connsiteY4" fmla="*/ 11566 h 77213"/>
                  <a:gd name="connsiteX5" fmla="*/ -1096 w 47727"/>
                  <a:gd name="connsiteY5" fmla="*/ 26508 h 77213"/>
                  <a:gd name="connsiteX6" fmla="*/ 1640 w 47727"/>
                  <a:gd name="connsiteY6" fmla="*/ 41466 h 77213"/>
                  <a:gd name="connsiteX7" fmla="*/ 9882 w 47727"/>
                  <a:gd name="connsiteY7" fmla="*/ 51748 h 77213"/>
                  <a:gd name="connsiteX8" fmla="*/ 22170 w 47727"/>
                  <a:gd name="connsiteY8" fmla="*/ 55330 h 77213"/>
                  <a:gd name="connsiteX9" fmla="*/ 31026 w 47727"/>
                  <a:gd name="connsiteY9" fmla="*/ 53224 h 77213"/>
                  <a:gd name="connsiteX10" fmla="*/ 37361 w 47727"/>
                  <a:gd name="connsiteY10" fmla="*/ 47768 h 77213"/>
                  <a:gd name="connsiteX11" fmla="*/ 37361 w 47727"/>
                  <a:gd name="connsiteY11" fmla="*/ 75015 h 77213"/>
                  <a:gd name="connsiteX12" fmla="*/ 46631 w 47727"/>
                  <a:gd name="connsiteY12" fmla="*/ 75015 h 77213"/>
                  <a:gd name="connsiteX13" fmla="*/ 46631 w 47727"/>
                  <a:gd name="connsiteY13" fmla="*/ -955 h 77213"/>
                  <a:gd name="connsiteX14" fmla="*/ 37975 w 47727"/>
                  <a:gd name="connsiteY14" fmla="*/ -955 h 77213"/>
                  <a:gd name="connsiteX15" fmla="*/ 8489 w 47727"/>
                  <a:gd name="connsiteY15" fmla="*/ 26508 h 77213"/>
                  <a:gd name="connsiteX16" fmla="*/ 12933 w 47727"/>
                  <a:gd name="connsiteY16" fmla="*/ 10704 h 77213"/>
                  <a:gd name="connsiteX17" fmla="*/ 23464 w 47727"/>
                  <a:gd name="connsiteY17" fmla="*/ 5480 h 77213"/>
                  <a:gd name="connsiteX18" fmla="*/ 33845 w 47727"/>
                  <a:gd name="connsiteY18" fmla="*/ 10472 h 77213"/>
                  <a:gd name="connsiteX19" fmla="*/ 38124 w 47727"/>
                  <a:gd name="connsiteY19" fmla="*/ 25729 h 77213"/>
                  <a:gd name="connsiteX20" fmla="*/ 33762 w 47727"/>
                  <a:gd name="connsiteY20" fmla="*/ 42312 h 77213"/>
                  <a:gd name="connsiteX21" fmla="*/ 23049 w 47727"/>
                  <a:gd name="connsiteY21" fmla="*/ 47602 h 77213"/>
                  <a:gd name="connsiteX22" fmla="*/ 12651 w 47727"/>
                  <a:gd name="connsiteY22" fmla="*/ 42528 h 77213"/>
                  <a:gd name="connsiteX23" fmla="*/ 8489 w 47727"/>
                  <a:gd name="connsiteY23" fmla="*/ 26508 h 772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7727" h="77213">
                    <a:moveTo>
                      <a:pt x="37975" y="-955"/>
                    </a:moveTo>
                    <a:lnTo>
                      <a:pt x="37975" y="5994"/>
                    </a:lnTo>
                    <a:cubicBezTo>
                      <a:pt x="34481" y="532"/>
                      <a:pt x="29351" y="-2198"/>
                      <a:pt x="22585" y="-2198"/>
                    </a:cubicBezTo>
                    <a:cubicBezTo>
                      <a:pt x="18196" y="-2198"/>
                      <a:pt x="14161" y="-988"/>
                      <a:pt x="10479" y="1433"/>
                    </a:cubicBezTo>
                    <a:cubicBezTo>
                      <a:pt x="6797" y="3855"/>
                      <a:pt x="3945" y="7232"/>
                      <a:pt x="1922" y="11566"/>
                    </a:cubicBezTo>
                    <a:cubicBezTo>
                      <a:pt x="-90" y="15900"/>
                      <a:pt x="-1096" y="20881"/>
                      <a:pt x="-1096" y="26508"/>
                    </a:cubicBezTo>
                    <a:cubicBezTo>
                      <a:pt x="-1096" y="32003"/>
                      <a:pt x="-184" y="36989"/>
                      <a:pt x="1640" y="41466"/>
                    </a:cubicBezTo>
                    <a:cubicBezTo>
                      <a:pt x="3475" y="45944"/>
                      <a:pt x="6222" y="49371"/>
                      <a:pt x="9882" y="51748"/>
                    </a:cubicBezTo>
                    <a:cubicBezTo>
                      <a:pt x="13552" y="54136"/>
                      <a:pt x="17649" y="55330"/>
                      <a:pt x="22170" y="55330"/>
                    </a:cubicBezTo>
                    <a:cubicBezTo>
                      <a:pt x="25487" y="55330"/>
                      <a:pt x="28439" y="54628"/>
                      <a:pt x="31026" y="53224"/>
                    </a:cubicBezTo>
                    <a:cubicBezTo>
                      <a:pt x="33624" y="51831"/>
                      <a:pt x="35736" y="50013"/>
                      <a:pt x="37361" y="47768"/>
                    </a:cubicBezTo>
                    <a:lnTo>
                      <a:pt x="37361" y="75015"/>
                    </a:lnTo>
                    <a:lnTo>
                      <a:pt x="46631" y="75015"/>
                    </a:lnTo>
                    <a:lnTo>
                      <a:pt x="46631" y="-955"/>
                    </a:lnTo>
                    <a:lnTo>
                      <a:pt x="37975" y="-955"/>
                    </a:lnTo>
                    <a:close/>
                    <a:moveTo>
                      <a:pt x="8489" y="26508"/>
                    </a:moveTo>
                    <a:cubicBezTo>
                      <a:pt x="8489" y="19465"/>
                      <a:pt x="9970" y="14197"/>
                      <a:pt x="12933" y="10704"/>
                    </a:cubicBezTo>
                    <a:cubicBezTo>
                      <a:pt x="15907" y="7221"/>
                      <a:pt x="19418" y="5480"/>
                      <a:pt x="23464" y="5480"/>
                    </a:cubicBezTo>
                    <a:cubicBezTo>
                      <a:pt x="27544" y="5480"/>
                      <a:pt x="31004" y="7144"/>
                      <a:pt x="33845" y="10472"/>
                    </a:cubicBezTo>
                    <a:cubicBezTo>
                      <a:pt x="36698" y="13810"/>
                      <a:pt x="38124" y="18896"/>
                      <a:pt x="38124" y="25729"/>
                    </a:cubicBezTo>
                    <a:cubicBezTo>
                      <a:pt x="38124" y="33269"/>
                      <a:pt x="36670" y="38796"/>
                      <a:pt x="33762" y="42312"/>
                    </a:cubicBezTo>
                    <a:cubicBezTo>
                      <a:pt x="30866" y="45839"/>
                      <a:pt x="27295" y="47602"/>
                      <a:pt x="23049" y="47602"/>
                    </a:cubicBezTo>
                    <a:cubicBezTo>
                      <a:pt x="18903" y="47602"/>
                      <a:pt x="15437" y="45911"/>
                      <a:pt x="12651" y="42528"/>
                    </a:cubicBezTo>
                    <a:cubicBezTo>
                      <a:pt x="9876" y="39145"/>
                      <a:pt x="8489" y="33805"/>
                      <a:pt x="8489" y="26508"/>
                    </a:cubicBez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49689069-EDAA-D045-E562-268CD544BABB}"/>
                  </a:ext>
                </a:extLst>
              </p:cNvPr>
              <p:cNvSpPr/>
              <p:nvPr/>
            </p:nvSpPr>
            <p:spPr>
              <a:xfrm flipV="1">
                <a:off x="6678188" y="1590451"/>
                <a:ext cx="50746" cy="57528"/>
              </a:xfrm>
              <a:custGeom>
                <a:avLst/>
                <a:gdLst>
                  <a:gd name="connsiteX0" fmla="*/ 39600 w 50746"/>
                  <a:gd name="connsiteY0" fmla="*/ 17368 h 57528"/>
                  <a:gd name="connsiteX1" fmla="*/ 49235 w 50746"/>
                  <a:gd name="connsiteY1" fmla="*/ 16174 h 57528"/>
                  <a:gd name="connsiteX2" fmla="*/ 40794 w 50746"/>
                  <a:gd name="connsiteY2" fmla="*/ 3056 h 57528"/>
                  <a:gd name="connsiteX3" fmla="*/ 25040 w 50746"/>
                  <a:gd name="connsiteY3" fmla="*/ -1604 h 57528"/>
                  <a:gd name="connsiteX4" fmla="*/ 5886 w 50746"/>
                  <a:gd name="connsiteY4" fmla="*/ 5826 h 57528"/>
                  <a:gd name="connsiteX5" fmla="*/ -1196 w 50746"/>
                  <a:gd name="connsiteY5" fmla="*/ 26688 h 57528"/>
                  <a:gd name="connsiteX6" fmla="*/ 5952 w 50746"/>
                  <a:gd name="connsiteY6" fmla="*/ 48247 h 57528"/>
                  <a:gd name="connsiteX7" fmla="*/ 24509 w 50746"/>
                  <a:gd name="connsiteY7" fmla="*/ 55925 h 57528"/>
                  <a:gd name="connsiteX8" fmla="*/ 42552 w 50746"/>
                  <a:gd name="connsiteY8" fmla="*/ 48413 h 57528"/>
                  <a:gd name="connsiteX9" fmla="*/ 49551 w 50746"/>
                  <a:gd name="connsiteY9" fmla="*/ 27268 h 57528"/>
                  <a:gd name="connsiteX10" fmla="*/ 49501 w 50746"/>
                  <a:gd name="connsiteY10" fmla="*/ 24781 h 57528"/>
                  <a:gd name="connsiteX11" fmla="*/ 8456 w 50746"/>
                  <a:gd name="connsiteY11" fmla="*/ 24781 h 57528"/>
                  <a:gd name="connsiteX12" fmla="*/ 13580 w 50746"/>
                  <a:gd name="connsiteY12" fmla="*/ 10884 h 57528"/>
                  <a:gd name="connsiteX13" fmla="*/ 25090 w 50746"/>
                  <a:gd name="connsiteY13" fmla="*/ 6074 h 57528"/>
                  <a:gd name="connsiteX14" fmla="*/ 33846 w 50746"/>
                  <a:gd name="connsiteY14" fmla="*/ 8761 h 57528"/>
                  <a:gd name="connsiteX15" fmla="*/ 39600 w 50746"/>
                  <a:gd name="connsiteY15" fmla="*/ 17368 h 57528"/>
                  <a:gd name="connsiteX16" fmla="*/ 8970 w 50746"/>
                  <a:gd name="connsiteY16" fmla="*/ 32443 h 57528"/>
                  <a:gd name="connsiteX17" fmla="*/ 39700 w 50746"/>
                  <a:gd name="connsiteY17" fmla="*/ 32443 h 57528"/>
                  <a:gd name="connsiteX18" fmla="*/ 36184 w 50746"/>
                  <a:gd name="connsiteY18" fmla="*/ 42857 h 57528"/>
                  <a:gd name="connsiteX19" fmla="*/ 24625 w 50746"/>
                  <a:gd name="connsiteY19" fmla="*/ 48247 h 57528"/>
                  <a:gd name="connsiteX20" fmla="*/ 13813 w 50746"/>
                  <a:gd name="connsiteY20" fmla="*/ 43952 h 57528"/>
                  <a:gd name="connsiteX21" fmla="*/ 8970 w 50746"/>
                  <a:gd name="connsiteY21" fmla="*/ 32443 h 57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746" h="57528">
                    <a:moveTo>
                      <a:pt x="39600" y="17368"/>
                    </a:moveTo>
                    <a:lnTo>
                      <a:pt x="49235" y="16174"/>
                    </a:lnTo>
                    <a:cubicBezTo>
                      <a:pt x="47721" y="10547"/>
                      <a:pt x="44907" y="6174"/>
                      <a:pt x="40794" y="3056"/>
                    </a:cubicBezTo>
                    <a:cubicBezTo>
                      <a:pt x="36682" y="-50"/>
                      <a:pt x="31430" y="-1604"/>
                      <a:pt x="25040" y="-1604"/>
                    </a:cubicBezTo>
                    <a:cubicBezTo>
                      <a:pt x="16991" y="-1604"/>
                      <a:pt x="10606" y="873"/>
                      <a:pt x="5886" y="5826"/>
                    </a:cubicBezTo>
                    <a:cubicBezTo>
                      <a:pt x="1165" y="10790"/>
                      <a:pt x="-1196" y="17744"/>
                      <a:pt x="-1196" y="26688"/>
                    </a:cubicBezTo>
                    <a:cubicBezTo>
                      <a:pt x="-1196" y="35953"/>
                      <a:pt x="1187" y="43139"/>
                      <a:pt x="5952" y="48247"/>
                    </a:cubicBezTo>
                    <a:cubicBezTo>
                      <a:pt x="10728" y="53366"/>
                      <a:pt x="16914" y="55925"/>
                      <a:pt x="24509" y="55925"/>
                    </a:cubicBezTo>
                    <a:cubicBezTo>
                      <a:pt x="31872" y="55925"/>
                      <a:pt x="37887" y="53421"/>
                      <a:pt x="42552" y="48413"/>
                    </a:cubicBezTo>
                    <a:cubicBezTo>
                      <a:pt x="47218" y="43404"/>
                      <a:pt x="49551" y="36356"/>
                      <a:pt x="49551" y="27268"/>
                    </a:cubicBezTo>
                    <a:cubicBezTo>
                      <a:pt x="49551" y="26716"/>
                      <a:pt x="49534" y="25886"/>
                      <a:pt x="49501" y="24781"/>
                    </a:cubicBezTo>
                    <a:lnTo>
                      <a:pt x="8456" y="24781"/>
                    </a:lnTo>
                    <a:cubicBezTo>
                      <a:pt x="8799" y="18733"/>
                      <a:pt x="10507" y="14101"/>
                      <a:pt x="13580" y="10884"/>
                    </a:cubicBezTo>
                    <a:cubicBezTo>
                      <a:pt x="16654" y="7678"/>
                      <a:pt x="20490" y="6074"/>
                      <a:pt x="25090" y="6074"/>
                    </a:cubicBezTo>
                    <a:cubicBezTo>
                      <a:pt x="28506" y="6074"/>
                      <a:pt x="31425" y="6970"/>
                      <a:pt x="33846" y="8761"/>
                    </a:cubicBezTo>
                    <a:cubicBezTo>
                      <a:pt x="36267" y="10563"/>
                      <a:pt x="38185" y="13432"/>
                      <a:pt x="39600" y="17368"/>
                    </a:cubicBezTo>
                    <a:close/>
                    <a:moveTo>
                      <a:pt x="8970" y="32443"/>
                    </a:moveTo>
                    <a:lnTo>
                      <a:pt x="39700" y="32443"/>
                    </a:lnTo>
                    <a:cubicBezTo>
                      <a:pt x="39291" y="37075"/>
                      <a:pt x="38119" y="40546"/>
                      <a:pt x="36184" y="42857"/>
                    </a:cubicBezTo>
                    <a:cubicBezTo>
                      <a:pt x="33210" y="46450"/>
                      <a:pt x="29357" y="48247"/>
                      <a:pt x="24625" y="48247"/>
                    </a:cubicBezTo>
                    <a:cubicBezTo>
                      <a:pt x="20336" y="48247"/>
                      <a:pt x="16731" y="46815"/>
                      <a:pt x="13813" y="43952"/>
                    </a:cubicBezTo>
                    <a:cubicBezTo>
                      <a:pt x="10894" y="41088"/>
                      <a:pt x="9280" y="37252"/>
                      <a:pt x="8970" y="32443"/>
                    </a:cubicBez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DF94E625-677C-48AB-3AD1-5893B45A78F3}"/>
                  </a:ext>
                </a:extLst>
              </p:cNvPr>
              <p:cNvSpPr/>
              <p:nvPr/>
            </p:nvSpPr>
            <p:spPr>
              <a:xfrm flipV="1">
                <a:off x="6736602" y="1590451"/>
                <a:ext cx="45704" cy="57528"/>
              </a:xfrm>
              <a:custGeom>
                <a:avLst/>
                <a:gdLst>
                  <a:gd name="connsiteX0" fmla="*/ -1000 w 45704"/>
                  <a:gd name="connsiteY0" fmla="*/ 16074 h 57528"/>
                  <a:gd name="connsiteX1" fmla="*/ 8220 w 45704"/>
                  <a:gd name="connsiteY1" fmla="*/ 17517 h 57528"/>
                  <a:gd name="connsiteX2" fmla="*/ 12549 w 45704"/>
                  <a:gd name="connsiteY2" fmla="*/ 9026 h 57528"/>
                  <a:gd name="connsiteX3" fmla="*/ 22482 w 45704"/>
                  <a:gd name="connsiteY3" fmla="*/ 6074 h 57528"/>
                  <a:gd name="connsiteX4" fmla="*/ 32001 w 45704"/>
                  <a:gd name="connsiteY4" fmla="*/ 8678 h 57528"/>
                  <a:gd name="connsiteX5" fmla="*/ 35119 w 45704"/>
                  <a:gd name="connsiteY5" fmla="*/ 14831 h 57528"/>
                  <a:gd name="connsiteX6" fmla="*/ 32366 w 45704"/>
                  <a:gd name="connsiteY6" fmla="*/ 19806 h 57528"/>
                  <a:gd name="connsiteX7" fmla="*/ 22830 w 45704"/>
                  <a:gd name="connsiteY7" fmla="*/ 22957 h 57528"/>
                  <a:gd name="connsiteX8" fmla="*/ 8618 w 45704"/>
                  <a:gd name="connsiteY8" fmla="*/ 27451 h 57528"/>
                  <a:gd name="connsiteX9" fmla="*/ 2598 w 45704"/>
                  <a:gd name="connsiteY9" fmla="*/ 32675 h 57528"/>
                  <a:gd name="connsiteX10" fmla="*/ 559 w 45704"/>
                  <a:gd name="connsiteY10" fmla="*/ 40071 h 57528"/>
                  <a:gd name="connsiteX11" fmla="*/ 2234 w 45704"/>
                  <a:gd name="connsiteY11" fmla="*/ 46870 h 57528"/>
                  <a:gd name="connsiteX12" fmla="*/ 6827 w 45704"/>
                  <a:gd name="connsiteY12" fmla="*/ 52094 h 57528"/>
                  <a:gd name="connsiteX13" fmla="*/ 12748 w 45704"/>
                  <a:gd name="connsiteY13" fmla="*/ 54797 h 57528"/>
                  <a:gd name="connsiteX14" fmla="*/ 20824 w 45704"/>
                  <a:gd name="connsiteY14" fmla="*/ 55925 h 57528"/>
                  <a:gd name="connsiteX15" fmla="*/ 32184 w 45704"/>
                  <a:gd name="connsiteY15" fmla="*/ 54051 h 57528"/>
                  <a:gd name="connsiteX16" fmla="*/ 39414 w 45704"/>
                  <a:gd name="connsiteY16" fmla="*/ 48993 h 57528"/>
                  <a:gd name="connsiteX17" fmla="*/ 42631 w 45704"/>
                  <a:gd name="connsiteY17" fmla="*/ 40486 h 57528"/>
                  <a:gd name="connsiteX18" fmla="*/ 33510 w 45704"/>
                  <a:gd name="connsiteY18" fmla="*/ 39242 h 57528"/>
                  <a:gd name="connsiteX19" fmla="*/ 29912 w 45704"/>
                  <a:gd name="connsiteY19" fmla="*/ 45859 h 57528"/>
                  <a:gd name="connsiteX20" fmla="*/ 21487 w 45704"/>
                  <a:gd name="connsiteY20" fmla="*/ 48247 h 57528"/>
                  <a:gd name="connsiteX21" fmla="*/ 12316 w 45704"/>
                  <a:gd name="connsiteY21" fmla="*/ 46124 h 57528"/>
                  <a:gd name="connsiteX22" fmla="*/ 9564 w 45704"/>
                  <a:gd name="connsiteY22" fmla="*/ 41149 h 57528"/>
                  <a:gd name="connsiteX23" fmla="*/ 10708 w 45704"/>
                  <a:gd name="connsiteY23" fmla="*/ 37882 h 57528"/>
                  <a:gd name="connsiteX24" fmla="*/ 14290 w 45704"/>
                  <a:gd name="connsiteY24" fmla="*/ 35394 h 57528"/>
                  <a:gd name="connsiteX25" fmla="*/ 22532 w 45704"/>
                  <a:gd name="connsiteY25" fmla="*/ 33023 h 57528"/>
                  <a:gd name="connsiteX26" fmla="*/ 36330 w 45704"/>
                  <a:gd name="connsiteY26" fmla="*/ 28678 h 57528"/>
                  <a:gd name="connsiteX27" fmla="*/ 42466 w 45704"/>
                  <a:gd name="connsiteY27" fmla="*/ 23786 h 57528"/>
                  <a:gd name="connsiteX28" fmla="*/ 44704 w 45704"/>
                  <a:gd name="connsiteY28" fmla="*/ 15809 h 57528"/>
                  <a:gd name="connsiteX29" fmla="*/ 41985 w 45704"/>
                  <a:gd name="connsiteY29" fmla="*/ 7020 h 57528"/>
                  <a:gd name="connsiteX30" fmla="*/ 34124 w 45704"/>
                  <a:gd name="connsiteY30" fmla="*/ 652 h 57528"/>
                  <a:gd name="connsiteX31" fmla="*/ 22532 w 45704"/>
                  <a:gd name="connsiteY31" fmla="*/ -1604 h 57528"/>
                  <a:gd name="connsiteX32" fmla="*/ 6180 w 45704"/>
                  <a:gd name="connsiteY32" fmla="*/ 2857 h 57528"/>
                  <a:gd name="connsiteX33" fmla="*/ -1000 w 45704"/>
                  <a:gd name="connsiteY33" fmla="*/ 16074 h 57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5704" h="57528">
                    <a:moveTo>
                      <a:pt x="-1000" y="16074"/>
                    </a:moveTo>
                    <a:lnTo>
                      <a:pt x="8220" y="17517"/>
                    </a:lnTo>
                    <a:cubicBezTo>
                      <a:pt x="8740" y="13825"/>
                      <a:pt x="10183" y="10994"/>
                      <a:pt x="12549" y="9026"/>
                    </a:cubicBezTo>
                    <a:cubicBezTo>
                      <a:pt x="14915" y="7058"/>
                      <a:pt x="18226" y="6074"/>
                      <a:pt x="22482" y="6074"/>
                    </a:cubicBezTo>
                    <a:cubicBezTo>
                      <a:pt x="26761" y="6074"/>
                      <a:pt x="29934" y="6942"/>
                      <a:pt x="32001" y="8678"/>
                    </a:cubicBezTo>
                    <a:cubicBezTo>
                      <a:pt x="34080" y="10425"/>
                      <a:pt x="35119" y="12476"/>
                      <a:pt x="35119" y="14831"/>
                    </a:cubicBezTo>
                    <a:cubicBezTo>
                      <a:pt x="35119" y="16931"/>
                      <a:pt x="34201" y="18590"/>
                      <a:pt x="32366" y="19806"/>
                    </a:cubicBezTo>
                    <a:cubicBezTo>
                      <a:pt x="31095" y="20635"/>
                      <a:pt x="27916" y="21685"/>
                      <a:pt x="22830" y="22957"/>
                    </a:cubicBezTo>
                    <a:cubicBezTo>
                      <a:pt x="15998" y="24692"/>
                      <a:pt x="11261" y="26190"/>
                      <a:pt x="8618" y="27451"/>
                    </a:cubicBezTo>
                    <a:cubicBezTo>
                      <a:pt x="5976" y="28711"/>
                      <a:pt x="3969" y="30452"/>
                      <a:pt x="2598" y="32675"/>
                    </a:cubicBezTo>
                    <a:cubicBezTo>
                      <a:pt x="1239" y="34908"/>
                      <a:pt x="559" y="37373"/>
                      <a:pt x="559" y="40071"/>
                    </a:cubicBezTo>
                    <a:cubicBezTo>
                      <a:pt x="559" y="42514"/>
                      <a:pt x="1117" y="44781"/>
                      <a:pt x="2234" y="46870"/>
                    </a:cubicBezTo>
                    <a:cubicBezTo>
                      <a:pt x="3361" y="48971"/>
                      <a:pt x="4892" y="50712"/>
                      <a:pt x="6827" y="52094"/>
                    </a:cubicBezTo>
                    <a:cubicBezTo>
                      <a:pt x="8276" y="53156"/>
                      <a:pt x="10249" y="54057"/>
                      <a:pt x="12748" y="54797"/>
                    </a:cubicBezTo>
                    <a:cubicBezTo>
                      <a:pt x="15257" y="55549"/>
                      <a:pt x="17949" y="55925"/>
                      <a:pt x="20824" y="55925"/>
                    </a:cubicBezTo>
                    <a:cubicBezTo>
                      <a:pt x="25136" y="55925"/>
                      <a:pt x="28922" y="55300"/>
                      <a:pt x="32184" y="54051"/>
                    </a:cubicBezTo>
                    <a:cubicBezTo>
                      <a:pt x="35456" y="52813"/>
                      <a:pt x="37866" y="51127"/>
                      <a:pt x="39414" y="48993"/>
                    </a:cubicBezTo>
                    <a:cubicBezTo>
                      <a:pt x="40973" y="46870"/>
                      <a:pt x="42046" y="44035"/>
                      <a:pt x="42631" y="40486"/>
                    </a:cubicBezTo>
                    <a:lnTo>
                      <a:pt x="33510" y="39242"/>
                    </a:lnTo>
                    <a:cubicBezTo>
                      <a:pt x="33101" y="42072"/>
                      <a:pt x="31902" y="44278"/>
                      <a:pt x="29912" y="45859"/>
                    </a:cubicBezTo>
                    <a:cubicBezTo>
                      <a:pt x="27922" y="47451"/>
                      <a:pt x="25114" y="48247"/>
                      <a:pt x="21487" y="48247"/>
                    </a:cubicBezTo>
                    <a:cubicBezTo>
                      <a:pt x="17209" y="48247"/>
                      <a:pt x="14152" y="47539"/>
                      <a:pt x="12316" y="46124"/>
                    </a:cubicBezTo>
                    <a:cubicBezTo>
                      <a:pt x="10481" y="44709"/>
                      <a:pt x="9564" y="43051"/>
                      <a:pt x="9564" y="41149"/>
                    </a:cubicBezTo>
                    <a:cubicBezTo>
                      <a:pt x="9564" y="39944"/>
                      <a:pt x="9945" y="38855"/>
                      <a:pt x="10708" y="37882"/>
                    </a:cubicBezTo>
                    <a:cubicBezTo>
                      <a:pt x="11471" y="36887"/>
                      <a:pt x="12665" y="36058"/>
                      <a:pt x="14290" y="35394"/>
                    </a:cubicBezTo>
                    <a:cubicBezTo>
                      <a:pt x="15219" y="35052"/>
                      <a:pt x="17966" y="34261"/>
                      <a:pt x="22532" y="33023"/>
                    </a:cubicBezTo>
                    <a:cubicBezTo>
                      <a:pt x="29132" y="31254"/>
                      <a:pt x="33731" y="29806"/>
                      <a:pt x="36330" y="28678"/>
                    </a:cubicBezTo>
                    <a:cubicBezTo>
                      <a:pt x="38939" y="27561"/>
                      <a:pt x="40984" y="25931"/>
                      <a:pt x="42466" y="23786"/>
                    </a:cubicBezTo>
                    <a:cubicBezTo>
                      <a:pt x="43958" y="21652"/>
                      <a:pt x="44704" y="18993"/>
                      <a:pt x="44704" y="15809"/>
                    </a:cubicBezTo>
                    <a:cubicBezTo>
                      <a:pt x="44704" y="12702"/>
                      <a:pt x="43798" y="9773"/>
                      <a:pt x="41985" y="7020"/>
                    </a:cubicBezTo>
                    <a:cubicBezTo>
                      <a:pt x="40172" y="4278"/>
                      <a:pt x="37551" y="2155"/>
                      <a:pt x="34124" y="652"/>
                    </a:cubicBezTo>
                    <a:cubicBezTo>
                      <a:pt x="30708" y="-852"/>
                      <a:pt x="26844" y="-1604"/>
                      <a:pt x="22532" y="-1604"/>
                    </a:cubicBezTo>
                    <a:cubicBezTo>
                      <a:pt x="15379" y="-1604"/>
                      <a:pt x="9928" y="-117"/>
                      <a:pt x="6180" y="2857"/>
                    </a:cubicBezTo>
                    <a:cubicBezTo>
                      <a:pt x="2433" y="5831"/>
                      <a:pt x="39" y="10237"/>
                      <a:pt x="-1000" y="16074"/>
                    </a:cubicBez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AEE30CB-2C17-1993-339F-74E472BB357C}"/>
                </a:ext>
              </a:extLst>
            </p:cNvPr>
            <p:cNvSpPr/>
            <p:nvPr/>
          </p:nvSpPr>
          <p:spPr>
            <a:xfrm>
              <a:off x="3454510" y="3816977"/>
              <a:ext cx="1891143" cy="2132584"/>
            </a:xfrm>
            <a:custGeom>
              <a:avLst/>
              <a:gdLst>
                <a:gd name="connsiteX0" fmla="*/ 0 w 1891143"/>
                <a:gd name="connsiteY0" fmla="*/ 2132585 h 2132584"/>
                <a:gd name="connsiteX1" fmla="*/ 1891144 w 1891143"/>
                <a:gd name="connsiteY1" fmla="*/ 2132585 h 2132584"/>
                <a:gd name="connsiteX2" fmla="*/ 1891144 w 1891143"/>
                <a:gd name="connsiteY2" fmla="*/ 0 h 2132584"/>
                <a:gd name="connsiteX3" fmla="*/ 0 w 1891143"/>
                <a:gd name="connsiteY3" fmla="*/ 0 h 2132584"/>
                <a:gd name="connsiteX4" fmla="*/ 0 w 1891143"/>
                <a:gd name="connsiteY4" fmla="*/ 2132585 h 2132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1143" h="2132584">
                  <a:moveTo>
                    <a:pt x="0" y="2132585"/>
                  </a:moveTo>
                  <a:lnTo>
                    <a:pt x="1891144" y="2132585"/>
                  </a:lnTo>
                  <a:lnTo>
                    <a:pt x="1891144" y="0"/>
                  </a:lnTo>
                  <a:lnTo>
                    <a:pt x="0" y="0"/>
                  </a:lnTo>
                  <a:lnTo>
                    <a:pt x="0" y="2132585"/>
                  </a:lnTo>
                  <a:close/>
                </a:path>
              </a:pathLst>
            </a:custGeom>
            <a:noFill/>
            <a:ln w="8845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1" name="Graphic 988">
              <a:extLst>
                <a:ext uri="{FF2B5EF4-FFF2-40B4-BE49-F238E27FC236}">
                  <a16:creationId xmlns:a16="http://schemas.microsoft.com/office/drawing/2014/main" id="{E7843FC7-FCA3-DEE6-460C-C5C64F089893}"/>
                </a:ext>
              </a:extLst>
            </p:cNvPr>
            <p:cNvGrpSpPr/>
            <p:nvPr/>
          </p:nvGrpSpPr>
          <p:grpSpPr>
            <a:xfrm>
              <a:off x="4479120" y="6032404"/>
              <a:ext cx="787225" cy="79669"/>
              <a:chOff x="4484090" y="6367709"/>
              <a:chExt cx="787225" cy="79669"/>
            </a:xfrm>
            <a:solidFill>
              <a:srgbClr val="262626"/>
            </a:solidFill>
          </p:grpSpPr>
          <p:grpSp>
            <p:nvGrpSpPr>
              <p:cNvPr id="71" name="Graphic 988">
                <a:extLst>
                  <a:ext uri="{FF2B5EF4-FFF2-40B4-BE49-F238E27FC236}">
                    <a16:creationId xmlns:a16="http://schemas.microsoft.com/office/drawing/2014/main" id="{89E19F51-70FD-9D70-B4BD-7AEAFA9137BF}"/>
                  </a:ext>
                </a:extLst>
              </p:cNvPr>
              <p:cNvGrpSpPr/>
              <p:nvPr/>
            </p:nvGrpSpPr>
            <p:grpSpPr>
              <a:xfrm>
                <a:off x="4484090" y="6367709"/>
                <a:ext cx="301697" cy="79669"/>
                <a:chOff x="4484090" y="6367709"/>
                <a:chExt cx="301697" cy="79669"/>
              </a:xfrm>
              <a:solidFill>
                <a:srgbClr val="262626"/>
              </a:solidFill>
            </p:grpSpPr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899F3391-E200-EC55-222B-68B7A8D7E98F}"/>
                    </a:ext>
                  </a:extLst>
                </p:cNvPr>
                <p:cNvSpPr/>
                <p:nvPr/>
              </p:nvSpPr>
              <p:spPr>
                <a:xfrm flipV="1">
                  <a:off x="4484090" y="6367709"/>
                  <a:ext cx="61567" cy="72010"/>
                </a:xfrm>
                <a:custGeom>
                  <a:avLst/>
                  <a:gdLst>
                    <a:gd name="connsiteX0" fmla="*/ 50332 w 61567"/>
                    <a:gd name="connsiteY0" fmla="*/ 23906 h 72010"/>
                    <a:gd name="connsiteX1" fmla="*/ 59544 w 61567"/>
                    <a:gd name="connsiteY1" fmla="*/ 21580 h 72010"/>
                    <a:gd name="connsiteX2" fmla="*/ 49116 w 61567"/>
                    <a:gd name="connsiteY2" fmla="*/ 4265 h 72010"/>
                    <a:gd name="connsiteX3" fmla="*/ 30706 w 61567"/>
                    <a:gd name="connsiteY3" fmla="*/ -1694 h 72010"/>
                    <a:gd name="connsiteX4" fmla="*/ 12388 w 61567"/>
                    <a:gd name="connsiteY4" fmla="*/ 2882 h 72010"/>
                    <a:gd name="connsiteX5" fmla="*/ 1656 w 61567"/>
                    <a:gd name="connsiteY5" fmla="*/ 16168 h 72010"/>
                    <a:gd name="connsiteX6" fmla="*/ -2023 w 61567"/>
                    <a:gd name="connsiteY6" fmla="*/ 34836 h 72010"/>
                    <a:gd name="connsiteX7" fmla="*/ 2127 w 61567"/>
                    <a:gd name="connsiteY7" fmla="*/ 53808 h 72010"/>
                    <a:gd name="connsiteX8" fmla="*/ 13954 w 61567"/>
                    <a:gd name="connsiteY8" fmla="*/ 66106 h 72010"/>
                    <a:gd name="connsiteX9" fmla="*/ 30843 w 61567"/>
                    <a:gd name="connsiteY9" fmla="*/ 70317 h 72010"/>
                    <a:gd name="connsiteX10" fmla="*/ 48416 w 61567"/>
                    <a:gd name="connsiteY10" fmla="*/ 64996 h 72010"/>
                    <a:gd name="connsiteX11" fmla="*/ 58358 w 61567"/>
                    <a:gd name="connsiteY11" fmla="*/ 50038 h 72010"/>
                    <a:gd name="connsiteX12" fmla="*/ 49283 w 61567"/>
                    <a:gd name="connsiteY12" fmla="*/ 47894 h 72010"/>
                    <a:gd name="connsiteX13" fmla="*/ 42244 w 61567"/>
                    <a:gd name="connsiteY13" fmla="*/ 58961 h 72010"/>
                    <a:gd name="connsiteX14" fmla="*/ 30661 w 61567"/>
                    <a:gd name="connsiteY14" fmla="*/ 62442 h 72010"/>
                    <a:gd name="connsiteX15" fmla="*/ 17238 w 61567"/>
                    <a:gd name="connsiteY15" fmla="*/ 58581 h 72010"/>
                    <a:gd name="connsiteX16" fmla="*/ 9652 w 61567"/>
                    <a:gd name="connsiteY16" fmla="*/ 48244 h 72010"/>
                    <a:gd name="connsiteX17" fmla="*/ 7478 w 61567"/>
                    <a:gd name="connsiteY17" fmla="*/ 34881 h 72010"/>
                    <a:gd name="connsiteX18" fmla="*/ 10062 w 61567"/>
                    <a:gd name="connsiteY18" fmla="*/ 19376 h 72010"/>
                    <a:gd name="connsiteX19" fmla="*/ 18104 w 61567"/>
                    <a:gd name="connsiteY19" fmla="*/ 9464 h 72010"/>
                    <a:gd name="connsiteX20" fmla="*/ 29946 w 61567"/>
                    <a:gd name="connsiteY20" fmla="*/ 6196 h 72010"/>
                    <a:gd name="connsiteX21" fmla="*/ 43050 w 61567"/>
                    <a:gd name="connsiteY21" fmla="*/ 10650 h 72010"/>
                    <a:gd name="connsiteX22" fmla="*/ 50332 w 61567"/>
                    <a:gd name="connsiteY22" fmla="*/ 23906 h 72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61567" h="72010">
                      <a:moveTo>
                        <a:pt x="50332" y="23906"/>
                      </a:moveTo>
                      <a:lnTo>
                        <a:pt x="59544" y="21580"/>
                      </a:lnTo>
                      <a:cubicBezTo>
                        <a:pt x="57608" y="14010"/>
                        <a:pt x="54132" y="8238"/>
                        <a:pt x="49116" y="4265"/>
                      </a:cubicBezTo>
                      <a:cubicBezTo>
                        <a:pt x="44099" y="292"/>
                        <a:pt x="37962" y="-1694"/>
                        <a:pt x="30706" y="-1694"/>
                      </a:cubicBezTo>
                      <a:cubicBezTo>
                        <a:pt x="23197" y="-1694"/>
                        <a:pt x="17091" y="-169"/>
                        <a:pt x="12388" y="2882"/>
                      </a:cubicBezTo>
                      <a:cubicBezTo>
                        <a:pt x="7686" y="5942"/>
                        <a:pt x="4108" y="10371"/>
                        <a:pt x="1656" y="16168"/>
                      </a:cubicBezTo>
                      <a:cubicBezTo>
                        <a:pt x="-797" y="21965"/>
                        <a:pt x="-2023" y="28188"/>
                        <a:pt x="-2023" y="34836"/>
                      </a:cubicBezTo>
                      <a:cubicBezTo>
                        <a:pt x="-2023" y="42092"/>
                        <a:pt x="-640" y="48416"/>
                        <a:pt x="2127" y="53808"/>
                      </a:cubicBezTo>
                      <a:cubicBezTo>
                        <a:pt x="4904" y="59209"/>
                        <a:pt x="8846" y="63309"/>
                        <a:pt x="13954" y="66106"/>
                      </a:cubicBezTo>
                      <a:cubicBezTo>
                        <a:pt x="19072" y="68913"/>
                        <a:pt x="24702" y="70317"/>
                        <a:pt x="30843" y="70317"/>
                      </a:cubicBezTo>
                      <a:cubicBezTo>
                        <a:pt x="37816" y="70317"/>
                        <a:pt x="43673" y="68543"/>
                        <a:pt x="48416" y="64996"/>
                      </a:cubicBezTo>
                      <a:cubicBezTo>
                        <a:pt x="53169" y="61449"/>
                        <a:pt x="56483" y="56463"/>
                        <a:pt x="58358" y="50038"/>
                      </a:cubicBezTo>
                      <a:lnTo>
                        <a:pt x="49283" y="47894"/>
                      </a:lnTo>
                      <a:cubicBezTo>
                        <a:pt x="47661" y="52961"/>
                        <a:pt x="45315" y="56650"/>
                        <a:pt x="42244" y="58961"/>
                      </a:cubicBezTo>
                      <a:cubicBezTo>
                        <a:pt x="39174" y="61282"/>
                        <a:pt x="35312" y="62442"/>
                        <a:pt x="30661" y="62442"/>
                      </a:cubicBezTo>
                      <a:cubicBezTo>
                        <a:pt x="25310" y="62442"/>
                        <a:pt x="20835" y="61155"/>
                        <a:pt x="17238" y="58581"/>
                      </a:cubicBezTo>
                      <a:cubicBezTo>
                        <a:pt x="13640" y="56017"/>
                        <a:pt x="11111" y="52571"/>
                        <a:pt x="9652" y="48244"/>
                      </a:cubicBezTo>
                      <a:cubicBezTo>
                        <a:pt x="8203" y="43927"/>
                        <a:pt x="7478" y="39472"/>
                        <a:pt x="7478" y="34881"/>
                      </a:cubicBezTo>
                      <a:cubicBezTo>
                        <a:pt x="7478" y="28963"/>
                        <a:pt x="8339" y="23794"/>
                        <a:pt x="10062" y="19376"/>
                      </a:cubicBezTo>
                      <a:cubicBezTo>
                        <a:pt x="11785" y="14957"/>
                        <a:pt x="14466" y="11653"/>
                        <a:pt x="18104" y="9464"/>
                      </a:cubicBezTo>
                      <a:cubicBezTo>
                        <a:pt x="21752" y="7285"/>
                        <a:pt x="25700" y="6196"/>
                        <a:pt x="29946" y="6196"/>
                      </a:cubicBezTo>
                      <a:cubicBezTo>
                        <a:pt x="35105" y="6196"/>
                        <a:pt x="39473" y="7681"/>
                        <a:pt x="43050" y="10650"/>
                      </a:cubicBezTo>
                      <a:cubicBezTo>
                        <a:pt x="46638" y="13629"/>
                        <a:pt x="49065" y="18048"/>
                        <a:pt x="50332" y="2390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1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" name="Freeform: Shape 80">
                  <a:extLst>
                    <a:ext uri="{FF2B5EF4-FFF2-40B4-BE49-F238E27FC236}">
                      <a16:creationId xmlns:a16="http://schemas.microsoft.com/office/drawing/2014/main" id="{500368CA-8896-D919-A0C2-BA134A7B0833}"/>
                    </a:ext>
                  </a:extLst>
                </p:cNvPr>
                <p:cNvSpPr/>
                <p:nvPr/>
              </p:nvSpPr>
              <p:spPr>
                <a:xfrm flipV="1">
                  <a:off x="4555718" y="6368894"/>
                  <a:ext cx="8558" cy="69639"/>
                </a:xfrm>
                <a:custGeom>
                  <a:avLst/>
                  <a:gdLst>
                    <a:gd name="connsiteX0" fmla="*/ -364 w 8558"/>
                    <a:gd name="connsiteY0" fmla="*/ -1694 h 69639"/>
                    <a:gd name="connsiteX1" fmla="*/ -364 w 8558"/>
                    <a:gd name="connsiteY1" fmla="*/ 67945 h 69639"/>
                    <a:gd name="connsiteX2" fmla="*/ 8194 w 8558"/>
                    <a:gd name="connsiteY2" fmla="*/ 67945 h 69639"/>
                    <a:gd name="connsiteX3" fmla="*/ 8194 w 8558"/>
                    <a:gd name="connsiteY3" fmla="*/ -1694 h 69639"/>
                    <a:gd name="connsiteX4" fmla="*/ -364 w 8558"/>
                    <a:gd name="connsiteY4" fmla="*/ -1694 h 696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58" h="69639">
                      <a:moveTo>
                        <a:pt x="-364" y="-1694"/>
                      </a:moveTo>
                      <a:lnTo>
                        <a:pt x="-364" y="67945"/>
                      </a:lnTo>
                      <a:lnTo>
                        <a:pt x="8194" y="67945"/>
                      </a:lnTo>
                      <a:lnTo>
                        <a:pt x="8194" y="-1694"/>
                      </a:lnTo>
                      <a:lnTo>
                        <a:pt x="-364" y="-1694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1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" name="Freeform: Shape 81">
                  <a:extLst>
                    <a:ext uri="{FF2B5EF4-FFF2-40B4-BE49-F238E27FC236}">
                      <a16:creationId xmlns:a16="http://schemas.microsoft.com/office/drawing/2014/main" id="{CB32FA3B-65E8-E700-8542-F7D88B806ED5}"/>
                    </a:ext>
                  </a:extLst>
                </p:cNvPr>
                <p:cNvSpPr/>
                <p:nvPr/>
              </p:nvSpPr>
              <p:spPr>
                <a:xfrm flipV="1">
                  <a:off x="4574627" y="6386939"/>
                  <a:ext cx="46471" cy="52734"/>
                </a:xfrm>
                <a:custGeom>
                  <a:avLst/>
                  <a:gdLst>
                    <a:gd name="connsiteX0" fmla="*/ 34401 w 46471"/>
                    <a:gd name="connsiteY0" fmla="*/ 6296 h 52734"/>
                    <a:gd name="connsiteX1" fmla="*/ 25250 w 46471"/>
                    <a:gd name="connsiteY1" fmla="*/ 595 h 52734"/>
                    <a:gd name="connsiteX2" fmla="*/ 15825 w 46471"/>
                    <a:gd name="connsiteY2" fmla="*/ -1062 h 52734"/>
                    <a:gd name="connsiteX3" fmla="*/ 3040 w 46471"/>
                    <a:gd name="connsiteY3" fmla="*/ 2997 h 52734"/>
                    <a:gd name="connsiteX4" fmla="*/ -1429 w 46471"/>
                    <a:gd name="connsiteY4" fmla="*/ 13380 h 52734"/>
                    <a:gd name="connsiteX5" fmla="*/ 258 w 46471"/>
                    <a:gd name="connsiteY5" fmla="*/ 20145 h 52734"/>
                    <a:gd name="connsiteX6" fmla="*/ 4682 w 46471"/>
                    <a:gd name="connsiteY6" fmla="*/ 25070 h 52734"/>
                    <a:gd name="connsiteX7" fmla="*/ 10839 w 46471"/>
                    <a:gd name="connsiteY7" fmla="*/ 27867 h 52734"/>
                    <a:gd name="connsiteX8" fmla="*/ 18439 w 46471"/>
                    <a:gd name="connsiteY8" fmla="*/ 29159 h 52734"/>
                    <a:gd name="connsiteX9" fmla="*/ 33687 w 46471"/>
                    <a:gd name="connsiteY9" fmla="*/ 32093 h 52734"/>
                    <a:gd name="connsiteX10" fmla="*/ 33732 w 46471"/>
                    <a:gd name="connsiteY10" fmla="*/ 34328 h 52734"/>
                    <a:gd name="connsiteX11" fmla="*/ 31300 w 46471"/>
                    <a:gd name="connsiteY11" fmla="*/ 41701 h 52734"/>
                    <a:gd name="connsiteX12" fmla="*/ 21571 w 46471"/>
                    <a:gd name="connsiteY12" fmla="*/ 44589 h 52734"/>
                    <a:gd name="connsiteX13" fmla="*/ 12663 w 46471"/>
                    <a:gd name="connsiteY13" fmla="*/ 42476 h 52734"/>
                    <a:gd name="connsiteX14" fmla="*/ 8406 w 46471"/>
                    <a:gd name="connsiteY14" fmla="*/ 34997 h 52734"/>
                    <a:gd name="connsiteX15" fmla="*/ 45 w 46471"/>
                    <a:gd name="connsiteY15" fmla="*/ 36137 h 52734"/>
                    <a:gd name="connsiteX16" fmla="*/ 3800 w 46471"/>
                    <a:gd name="connsiteY16" fmla="*/ 44802 h 52734"/>
                    <a:gd name="connsiteX17" fmla="*/ 11355 w 46471"/>
                    <a:gd name="connsiteY17" fmla="*/ 49879 h 52734"/>
                    <a:gd name="connsiteX18" fmla="*/ 22802 w 46471"/>
                    <a:gd name="connsiteY18" fmla="*/ 51673 h 52734"/>
                    <a:gd name="connsiteX19" fmla="*/ 33292 w 46471"/>
                    <a:gd name="connsiteY19" fmla="*/ 50153 h 52734"/>
                    <a:gd name="connsiteX20" fmla="*/ 39235 w 46471"/>
                    <a:gd name="connsiteY20" fmla="*/ 46322 h 52734"/>
                    <a:gd name="connsiteX21" fmla="*/ 41896 w 46471"/>
                    <a:gd name="connsiteY21" fmla="*/ 40500 h 52734"/>
                    <a:gd name="connsiteX22" fmla="*/ 42321 w 46471"/>
                    <a:gd name="connsiteY22" fmla="*/ 32625 h 52734"/>
                    <a:gd name="connsiteX23" fmla="*/ 42321 w 46471"/>
                    <a:gd name="connsiteY23" fmla="*/ 21224 h 52734"/>
                    <a:gd name="connsiteX24" fmla="*/ 42869 w 46471"/>
                    <a:gd name="connsiteY24" fmla="*/ 6129 h 52734"/>
                    <a:gd name="connsiteX25" fmla="*/ 45042 w 46471"/>
                    <a:gd name="connsiteY25" fmla="*/ 78 h 52734"/>
                    <a:gd name="connsiteX26" fmla="*/ 36104 w 46471"/>
                    <a:gd name="connsiteY26" fmla="*/ 78 h 52734"/>
                    <a:gd name="connsiteX27" fmla="*/ 34401 w 46471"/>
                    <a:gd name="connsiteY27" fmla="*/ 6296 h 52734"/>
                    <a:gd name="connsiteX28" fmla="*/ 33687 w 46471"/>
                    <a:gd name="connsiteY28" fmla="*/ 25404 h 52734"/>
                    <a:gd name="connsiteX29" fmla="*/ 19716 w 46471"/>
                    <a:gd name="connsiteY29" fmla="*/ 22166 h 52734"/>
                    <a:gd name="connsiteX30" fmla="*/ 12252 w 46471"/>
                    <a:gd name="connsiteY30" fmla="*/ 20449 h 52734"/>
                    <a:gd name="connsiteX31" fmla="*/ 8878 w 46471"/>
                    <a:gd name="connsiteY31" fmla="*/ 17682 h 52734"/>
                    <a:gd name="connsiteX32" fmla="*/ 7692 w 46471"/>
                    <a:gd name="connsiteY32" fmla="*/ 13623 h 52734"/>
                    <a:gd name="connsiteX33" fmla="*/ 10276 w 46471"/>
                    <a:gd name="connsiteY33" fmla="*/ 7922 h 52734"/>
                    <a:gd name="connsiteX34" fmla="*/ 17862 w 46471"/>
                    <a:gd name="connsiteY34" fmla="*/ 5642 h 52734"/>
                    <a:gd name="connsiteX35" fmla="*/ 26648 w 46471"/>
                    <a:gd name="connsiteY35" fmla="*/ 7801 h 52734"/>
                    <a:gd name="connsiteX36" fmla="*/ 32303 w 46471"/>
                    <a:gd name="connsiteY36" fmla="*/ 13714 h 52734"/>
                    <a:gd name="connsiteX37" fmla="*/ 33687 w 46471"/>
                    <a:gd name="connsiteY37" fmla="*/ 22258 h 52734"/>
                    <a:gd name="connsiteX38" fmla="*/ 33687 w 46471"/>
                    <a:gd name="connsiteY38" fmla="*/ 25404 h 527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</a:cxnLst>
                  <a:rect l="l" t="t" r="r" b="b"/>
                  <a:pathLst>
                    <a:path w="46471" h="52734">
                      <a:moveTo>
                        <a:pt x="34401" y="6296"/>
                      </a:moveTo>
                      <a:cubicBezTo>
                        <a:pt x="31229" y="3610"/>
                        <a:pt x="28179" y="1710"/>
                        <a:pt x="25250" y="595"/>
                      </a:cubicBezTo>
                      <a:cubicBezTo>
                        <a:pt x="22321" y="-509"/>
                        <a:pt x="19179" y="-1062"/>
                        <a:pt x="15825" y="-1062"/>
                      </a:cubicBezTo>
                      <a:cubicBezTo>
                        <a:pt x="10281" y="-1062"/>
                        <a:pt x="6020" y="291"/>
                        <a:pt x="3040" y="2997"/>
                      </a:cubicBezTo>
                      <a:cubicBezTo>
                        <a:pt x="61" y="5703"/>
                        <a:pt x="-1429" y="9164"/>
                        <a:pt x="-1429" y="13380"/>
                      </a:cubicBezTo>
                      <a:cubicBezTo>
                        <a:pt x="-1429" y="15853"/>
                        <a:pt x="-867" y="18108"/>
                        <a:pt x="258" y="20145"/>
                      </a:cubicBezTo>
                      <a:cubicBezTo>
                        <a:pt x="1383" y="22192"/>
                        <a:pt x="2858" y="23834"/>
                        <a:pt x="4682" y="25070"/>
                      </a:cubicBezTo>
                      <a:cubicBezTo>
                        <a:pt x="6506" y="26306"/>
                        <a:pt x="8558" y="27239"/>
                        <a:pt x="10839" y="27867"/>
                      </a:cubicBezTo>
                      <a:cubicBezTo>
                        <a:pt x="12511" y="28313"/>
                        <a:pt x="15044" y="28744"/>
                        <a:pt x="18439" y="29159"/>
                      </a:cubicBezTo>
                      <a:cubicBezTo>
                        <a:pt x="25341" y="29980"/>
                        <a:pt x="30423" y="30958"/>
                        <a:pt x="33687" y="32093"/>
                      </a:cubicBezTo>
                      <a:cubicBezTo>
                        <a:pt x="33717" y="33269"/>
                        <a:pt x="33732" y="34014"/>
                        <a:pt x="33732" y="34328"/>
                      </a:cubicBezTo>
                      <a:cubicBezTo>
                        <a:pt x="33732" y="37814"/>
                        <a:pt x="32922" y="40272"/>
                        <a:pt x="31300" y="41701"/>
                      </a:cubicBezTo>
                      <a:cubicBezTo>
                        <a:pt x="29121" y="43626"/>
                        <a:pt x="25878" y="44589"/>
                        <a:pt x="21571" y="44589"/>
                      </a:cubicBezTo>
                      <a:cubicBezTo>
                        <a:pt x="17548" y="44589"/>
                        <a:pt x="14578" y="43885"/>
                        <a:pt x="12663" y="42476"/>
                      </a:cubicBezTo>
                      <a:cubicBezTo>
                        <a:pt x="10747" y="41067"/>
                        <a:pt x="9329" y="38574"/>
                        <a:pt x="8406" y="34997"/>
                      </a:cubicBezTo>
                      <a:lnTo>
                        <a:pt x="45" y="36137"/>
                      </a:lnTo>
                      <a:cubicBezTo>
                        <a:pt x="805" y="39714"/>
                        <a:pt x="2057" y="42603"/>
                        <a:pt x="3800" y="44802"/>
                      </a:cubicBezTo>
                      <a:cubicBezTo>
                        <a:pt x="5543" y="47001"/>
                        <a:pt x="8062" y="48693"/>
                        <a:pt x="11355" y="49879"/>
                      </a:cubicBezTo>
                      <a:cubicBezTo>
                        <a:pt x="14649" y="51075"/>
                        <a:pt x="18465" y="51673"/>
                        <a:pt x="22802" y="51673"/>
                      </a:cubicBezTo>
                      <a:cubicBezTo>
                        <a:pt x="27109" y="51673"/>
                        <a:pt x="30606" y="51166"/>
                        <a:pt x="33292" y="50153"/>
                      </a:cubicBezTo>
                      <a:cubicBezTo>
                        <a:pt x="35987" y="49139"/>
                        <a:pt x="37969" y="47862"/>
                        <a:pt x="39235" y="46322"/>
                      </a:cubicBezTo>
                      <a:cubicBezTo>
                        <a:pt x="40502" y="44792"/>
                        <a:pt x="41389" y="42851"/>
                        <a:pt x="41896" y="40500"/>
                      </a:cubicBezTo>
                      <a:cubicBezTo>
                        <a:pt x="42180" y="39051"/>
                        <a:pt x="42321" y="36426"/>
                        <a:pt x="42321" y="32625"/>
                      </a:cubicBezTo>
                      <a:lnTo>
                        <a:pt x="42321" y="21224"/>
                      </a:lnTo>
                      <a:cubicBezTo>
                        <a:pt x="42321" y="13268"/>
                        <a:pt x="42504" y="8237"/>
                        <a:pt x="42869" y="6129"/>
                      </a:cubicBezTo>
                      <a:cubicBezTo>
                        <a:pt x="43233" y="4031"/>
                        <a:pt x="43958" y="2014"/>
                        <a:pt x="45042" y="78"/>
                      </a:cubicBezTo>
                      <a:lnTo>
                        <a:pt x="36104" y="78"/>
                      </a:lnTo>
                      <a:cubicBezTo>
                        <a:pt x="35222" y="1852"/>
                        <a:pt x="34655" y="3924"/>
                        <a:pt x="34401" y="6296"/>
                      </a:cubicBezTo>
                      <a:close/>
                      <a:moveTo>
                        <a:pt x="33687" y="25404"/>
                      </a:moveTo>
                      <a:cubicBezTo>
                        <a:pt x="30575" y="24138"/>
                        <a:pt x="25919" y="23058"/>
                        <a:pt x="19716" y="22166"/>
                      </a:cubicBezTo>
                      <a:cubicBezTo>
                        <a:pt x="16200" y="21660"/>
                        <a:pt x="13712" y="21087"/>
                        <a:pt x="12252" y="20449"/>
                      </a:cubicBezTo>
                      <a:cubicBezTo>
                        <a:pt x="10803" y="19820"/>
                        <a:pt x="9678" y="18898"/>
                        <a:pt x="8878" y="17682"/>
                      </a:cubicBezTo>
                      <a:cubicBezTo>
                        <a:pt x="8087" y="16466"/>
                        <a:pt x="7692" y="15113"/>
                        <a:pt x="7692" y="13623"/>
                      </a:cubicBezTo>
                      <a:cubicBezTo>
                        <a:pt x="7692" y="11343"/>
                        <a:pt x="8553" y="9443"/>
                        <a:pt x="10276" y="7922"/>
                      </a:cubicBezTo>
                      <a:cubicBezTo>
                        <a:pt x="12009" y="6402"/>
                        <a:pt x="14538" y="5642"/>
                        <a:pt x="17862" y="5642"/>
                      </a:cubicBezTo>
                      <a:cubicBezTo>
                        <a:pt x="21156" y="5642"/>
                        <a:pt x="24084" y="6362"/>
                        <a:pt x="26648" y="7801"/>
                      </a:cubicBezTo>
                      <a:cubicBezTo>
                        <a:pt x="29212" y="9240"/>
                        <a:pt x="31097" y="11211"/>
                        <a:pt x="32303" y="13714"/>
                      </a:cubicBezTo>
                      <a:cubicBezTo>
                        <a:pt x="33226" y="15650"/>
                        <a:pt x="33687" y="18498"/>
                        <a:pt x="33687" y="22258"/>
                      </a:cubicBezTo>
                      <a:lnTo>
                        <a:pt x="33687" y="25404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1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3" name="Freeform: Shape 82">
                  <a:extLst>
                    <a:ext uri="{FF2B5EF4-FFF2-40B4-BE49-F238E27FC236}">
                      <a16:creationId xmlns:a16="http://schemas.microsoft.com/office/drawing/2014/main" id="{82A39AC0-0CAC-4C14-2B0D-3DEDF644DBDF}"/>
                    </a:ext>
                  </a:extLst>
                </p:cNvPr>
                <p:cNvSpPr/>
                <p:nvPr/>
              </p:nvSpPr>
              <p:spPr>
                <a:xfrm flipV="1">
                  <a:off x="4628219" y="6386939"/>
                  <a:ext cx="41895" cy="52734"/>
                </a:xfrm>
                <a:custGeom>
                  <a:avLst/>
                  <a:gdLst>
                    <a:gd name="connsiteX0" fmla="*/ -1239 w 41895"/>
                    <a:gd name="connsiteY0" fmla="*/ 15143 h 52734"/>
                    <a:gd name="connsiteX1" fmla="*/ 7213 w 41895"/>
                    <a:gd name="connsiteY1" fmla="*/ 16466 h 52734"/>
                    <a:gd name="connsiteX2" fmla="*/ 11181 w 41895"/>
                    <a:gd name="connsiteY2" fmla="*/ 8683 h 52734"/>
                    <a:gd name="connsiteX3" fmla="*/ 20287 w 41895"/>
                    <a:gd name="connsiteY3" fmla="*/ 5977 h 52734"/>
                    <a:gd name="connsiteX4" fmla="*/ 29013 w 41895"/>
                    <a:gd name="connsiteY4" fmla="*/ 8363 h 52734"/>
                    <a:gd name="connsiteX5" fmla="*/ 31870 w 41895"/>
                    <a:gd name="connsiteY5" fmla="*/ 14003 h 52734"/>
                    <a:gd name="connsiteX6" fmla="*/ 29347 w 41895"/>
                    <a:gd name="connsiteY6" fmla="*/ 18564 h 52734"/>
                    <a:gd name="connsiteX7" fmla="*/ 20606 w 41895"/>
                    <a:gd name="connsiteY7" fmla="*/ 21452 h 52734"/>
                    <a:gd name="connsiteX8" fmla="*/ 7578 w 41895"/>
                    <a:gd name="connsiteY8" fmla="*/ 25572 h 52734"/>
                    <a:gd name="connsiteX9" fmla="*/ 2060 w 41895"/>
                    <a:gd name="connsiteY9" fmla="*/ 30360 h 52734"/>
                    <a:gd name="connsiteX10" fmla="*/ 190 w 41895"/>
                    <a:gd name="connsiteY10" fmla="*/ 37140 h 52734"/>
                    <a:gd name="connsiteX11" fmla="*/ 1725 w 41895"/>
                    <a:gd name="connsiteY11" fmla="*/ 43373 h 52734"/>
                    <a:gd name="connsiteX12" fmla="*/ 5936 w 41895"/>
                    <a:gd name="connsiteY12" fmla="*/ 48161 h 52734"/>
                    <a:gd name="connsiteX13" fmla="*/ 11363 w 41895"/>
                    <a:gd name="connsiteY13" fmla="*/ 50639 h 52734"/>
                    <a:gd name="connsiteX14" fmla="*/ 18767 w 41895"/>
                    <a:gd name="connsiteY14" fmla="*/ 51673 h 52734"/>
                    <a:gd name="connsiteX15" fmla="*/ 29180 w 41895"/>
                    <a:gd name="connsiteY15" fmla="*/ 49955 h 52734"/>
                    <a:gd name="connsiteX16" fmla="*/ 35808 w 41895"/>
                    <a:gd name="connsiteY16" fmla="*/ 45319 h 52734"/>
                    <a:gd name="connsiteX17" fmla="*/ 38757 w 41895"/>
                    <a:gd name="connsiteY17" fmla="*/ 37520 h 52734"/>
                    <a:gd name="connsiteX18" fmla="*/ 30396 w 41895"/>
                    <a:gd name="connsiteY18" fmla="*/ 36380 h 52734"/>
                    <a:gd name="connsiteX19" fmla="*/ 27097 w 41895"/>
                    <a:gd name="connsiteY19" fmla="*/ 42446 h 52734"/>
                    <a:gd name="connsiteX20" fmla="*/ 19375 w 41895"/>
                    <a:gd name="connsiteY20" fmla="*/ 44635 h 52734"/>
                    <a:gd name="connsiteX21" fmla="*/ 10968 w 41895"/>
                    <a:gd name="connsiteY21" fmla="*/ 42689 h 52734"/>
                    <a:gd name="connsiteX22" fmla="*/ 8445 w 41895"/>
                    <a:gd name="connsiteY22" fmla="*/ 38128 h 52734"/>
                    <a:gd name="connsiteX23" fmla="*/ 9494 w 41895"/>
                    <a:gd name="connsiteY23" fmla="*/ 35134 h 52734"/>
                    <a:gd name="connsiteX24" fmla="*/ 12777 w 41895"/>
                    <a:gd name="connsiteY24" fmla="*/ 32853 h 52734"/>
                    <a:gd name="connsiteX25" fmla="*/ 20332 w 41895"/>
                    <a:gd name="connsiteY25" fmla="*/ 30679 h 52734"/>
                    <a:gd name="connsiteX26" fmla="*/ 32980 w 41895"/>
                    <a:gd name="connsiteY26" fmla="*/ 26697 h 52734"/>
                    <a:gd name="connsiteX27" fmla="*/ 38605 w 41895"/>
                    <a:gd name="connsiteY27" fmla="*/ 22212 h 52734"/>
                    <a:gd name="connsiteX28" fmla="*/ 40657 w 41895"/>
                    <a:gd name="connsiteY28" fmla="*/ 14900 h 52734"/>
                    <a:gd name="connsiteX29" fmla="*/ 38164 w 41895"/>
                    <a:gd name="connsiteY29" fmla="*/ 6843 h 52734"/>
                    <a:gd name="connsiteX30" fmla="*/ 30958 w 41895"/>
                    <a:gd name="connsiteY30" fmla="*/ 1006 h 52734"/>
                    <a:gd name="connsiteX31" fmla="*/ 20332 w 41895"/>
                    <a:gd name="connsiteY31" fmla="*/ -1062 h 52734"/>
                    <a:gd name="connsiteX32" fmla="*/ 5343 w 41895"/>
                    <a:gd name="connsiteY32" fmla="*/ 3027 h 52734"/>
                    <a:gd name="connsiteX33" fmla="*/ -1239 w 41895"/>
                    <a:gd name="connsiteY33" fmla="*/ 15143 h 527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41895" h="52734">
                      <a:moveTo>
                        <a:pt x="-1239" y="15143"/>
                      </a:moveTo>
                      <a:lnTo>
                        <a:pt x="7213" y="16466"/>
                      </a:lnTo>
                      <a:cubicBezTo>
                        <a:pt x="7690" y="13081"/>
                        <a:pt x="9012" y="10486"/>
                        <a:pt x="11181" y="8683"/>
                      </a:cubicBezTo>
                      <a:cubicBezTo>
                        <a:pt x="13350" y="6879"/>
                        <a:pt x="16385" y="5977"/>
                        <a:pt x="20287" y="5977"/>
                      </a:cubicBezTo>
                      <a:cubicBezTo>
                        <a:pt x="24209" y="5977"/>
                        <a:pt x="27117" y="6772"/>
                        <a:pt x="29013" y="8363"/>
                      </a:cubicBezTo>
                      <a:cubicBezTo>
                        <a:pt x="30918" y="9965"/>
                        <a:pt x="31870" y="11844"/>
                        <a:pt x="31870" y="14003"/>
                      </a:cubicBezTo>
                      <a:cubicBezTo>
                        <a:pt x="31870" y="15929"/>
                        <a:pt x="31029" y="17449"/>
                        <a:pt x="29347" y="18564"/>
                      </a:cubicBezTo>
                      <a:cubicBezTo>
                        <a:pt x="28181" y="19324"/>
                        <a:pt x="25268" y="20286"/>
                        <a:pt x="20606" y="21452"/>
                      </a:cubicBezTo>
                      <a:cubicBezTo>
                        <a:pt x="14343" y="23043"/>
                        <a:pt x="10000" y="24416"/>
                        <a:pt x="7578" y="25572"/>
                      </a:cubicBezTo>
                      <a:cubicBezTo>
                        <a:pt x="5156" y="26727"/>
                        <a:pt x="3317" y="28323"/>
                        <a:pt x="2060" y="30360"/>
                      </a:cubicBezTo>
                      <a:cubicBezTo>
                        <a:pt x="813" y="32407"/>
                        <a:pt x="190" y="34667"/>
                        <a:pt x="190" y="37140"/>
                      </a:cubicBezTo>
                      <a:cubicBezTo>
                        <a:pt x="190" y="39380"/>
                        <a:pt x="702" y="41457"/>
                        <a:pt x="1725" y="43373"/>
                      </a:cubicBezTo>
                      <a:cubicBezTo>
                        <a:pt x="2759" y="45298"/>
                        <a:pt x="4163" y="46895"/>
                        <a:pt x="5936" y="48161"/>
                      </a:cubicBezTo>
                      <a:cubicBezTo>
                        <a:pt x="7264" y="49134"/>
                        <a:pt x="9073" y="49960"/>
                        <a:pt x="11363" y="50639"/>
                      </a:cubicBezTo>
                      <a:cubicBezTo>
                        <a:pt x="13664" y="51328"/>
                        <a:pt x="16132" y="51673"/>
                        <a:pt x="18767" y="51673"/>
                      </a:cubicBezTo>
                      <a:cubicBezTo>
                        <a:pt x="22719" y="51673"/>
                        <a:pt x="26190" y="51100"/>
                        <a:pt x="29180" y="49955"/>
                      </a:cubicBezTo>
                      <a:cubicBezTo>
                        <a:pt x="32180" y="48820"/>
                        <a:pt x="34389" y="47275"/>
                        <a:pt x="35808" y="45319"/>
                      </a:cubicBezTo>
                      <a:cubicBezTo>
                        <a:pt x="37237" y="43373"/>
                        <a:pt x="38220" y="40773"/>
                        <a:pt x="38757" y="37520"/>
                      </a:cubicBezTo>
                      <a:lnTo>
                        <a:pt x="30396" y="36380"/>
                      </a:lnTo>
                      <a:cubicBezTo>
                        <a:pt x="30021" y="38975"/>
                        <a:pt x="28921" y="40996"/>
                        <a:pt x="27097" y="42446"/>
                      </a:cubicBezTo>
                      <a:cubicBezTo>
                        <a:pt x="25273" y="43905"/>
                        <a:pt x="22699" y="44635"/>
                        <a:pt x="19375" y="44635"/>
                      </a:cubicBezTo>
                      <a:cubicBezTo>
                        <a:pt x="15453" y="44635"/>
                        <a:pt x="12650" y="43986"/>
                        <a:pt x="10968" y="42689"/>
                      </a:cubicBezTo>
                      <a:cubicBezTo>
                        <a:pt x="9286" y="41392"/>
                        <a:pt x="8445" y="39871"/>
                        <a:pt x="8445" y="38128"/>
                      </a:cubicBezTo>
                      <a:cubicBezTo>
                        <a:pt x="8445" y="37024"/>
                        <a:pt x="8794" y="36025"/>
                        <a:pt x="9494" y="35134"/>
                      </a:cubicBezTo>
                      <a:cubicBezTo>
                        <a:pt x="10193" y="34221"/>
                        <a:pt x="11287" y="33461"/>
                        <a:pt x="12777" y="32853"/>
                      </a:cubicBezTo>
                      <a:cubicBezTo>
                        <a:pt x="13628" y="32539"/>
                        <a:pt x="16147" y="31815"/>
                        <a:pt x="20332" y="30679"/>
                      </a:cubicBezTo>
                      <a:cubicBezTo>
                        <a:pt x="26383" y="29058"/>
                        <a:pt x="30599" y="27730"/>
                        <a:pt x="32980" y="26697"/>
                      </a:cubicBezTo>
                      <a:cubicBezTo>
                        <a:pt x="35372" y="25673"/>
                        <a:pt x="37247" y="24178"/>
                        <a:pt x="38605" y="22212"/>
                      </a:cubicBezTo>
                      <a:cubicBezTo>
                        <a:pt x="39973" y="20256"/>
                        <a:pt x="40657" y="17819"/>
                        <a:pt x="40657" y="14900"/>
                      </a:cubicBezTo>
                      <a:cubicBezTo>
                        <a:pt x="40657" y="12052"/>
                        <a:pt x="39826" y="9367"/>
                        <a:pt x="38164" y="6843"/>
                      </a:cubicBezTo>
                      <a:cubicBezTo>
                        <a:pt x="36502" y="4330"/>
                        <a:pt x="34100" y="2384"/>
                        <a:pt x="30958" y="1006"/>
                      </a:cubicBezTo>
                      <a:cubicBezTo>
                        <a:pt x="27827" y="-373"/>
                        <a:pt x="24285" y="-1062"/>
                        <a:pt x="20332" y="-1062"/>
                      </a:cubicBezTo>
                      <a:cubicBezTo>
                        <a:pt x="13775" y="-1062"/>
                        <a:pt x="8779" y="301"/>
                        <a:pt x="5343" y="3027"/>
                      </a:cubicBezTo>
                      <a:cubicBezTo>
                        <a:pt x="1908" y="5754"/>
                        <a:pt x="-286" y="9792"/>
                        <a:pt x="-1239" y="15143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1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122F15D4-FD26-947D-159F-9DEEFD47D500}"/>
                    </a:ext>
                  </a:extLst>
                </p:cNvPr>
                <p:cNvSpPr/>
                <p:nvPr/>
              </p:nvSpPr>
              <p:spPr>
                <a:xfrm flipV="1">
                  <a:off x="4676865" y="6386939"/>
                  <a:ext cx="41895" cy="52734"/>
                </a:xfrm>
                <a:custGeom>
                  <a:avLst/>
                  <a:gdLst>
                    <a:gd name="connsiteX0" fmla="*/ -1233 w 41895"/>
                    <a:gd name="connsiteY0" fmla="*/ 15143 h 52734"/>
                    <a:gd name="connsiteX1" fmla="*/ 7219 w 41895"/>
                    <a:gd name="connsiteY1" fmla="*/ 16466 h 52734"/>
                    <a:gd name="connsiteX2" fmla="*/ 11186 w 41895"/>
                    <a:gd name="connsiteY2" fmla="*/ 8683 h 52734"/>
                    <a:gd name="connsiteX3" fmla="*/ 20292 w 41895"/>
                    <a:gd name="connsiteY3" fmla="*/ 5977 h 52734"/>
                    <a:gd name="connsiteX4" fmla="*/ 29018 w 41895"/>
                    <a:gd name="connsiteY4" fmla="*/ 8363 h 52734"/>
                    <a:gd name="connsiteX5" fmla="*/ 31876 w 41895"/>
                    <a:gd name="connsiteY5" fmla="*/ 14003 h 52734"/>
                    <a:gd name="connsiteX6" fmla="*/ 29352 w 41895"/>
                    <a:gd name="connsiteY6" fmla="*/ 18564 h 52734"/>
                    <a:gd name="connsiteX7" fmla="*/ 20611 w 41895"/>
                    <a:gd name="connsiteY7" fmla="*/ 21452 h 52734"/>
                    <a:gd name="connsiteX8" fmla="*/ 7584 w 41895"/>
                    <a:gd name="connsiteY8" fmla="*/ 25572 h 52734"/>
                    <a:gd name="connsiteX9" fmla="*/ 2065 w 41895"/>
                    <a:gd name="connsiteY9" fmla="*/ 30360 h 52734"/>
                    <a:gd name="connsiteX10" fmla="*/ 196 w 41895"/>
                    <a:gd name="connsiteY10" fmla="*/ 37140 h 52734"/>
                    <a:gd name="connsiteX11" fmla="*/ 1731 w 41895"/>
                    <a:gd name="connsiteY11" fmla="*/ 43373 h 52734"/>
                    <a:gd name="connsiteX12" fmla="*/ 5942 w 41895"/>
                    <a:gd name="connsiteY12" fmla="*/ 48161 h 52734"/>
                    <a:gd name="connsiteX13" fmla="*/ 11369 w 41895"/>
                    <a:gd name="connsiteY13" fmla="*/ 50639 h 52734"/>
                    <a:gd name="connsiteX14" fmla="*/ 18772 w 41895"/>
                    <a:gd name="connsiteY14" fmla="*/ 51673 h 52734"/>
                    <a:gd name="connsiteX15" fmla="*/ 29185 w 41895"/>
                    <a:gd name="connsiteY15" fmla="*/ 49955 h 52734"/>
                    <a:gd name="connsiteX16" fmla="*/ 35813 w 41895"/>
                    <a:gd name="connsiteY16" fmla="*/ 45319 h 52734"/>
                    <a:gd name="connsiteX17" fmla="*/ 38762 w 41895"/>
                    <a:gd name="connsiteY17" fmla="*/ 37520 h 52734"/>
                    <a:gd name="connsiteX18" fmla="*/ 30401 w 41895"/>
                    <a:gd name="connsiteY18" fmla="*/ 36380 h 52734"/>
                    <a:gd name="connsiteX19" fmla="*/ 27103 w 41895"/>
                    <a:gd name="connsiteY19" fmla="*/ 42446 h 52734"/>
                    <a:gd name="connsiteX20" fmla="*/ 19380 w 41895"/>
                    <a:gd name="connsiteY20" fmla="*/ 44635 h 52734"/>
                    <a:gd name="connsiteX21" fmla="*/ 10974 w 41895"/>
                    <a:gd name="connsiteY21" fmla="*/ 42689 h 52734"/>
                    <a:gd name="connsiteX22" fmla="*/ 8450 w 41895"/>
                    <a:gd name="connsiteY22" fmla="*/ 38128 h 52734"/>
                    <a:gd name="connsiteX23" fmla="*/ 9499 w 41895"/>
                    <a:gd name="connsiteY23" fmla="*/ 35134 h 52734"/>
                    <a:gd name="connsiteX24" fmla="*/ 12783 w 41895"/>
                    <a:gd name="connsiteY24" fmla="*/ 32853 h 52734"/>
                    <a:gd name="connsiteX25" fmla="*/ 20338 w 41895"/>
                    <a:gd name="connsiteY25" fmla="*/ 30679 h 52734"/>
                    <a:gd name="connsiteX26" fmla="*/ 32986 w 41895"/>
                    <a:gd name="connsiteY26" fmla="*/ 26697 h 52734"/>
                    <a:gd name="connsiteX27" fmla="*/ 38610 w 41895"/>
                    <a:gd name="connsiteY27" fmla="*/ 22212 h 52734"/>
                    <a:gd name="connsiteX28" fmla="*/ 40663 w 41895"/>
                    <a:gd name="connsiteY28" fmla="*/ 14900 h 52734"/>
                    <a:gd name="connsiteX29" fmla="*/ 38169 w 41895"/>
                    <a:gd name="connsiteY29" fmla="*/ 6843 h 52734"/>
                    <a:gd name="connsiteX30" fmla="*/ 30964 w 41895"/>
                    <a:gd name="connsiteY30" fmla="*/ 1006 h 52734"/>
                    <a:gd name="connsiteX31" fmla="*/ 20338 w 41895"/>
                    <a:gd name="connsiteY31" fmla="*/ -1062 h 52734"/>
                    <a:gd name="connsiteX32" fmla="*/ 5349 w 41895"/>
                    <a:gd name="connsiteY32" fmla="*/ 3027 h 52734"/>
                    <a:gd name="connsiteX33" fmla="*/ -1233 w 41895"/>
                    <a:gd name="connsiteY33" fmla="*/ 15143 h 527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41895" h="52734">
                      <a:moveTo>
                        <a:pt x="-1233" y="15143"/>
                      </a:moveTo>
                      <a:lnTo>
                        <a:pt x="7219" y="16466"/>
                      </a:lnTo>
                      <a:cubicBezTo>
                        <a:pt x="7695" y="13081"/>
                        <a:pt x="9018" y="10486"/>
                        <a:pt x="11186" y="8683"/>
                      </a:cubicBezTo>
                      <a:cubicBezTo>
                        <a:pt x="13355" y="6879"/>
                        <a:pt x="16390" y="5977"/>
                        <a:pt x="20292" y="5977"/>
                      </a:cubicBezTo>
                      <a:cubicBezTo>
                        <a:pt x="24214" y="5977"/>
                        <a:pt x="27123" y="6772"/>
                        <a:pt x="29018" y="8363"/>
                      </a:cubicBezTo>
                      <a:cubicBezTo>
                        <a:pt x="30923" y="9965"/>
                        <a:pt x="31876" y="11844"/>
                        <a:pt x="31876" y="14003"/>
                      </a:cubicBezTo>
                      <a:cubicBezTo>
                        <a:pt x="31876" y="15929"/>
                        <a:pt x="31035" y="17449"/>
                        <a:pt x="29352" y="18564"/>
                      </a:cubicBezTo>
                      <a:cubicBezTo>
                        <a:pt x="28187" y="19324"/>
                        <a:pt x="25273" y="20286"/>
                        <a:pt x="20611" y="21452"/>
                      </a:cubicBezTo>
                      <a:cubicBezTo>
                        <a:pt x="14348" y="23043"/>
                        <a:pt x="10006" y="24416"/>
                        <a:pt x="7584" y="25572"/>
                      </a:cubicBezTo>
                      <a:cubicBezTo>
                        <a:pt x="5161" y="26727"/>
                        <a:pt x="3322" y="28323"/>
                        <a:pt x="2065" y="30360"/>
                      </a:cubicBezTo>
                      <a:cubicBezTo>
                        <a:pt x="819" y="32407"/>
                        <a:pt x="196" y="34667"/>
                        <a:pt x="196" y="37140"/>
                      </a:cubicBezTo>
                      <a:cubicBezTo>
                        <a:pt x="196" y="39380"/>
                        <a:pt x="707" y="41457"/>
                        <a:pt x="1731" y="43373"/>
                      </a:cubicBezTo>
                      <a:cubicBezTo>
                        <a:pt x="2765" y="45298"/>
                        <a:pt x="4168" y="46895"/>
                        <a:pt x="5942" y="48161"/>
                      </a:cubicBezTo>
                      <a:cubicBezTo>
                        <a:pt x="7269" y="49134"/>
                        <a:pt x="9078" y="49960"/>
                        <a:pt x="11369" y="50639"/>
                      </a:cubicBezTo>
                      <a:cubicBezTo>
                        <a:pt x="13669" y="51328"/>
                        <a:pt x="16137" y="51673"/>
                        <a:pt x="18772" y="51673"/>
                      </a:cubicBezTo>
                      <a:cubicBezTo>
                        <a:pt x="22725" y="51673"/>
                        <a:pt x="26196" y="51100"/>
                        <a:pt x="29185" y="49955"/>
                      </a:cubicBezTo>
                      <a:cubicBezTo>
                        <a:pt x="32185" y="48820"/>
                        <a:pt x="34394" y="47275"/>
                        <a:pt x="35813" y="45319"/>
                      </a:cubicBezTo>
                      <a:cubicBezTo>
                        <a:pt x="37242" y="43373"/>
                        <a:pt x="38225" y="40773"/>
                        <a:pt x="38762" y="37520"/>
                      </a:cubicBezTo>
                      <a:lnTo>
                        <a:pt x="30401" y="36380"/>
                      </a:lnTo>
                      <a:cubicBezTo>
                        <a:pt x="30026" y="38975"/>
                        <a:pt x="28927" y="40996"/>
                        <a:pt x="27103" y="42446"/>
                      </a:cubicBezTo>
                      <a:cubicBezTo>
                        <a:pt x="25278" y="43905"/>
                        <a:pt x="22704" y="44635"/>
                        <a:pt x="19380" y="44635"/>
                      </a:cubicBezTo>
                      <a:cubicBezTo>
                        <a:pt x="15458" y="44635"/>
                        <a:pt x="12656" y="43986"/>
                        <a:pt x="10974" y="42689"/>
                      </a:cubicBezTo>
                      <a:cubicBezTo>
                        <a:pt x="9291" y="41392"/>
                        <a:pt x="8450" y="39871"/>
                        <a:pt x="8450" y="38128"/>
                      </a:cubicBezTo>
                      <a:cubicBezTo>
                        <a:pt x="8450" y="37024"/>
                        <a:pt x="8800" y="36025"/>
                        <a:pt x="9499" y="35134"/>
                      </a:cubicBezTo>
                      <a:cubicBezTo>
                        <a:pt x="10198" y="34221"/>
                        <a:pt x="11293" y="33461"/>
                        <a:pt x="12783" y="32853"/>
                      </a:cubicBezTo>
                      <a:cubicBezTo>
                        <a:pt x="13634" y="32539"/>
                        <a:pt x="16152" y="31815"/>
                        <a:pt x="20338" y="30679"/>
                      </a:cubicBezTo>
                      <a:cubicBezTo>
                        <a:pt x="26388" y="29058"/>
                        <a:pt x="30604" y="27730"/>
                        <a:pt x="32986" y="26697"/>
                      </a:cubicBezTo>
                      <a:cubicBezTo>
                        <a:pt x="35377" y="25673"/>
                        <a:pt x="37252" y="24178"/>
                        <a:pt x="38610" y="22212"/>
                      </a:cubicBezTo>
                      <a:cubicBezTo>
                        <a:pt x="39979" y="20256"/>
                        <a:pt x="40663" y="17819"/>
                        <a:pt x="40663" y="14900"/>
                      </a:cubicBezTo>
                      <a:cubicBezTo>
                        <a:pt x="40663" y="12052"/>
                        <a:pt x="39832" y="9367"/>
                        <a:pt x="38169" y="6843"/>
                      </a:cubicBezTo>
                      <a:cubicBezTo>
                        <a:pt x="36507" y="4330"/>
                        <a:pt x="34106" y="2384"/>
                        <a:pt x="30964" y="1006"/>
                      </a:cubicBezTo>
                      <a:cubicBezTo>
                        <a:pt x="27832" y="-373"/>
                        <a:pt x="24290" y="-1062"/>
                        <a:pt x="20338" y="-1062"/>
                      </a:cubicBezTo>
                      <a:cubicBezTo>
                        <a:pt x="13781" y="-1062"/>
                        <a:pt x="8785" y="301"/>
                        <a:pt x="5349" y="3027"/>
                      </a:cubicBezTo>
                      <a:cubicBezTo>
                        <a:pt x="1913" y="5754"/>
                        <a:pt x="-281" y="9792"/>
                        <a:pt x="-1233" y="15143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1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" name="Freeform: Shape 84">
                  <a:extLst>
                    <a:ext uri="{FF2B5EF4-FFF2-40B4-BE49-F238E27FC236}">
                      <a16:creationId xmlns:a16="http://schemas.microsoft.com/office/drawing/2014/main" id="{A1792DB0-B85E-B008-2EF1-6C9CEE6ADA33}"/>
                    </a:ext>
                  </a:extLst>
                </p:cNvPr>
                <p:cNvSpPr/>
                <p:nvPr/>
              </p:nvSpPr>
              <p:spPr>
                <a:xfrm flipV="1">
                  <a:off x="4722516" y="6438534"/>
                  <a:ext cx="8844" cy="88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44" h="8844"/>
                  </a:pathLst>
                </a:custGeom>
                <a:solidFill>
                  <a:srgbClr val="262626"/>
                </a:solidFill>
                <a:ln w="1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" name="Freeform: Shape 85">
                  <a:extLst>
                    <a:ext uri="{FF2B5EF4-FFF2-40B4-BE49-F238E27FC236}">
                      <a16:creationId xmlns:a16="http://schemas.microsoft.com/office/drawing/2014/main" id="{BA6DEAF8-9A3F-5719-B85B-FCE31044E478}"/>
                    </a:ext>
                  </a:extLst>
                </p:cNvPr>
                <p:cNvSpPr/>
                <p:nvPr/>
              </p:nvSpPr>
              <p:spPr>
                <a:xfrm flipV="1">
                  <a:off x="4760142" y="6368606"/>
                  <a:ext cx="25645" cy="69927"/>
                </a:xfrm>
                <a:custGeom>
                  <a:avLst/>
                  <a:gdLst>
                    <a:gd name="connsiteX0" fmla="*/ 24455 w 25645"/>
                    <a:gd name="connsiteY0" fmla="*/ -1703 h 69927"/>
                    <a:gd name="connsiteX1" fmla="*/ 15912 w 25645"/>
                    <a:gd name="connsiteY1" fmla="*/ -1703 h 69927"/>
                    <a:gd name="connsiteX2" fmla="*/ 15912 w 25645"/>
                    <a:gd name="connsiteY2" fmla="*/ 52780 h 69927"/>
                    <a:gd name="connsiteX3" fmla="*/ 7809 w 25645"/>
                    <a:gd name="connsiteY3" fmla="*/ 46897 h 69927"/>
                    <a:gd name="connsiteX4" fmla="*/ -1190 w 25645"/>
                    <a:gd name="connsiteY4" fmla="*/ 42473 h 69927"/>
                    <a:gd name="connsiteX5" fmla="*/ -1190 w 25645"/>
                    <a:gd name="connsiteY5" fmla="*/ 50743 h 69927"/>
                    <a:gd name="connsiteX6" fmla="*/ 11351 w 25645"/>
                    <a:gd name="connsiteY6" fmla="*/ 58906 h 69927"/>
                    <a:gd name="connsiteX7" fmla="*/ 18952 w 25645"/>
                    <a:gd name="connsiteY7" fmla="*/ 68225 h 69927"/>
                    <a:gd name="connsiteX8" fmla="*/ 24455 w 25645"/>
                    <a:gd name="connsiteY8" fmla="*/ 68225 h 69927"/>
                    <a:gd name="connsiteX9" fmla="*/ 24455 w 25645"/>
                    <a:gd name="connsiteY9" fmla="*/ -1703 h 69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5645" h="69927">
                      <a:moveTo>
                        <a:pt x="24455" y="-1703"/>
                      </a:moveTo>
                      <a:lnTo>
                        <a:pt x="15912" y="-1703"/>
                      </a:lnTo>
                      <a:lnTo>
                        <a:pt x="15912" y="52780"/>
                      </a:lnTo>
                      <a:cubicBezTo>
                        <a:pt x="13854" y="50824"/>
                        <a:pt x="11153" y="48863"/>
                        <a:pt x="7809" y="46897"/>
                      </a:cubicBezTo>
                      <a:cubicBezTo>
                        <a:pt x="4465" y="44931"/>
                        <a:pt x="1465" y="43456"/>
                        <a:pt x="-1190" y="42473"/>
                      </a:cubicBezTo>
                      <a:lnTo>
                        <a:pt x="-1190" y="50743"/>
                      </a:lnTo>
                      <a:cubicBezTo>
                        <a:pt x="3593" y="52992"/>
                        <a:pt x="7774" y="55714"/>
                        <a:pt x="11351" y="58906"/>
                      </a:cubicBezTo>
                      <a:cubicBezTo>
                        <a:pt x="14928" y="62108"/>
                        <a:pt x="17462" y="65215"/>
                        <a:pt x="18952" y="68225"/>
                      </a:cubicBezTo>
                      <a:lnTo>
                        <a:pt x="24455" y="68225"/>
                      </a:lnTo>
                      <a:lnTo>
                        <a:pt x="24455" y="-1703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1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72" name="Graphic 988">
                <a:extLst>
                  <a:ext uri="{FF2B5EF4-FFF2-40B4-BE49-F238E27FC236}">
                    <a16:creationId xmlns:a16="http://schemas.microsoft.com/office/drawing/2014/main" id="{3694371A-EDFD-8670-BCF7-F1AC54983398}"/>
                  </a:ext>
                </a:extLst>
              </p:cNvPr>
              <p:cNvGrpSpPr/>
              <p:nvPr/>
            </p:nvGrpSpPr>
            <p:grpSpPr>
              <a:xfrm>
                <a:off x="4956880" y="6367709"/>
                <a:ext cx="314435" cy="79669"/>
                <a:chOff x="4956880" y="6367709"/>
                <a:chExt cx="314435" cy="79669"/>
              </a:xfrm>
              <a:solidFill>
                <a:srgbClr val="262626"/>
              </a:solidFill>
            </p:grpSpPr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B348C059-4A51-9CEE-8121-8D46C5D9FE31}"/>
                    </a:ext>
                  </a:extLst>
                </p:cNvPr>
                <p:cNvSpPr/>
                <p:nvPr/>
              </p:nvSpPr>
              <p:spPr>
                <a:xfrm flipV="1">
                  <a:off x="4956880" y="6367709"/>
                  <a:ext cx="61567" cy="72010"/>
                </a:xfrm>
                <a:custGeom>
                  <a:avLst/>
                  <a:gdLst>
                    <a:gd name="connsiteX0" fmla="*/ 50385 w 61567"/>
                    <a:gd name="connsiteY0" fmla="*/ 23906 h 72010"/>
                    <a:gd name="connsiteX1" fmla="*/ 59597 w 61567"/>
                    <a:gd name="connsiteY1" fmla="*/ 21580 h 72010"/>
                    <a:gd name="connsiteX2" fmla="*/ 49169 w 61567"/>
                    <a:gd name="connsiteY2" fmla="*/ 4265 h 72010"/>
                    <a:gd name="connsiteX3" fmla="*/ 30760 w 61567"/>
                    <a:gd name="connsiteY3" fmla="*/ -1694 h 72010"/>
                    <a:gd name="connsiteX4" fmla="*/ 12442 w 61567"/>
                    <a:gd name="connsiteY4" fmla="*/ 2882 h 72010"/>
                    <a:gd name="connsiteX5" fmla="*/ 1709 w 61567"/>
                    <a:gd name="connsiteY5" fmla="*/ 16168 h 72010"/>
                    <a:gd name="connsiteX6" fmla="*/ -1970 w 61567"/>
                    <a:gd name="connsiteY6" fmla="*/ 34836 h 72010"/>
                    <a:gd name="connsiteX7" fmla="*/ 2180 w 61567"/>
                    <a:gd name="connsiteY7" fmla="*/ 53808 h 72010"/>
                    <a:gd name="connsiteX8" fmla="*/ 14007 w 61567"/>
                    <a:gd name="connsiteY8" fmla="*/ 66106 h 72010"/>
                    <a:gd name="connsiteX9" fmla="*/ 30897 w 61567"/>
                    <a:gd name="connsiteY9" fmla="*/ 70317 h 72010"/>
                    <a:gd name="connsiteX10" fmla="*/ 48470 w 61567"/>
                    <a:gd name="connsiteY10" fmla="*/ 64996 h 72010"/>
                    <a:gd name="connsiteX11" fmla="*/ 58412 w 61567"/>
                    <a:gd name="connsiteY11" fmla="*/ 50038 h 72010"/>
                    <a:gd name="connsiteX12" fmla="*/ 49336 w 61567"/>
                    <a:gd name="connsiteY12" fmla="*/ 47894 h 72010"/>
                    <a:gd name="connsiteX13" fmla="*/ 42298 w 61567"/>
                    <a:gd name="connsiteY13" fmla="*/ 58961 h 72010"/>
                    <a:gd name="connsiteX14" fmla="*/ 30714 w 61567"/>
                    <a:gd name="connsiteY14" fmla="*/ 62442 h 72010"/>
                    <a:gd name="connsiteX15" fmla="*/ 17291 w 61567"/>
                    <a:gd name="connsiteY15" fmla="*/ 58581 h 72010"/>
                    <a:gd name="connsiteX16" fmla="*/ 9705 w 61567"/>
                    <a:gd name="connsiteY16" fmla="*/ 48244 h 72010"/>
                    <a:gd name="connsiteX17" fmla="*/ 7531 w 61567"/>
                    <a:gd name="connsiteY17" fmla="*/ 34881 h 72010"/>
                    <a:gd name="connsiteX18" fmla="*/ 10116 w 61567"/>
                    <a:gd name="connsiteY18" fmla="*/ 19376 h 72010"/>
                    <a:gd name="connsiteX19" fmla="*/ 18157 w 61567"/>
                    <a:gd name="connsiteY19" fmla="*/ 9464 h 72010"/>
                    <a:gd name="connsiteX20" fmla="*/ 30000 w 61567"/>
                    <a:gd name="connsiteY20" fmla="*/ 6196 h 72010"/>
                    <a:gd name="connsiteX21" fmla="*/ 43104 w 61567"/>
                    <a:gd name="connsiteY21" fmla="*/ 10650 h 72010"/>
                    <a:gd name="connsiteX22" fmla="*/ 50385 w 61567"/>
                    <a:gd name="connsiteY22" fmla="*/ 23906 h 72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61567" h="72010">
                      <a:moveTo>
                        <a:pt x="50385" y="23906"/>
                      </a:moveTo>
                      <a:lnTo>
                        <a:pt x="59597" y="21580"/>
                      </a:lnTo>
                      <a:cubicBezTo>
                        <a:pt x="57662" y="14010"/>
                        <a:pt x="54186" y="8238"/>
                        <a:pt x="49169" y="4265"/>
                      </a:cubicBezTo>
                      <a:cubicBezTo>
                        <a:pt x="44152" y="292"/>
                        <a:pt x="38016" y="-1694"/>
                        <a:pt x="30760" y="-1694"/>
                      </a:cubicBezTo>
                      <a:cubicBezTo>
                        <a:pt x="23250" y="-1694"/>
                        <a:pt x="17144" y="-169"/>
                        <a:pt x="12442" y="2882"/>
                      </a:cubicBezTo>
                      <a:cubicBezTo>
                        <a:pt x="7739" y="5942"/>
                        <a:pt x="4162" y="10371"/>
                        <a:pt x="1709" y="16168"/>
                      </a:cubicBezTo>
                      <a:cubicBezTo>
                        <a:pt x="-743" y="21965"/>
                        <a:pt x="-1970" y="28188"/>
                        <a:pt x="-1970" y="34836"/>
                      </a:cubicBezTo>
                      <a:cubicBezTo>
                        <a:pt x="-1970" y="42092"/>
                        <a:pt x="-586" y="48416"/>
                        <a:pt x="2180" y="53808"/>
                      </a:cubicBezTo>
                      <a:cubicBezTo>
                        <a:pt x="4957" y="59209"/>
                        <a:pt x="8900" y="63309"/>
                        <a:pt x="14007" y="66106"/>
                      </a:cubicBezTo>
                      <a:cubicBezTo>
                        <a:pt x="19125" y="68913"/>
                        <a:pt x="24755" y="70317"/>
                        <a:pt x="30897" y="70317"/>
                      </a:cubicBezTo>
                      <a:cubicBezTo>
                        <a:pt x="37869" y="70317"/>
                        <a:pt x="43727" y="68543"/>
                        <a:pt x="48470" y="64996"/>
                      </a:cubicBezTo>
                      <a:cubicBezTo>
                        <a:pt x="53223" y="61449"/>
                        <a:pt x="56537" y="56463"/>
                        <a:pt x="58412" y="50038"/>
                      </a:cubicBezTo>
                      <a:lnTo>
                        <a:pt x="49336" y="47894"/>
                      </a:lnTo>
                      <a:cubicBezTo>
                        <a:pt x="47715" y="52961"/>
                        <a:pt x="45369" y="56650"/>
                        <a:pt x="42298" y="58961"/>
                      </a:cubicBezTo>
                      <a:cubicBezTo>
                        <a:pt x="39227" y="61282"/>
                        <a:pt x="35366" y="62442"/>
                        <a:pt x="30714" y="62442"/>
                      </a:cubicBezTo>
                      <a:cubicBezTo>
                        <a:pt x="25363" y="62442"/>
                        <a:pt x="20889" y="61155"/>
                        <a:pt x="17291" y="58581"/>
                      </a:cubicBezTo>
                      <a:cubicBezTo>
                        <a:pt x="13693" y="56017"/>
                        <a:pt x="11165" y="52571"/>
                        <a:pt x="9705" y="48244"/>
                      </a:cubicBezTo>
                      <a:cubicBezTo>
                        <a:pt x="8256" y="43927"/>
                        <a:pt x="7531" y="39472"/>
                        <a:pt x="7531" y="34881"/>
                      </a:cubicBezTo>
                      <a:cubicBezTo>
                        <a:pt x="7531" y="28963"/>
                        <a:pt x="8393" y="23794"/>
                        <a:pt x="10116" y="19376"/>
                      </a:cubicBezTo>
                      <a:cubicBezTo>
                        <a:pt x="11839" y="14957"/>
                        <a:pt x="14519" y="11653"/>
                        <a:pt x="18157" y="9464"/>
                      </a:cubicBezTo>
                      <a:cubicBezTo>
                        <a:pt x="21806" y="7285"/>
                        <a:pt x="25753" y="6196"/>
                        <a:pt x="30000" y="6196"/>
                      </a:cubicBezTo>
                      <a:cubicBezTo>
                        <a:pt x="35158" y="6196"/>
                        <a:pt x="39526" y="7681"/>
                        <a:pt x="43104" y="10650"/>
                      </a:cubicBezTo>
                      <a:cubicBezTo>
                        <a:pt x="46691" y="13629"/>
                        <a:pt x="49118" y="18048"/>
                        <a:pt x="50385" y="2390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1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35A75036-1F46-C53C-C250-C8EAF09A907C}"/>
                    </a:ext>
                  </a:extLst>
                </p:cNvPr>
                <p:cNvSpPr/>
                <p:nvPr/>
              </p:nvSpPr>
              <p:spPr>
                <a:xfrm flipV="1">
                  <a:off x="5028509" y="6368894"/>
                  <a:ext cx="8558" cy="69639"/>
                </a:xfrm>
                <a:custGeom>
                  <a:avLst/>
                  <a:gdLst>
                    <a:gd name="connsiteX0" fmla="*/ -311 w 8558"/>
                    <a:gd name="connsiteY0" fmla="*/ -1694 h 69639"/>
                    <a:gd name="connsiteX1" fmla="*/ -311 w 8558"/>
                    <a:gd name="connsiteY1" fmla="*/ 67945 h 69639"/>
                    <a:gd name="connsiteX2" fmla="*/ 8248 w 8558"/>
                    <a:gd name="connsiteY2" fmla="*/ 67945 h 69639"/>
                    <a:gd name="connsiteX3" fmla="*/ 8248 w 8558"/>
                    <a:gd name="connsiteY3" fmla="*/ -1694 h 69639"/>
                    <a:gd name="connsiteX4" fmla="*/ -311 w 8558"/>
                    <a:gd name="connsiteY4" fmla="*/ -1694 h 696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58" h="69639">
                      <a:moveTo>
                        <a:pt x="-311" y="-1694"/>
                      </a:moveTo>
                      <a:lnTo>
                        <a:pt x="-311" y="67945"/>
                      </a:lnTo>
                      <a:lnTo>
                        <a:pt x="8248" y="67945"/>
                      </a:lnTo>
                      <a:lnTo>
                        <a:pt x="8248" y="-1694"/>
                      </a:lnTo>
                      <a:lnTo>
                        <a:pt x="-311" y="-1694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1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D1D8F66E-177A-9C75-79F2-FC1468A93817}"/>
                    </a:ext>
                  </a:extLst>
                </p:cNvPr>
                <p:cNvSpPr/>
                <p:nvPr/>
              </p:nvSpPr>
              <p:spPr>
                <a:xfrm flipV="1">
                  <a:off x="5047418" y="6386939"/>
                  <a:ext cx="46471" cy="52734"/>
                </a:xfrm>
                <a:custGeom>
                  <a:avLst/>
                  <a:gdLst>
                    <a:gd name="connsiteX0" fmla="*/ 34455 w 46471"/>
                    <a:gd name="connsiteY0" fmla="*/ 6296 h 52734"/>
                    <a:gd name="connsiteX1" fmla="*/ 25303 w 46471"/>
                    <a:gd name="connsiteY1" fmla="*/ 595 h 52734"/>
                    <a:gd name="connsiteX2" fmla="*/ 15878 w 46471"/>
                    <a:gd name="connsiteY2" fmla="*/ -1062 h 52734"/>
                    <a:gd name="connsiteX3" fmla="*/ 3094 w 46471"/>
                    <a:gd name="connsiteY3" fmla="*/ 2997 h 52734"/>
                    <a:gd name="connsiteX4" fmla="*/ -1376 w 46471"/>
                    <a:gd name="connsiteY4" fmla="*/ 13380 h 52734"/>
                    <a:gd name="connsiteX5" fmla="*/ 312 w 46471"/>
                    <a:gd name="connsiteY5" fmla="*/ 20145 h 52734"/>
                    <a:gd name="connsiteX6" fmla="*/ 4735 w 46471"/>
                    <a:gd name="connsiteY6" fmla="*/ 25070 h 52734"/>
                    <a:gd name="connsiteX7" fmla="*/ 10892 w 46471"/>
                    <a:gd name="connsiteY7" fmla="*/ 27867 h 52734"/>
                    <a:gd name="connsiteX8" fmla="*/ 18493 w 46471"/>
                    <a:gd name="connsiteY8" fmla="*/ 29159 h 52734"/>
                    <a:gd name="connsiteX9" fmla="*/ 33740 w 46471"/>
                    <a:gd name="connsiteY9" fmla="*/ 32093 h 52734"/>
                    <a:gd name="connsiteX10" fmla="*/ 33786 w 46471"/>
                    <a:gd name="connsiteY10" fmla="*/ 34328 h 52734"/>
                    <a:gd name="connsiteX11" fmla="*/ 31354 w 46471"/>
                    <a:gd name="connsiteY11" fmla="*/ 41701 h 52734"/>
                    <a:gd name="connsiteX12" fmla="*/ 21624 w 46471"/>
                    <a:gd name="connsiteY12" fmla="*/ 44589 h 52734"/>
                    <a:gd name="connsiteX13" fmla="*/ 12716 w 46471"/>
                    <a:gd name="connsiteY13" fmla="*/ 42476 h 52734"/>
                    <a:gd name="connsiteX14" fmla="*/ 8460 w 46471"/>
                    <a:gd name="connsiteY14" fmla="*/ 34997 h 52734"/>
                    <a:gd name="connsiteX15" fmla="*/ 99 w 46471"/>
                    <a:gd name="connsiteY15" fmla="*/ 36137 h 52734"/>
                    <a:gd name="connsiteX16" fmla="*/ 3854 w 46471"/>
                    <a:gd name="connsiteY16" fmla="*/ 44802 h 52734"/>
                    <a:gd name="connsiteX17" fmla="*/ 11409 w 46471"/>
                    <a:gd name="connsiteY17" fmla="*/ 49879 h 52734"/>
                    <a:gd name="connsiteX18" fmla="*/ 22856 w 46471"/>
                    <a:gd name="connsiteY18" fmla="*/ 51673 h 52734"/>
                    <a:gd name="connsiteX19" fmla="*/ 33345 w 46471"/>
                    <a:gd name="connsiteY19" fmla="*/ 50153 h 52734"/>
                    <a:gd name="connsiteX20" fmla="*/ 39289 w 46471"/>
                    <a:gd name="connsiteY20" fmla="*/ 46322 h 52734"/>
                    <a:gd name="connsiteX21" fmla="*/ 41949 w 46471"/>
                    <a:gd name="connsiteY21" fmla="*/ 40500 h 52734"/>
                    <a:gd name="connsiteX22" fmla="*/ 42375 w 46471"/>
                    <a:gd name="connsiteY22" fmla="*/ 32625 h 52734"/>
                    <a:gd name="connsiteX23" fmla="*/ 42375 w 46471"/>
                    <a:gd name="connsiteY23" fmla="*/ 21224 h 52734"/>
                    <a:gd name="connsiteX24" fmla="*/ 42922 w 46471"/>
                    <a:gd name="connsiteY24" fmla="*/ 6129 h 52734"/>
                    <a:gd name="connsiteX25" fmla="*/ 45096 w 46471"/>
                    <a:gd name="connsiteY25" fmla="*/ 78 h 52734"/>
                    <a:gd name="connsiteX26" fmla="*/ 36157 w 46471"/>
                    <a:gd name="connsiteY26" fmla="*/ 78 h 52734"/>
                    <a:gd name="connsiteX27" fmla="*/ 34455 w 46471"/>
                    <a:gd name="connsiteY27" fmla="*/ 6296 h 52734"/>
                    <a:gd name="connsiteX28" fmla="*/ 33740 w 46471"/>
                    <a:gd name="connsiteY28" fmla="*/ 25404 h 52734"/>
                    <a:gd name="connsiteX29" fmla="*/ 19770 w 46471"/>
                    <a:gd name="connsiteY29" fmla="*/ 22166 h 52734"/>
                    <a:gd name="connsiteX30" fmla="*/ 12306 w 46471"/>
                    <a:gd name="connsiteY30" fmla="*/ 20449 h 52734"/>
                    <a:gd name="connsiteX31" fmla="*/ 8931 w 46471"/>
                    <a:gd name="connsiteY31" fmla="*/ 17682 h 52734"/>
                    <a:gd name="connsiteX32" fmla="*/ 7745 w 46471"/>
                    <a:gd name="connsiteY32" fmla="*/ 13623 h 52734"/>
                    <a:gd name="connsiteX33" fmla="*/ 10330 w 46471"/>
                    <a:gd name="connsiteY33" fmla="*/ 7922 h 52734"/>
                    <a:gd name="connsiteX34" fmla="*/ 17915 w 46471"/>
                    <a:gd name="connsiteY34" fmla="*/ 5642 h 52734"/>
                    <a:gd name="connsiteX35" fmla="*/ 26702 w 46471"/>
                    <a:gd name="connsiteY35" fmla="*/ 7801 h 52734"/>
                    <a:gd name="connsiteX36" fmla="*/ 32357 w 46471"/>
                    <a:gd name="connsiteY36" fmla="*/ 13714 h 52734"/>
                    <a:gd name="connsiteX37" fmla="*/ 33740 w 46471"/>
                    <a:gd name="connsiteY37" fmla="*/ 22258 h 52734"/>
                    <a:gd name="connsiteX38" fmla="*/ 33740 w 46471"/>
                    <a:gd name="connsiteY38" fmla="*/ 25404 h 527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</a:cxnLst>
                  <a:rect l="l" t="t" r="r" b="b"/>
                  <a:pathLst>
                    <a:path w="46471" h="52734">
                      <a:moveTo>
                        <a:pt x="34455" y="6296"/>
                      </a:moveTo>
                      <a:cubicBezTo>
                        <a:pt x="31283" y="3610"/>
                        <a:pt x="28232" y="1710"/>
                        <a:pt x="25303" y="595"/>
                      </a:cubicBezTo>
                      <a:cubicBezTo>
                        <a:pt x="22374" y="-509"/>
                        <a:pt x="19233" y="-1062"/>
                        <a:pt x="15878" y="-1062"/>
                      </a:cubicBezTo>
                      <a:cubicBezTo>
                        <a:pt x="10335" y="-1062"/>
                        <a:pt x="6073" y="291"/>
                        <a:pt x="3094" y="2997"/>
                      </a:cubicBezTo>
                      <a:cubicBezTo>
                        <a:pt x="114" y="5703"/>
                        <a:pt x="-1376" y="9164"/>
                        <a:pt x="-1376" y="13380"/>
                      </a:cubicBezTo>
                      <a:cubicBezTo>
                        <a:pt x="-1376" y="15853"/>
                        <a:pt x="-813" y="18108"/>
                        <a:pt x="312" y="20145"/>
                      </a:cubicBezTo>
                      <a:cubicBezTo>
                        <a:pt x="1437" y="22192"/>
                        <a:pt x="2911" y="23834"/>
                        <a:pt x="4735" y="25070"/>
                      </a:cubicBezTo>
                      <a:cubicBezTo>
                        <a:pt x="6560" y="26306"/>
                        <a:pt x="8612" y="27239"/>
                        <a:pt x="10892" y="27867"/>
                      </a:cubicBezTo>
                      <a:cubicBezTo>
                        <a:pt x="12564" y="28313"/>
                        <a:pt x="15098" y="28744"/>
                        <a:pt x="18493" y="29159"/>
                      </a:cubicBezTo>
                      <a:cubicBezTo>
                        <a:pt x="25395" y="29980"/>
                        <a:pt x="30477" y="30958"/>
                        <a:pt x="33740" y="32093"/>
                      </a:cubicBezTo>
                      <a:cubicBezTo>
                        <a:pt x="33771" y="33269"/>
                        <a:pt x="33786" y="34014"/>
                        <a:pt x="33786" y="34328"/>
                      </a:cubicBezTo>
                      <a:cubicBezTo>
                        <a:pt x="33786" y="37814"/>
                        <a:pt x="32975" y="40272"/>
                        <a:pt x="31354" y="41701"/>
                      </a:cubicBezTo>
                      <a:cubicBezTo>
                        <a:pt x="29175" y="43626"/>
                        <a:pt x="25932" y="44589"/>
                        <a:pt x="21624" y="44589"/>
                      </a:cubicBezTo>
                      <a:cubicBezTo>
                        <a:pt x="17601" y="44589"/>
                        <a:pt x="14632" y="43885"/>
                        <a:pt x="12716" y="42476"/>
                      </a:cubicBezTo>
                      <a:cubicBezTo>
                        <a:pt x="10801" y="41067"/>
                        <a:pt x="9382" y="38574"/>
                        <a:pt x="8460" y="34997"/>
                      </a:cubicBezTo>
                      <a:lnTo>
                        <a:pt x="99" y="36137"/>
                      </a:lnTo>
                      <a:cubicBezTo>
                        <a:pt x="859" y="39714"/>
                        <a:pt x="2111" y="42603"/>
                        <a:pt x="3854" y="44802"/>
                      </a:cubicBezTo>
                      <a:cubicBezTo>
                        <a:pt x="5597" y="47001"/>
                        <a:pt x="8115" y="48693"/>
                        <a:pt x="11409" y="49879"/>
                      </a:cubicBezTo>
                      <a:cubicBezTo>
                        <a:pt x="14703" y="51075"/>
                        <a:pt x="18518" y="51673"/>
                        <a:pt x="22856" y="51673"/>
                      </a:cubicBezTo>
                      <a:cubicBezTo>
                        <a:pt x="27163" y="51673"/>
                        <a:pt x="30659" y="51166"/>
                        <a:pt x="33345" y="50153"/>
                      </a:cubicBezTo>
                      <a:cubicBezTo>
                        <a:pt x="36041" y="49139"/>
                        <a:pt x="38022" y="47862"/>
                        <a:pt x="39289" y="46322"/>
                      </a:cubicBezTo>
                      <a:cubicBezTo>
                        <a:pt x="40556" y="44792"/>
                        <a:pt x="41443" y="42851"/>
                        <a:pt x="41949" y="40500"/>
                      </a:cubicBezTo>
                      <a:cubicBezTo>
                        <a:pt x="42233" y="39051"/>
                        <a:pt x="42375" y="36426"/>
                        <a:pt x="42375" y="32625"/>
                      </a:cubicBezTo>
                      <a:lnTo>
                        <a:pt x="42375" y="21224"/>
                      </a:lnTo>
                      <a:cubicBezTo>
                        <a:pt x="42375" y="13268"/>
                        <a:pt x="42557" y="8237"/>
                        <a:pt x="42922" y="6129"/>
                      </a:cubicBezTo>
                      <a:cubicBezTo>
                        <a:pt x="43287" y="4031"/>
                        <a:pt x="44012" y="2014"/>
                        <a:pt x="45096" y="78"/>
                      </a:cubicBezTo>
                      <a:lnTo>
                        <a:pt x="36157" y="78"/>
                      </a:lnTo>
                      <a:cubicBezTo>
                        <a:pt x="35276" y="1852"/>
                        <a:pt x="34708" y="3924"/>
                        <a:pt x="34455" y="6296"/>
                      </a:cubicBezTo>
                      <a:close/>
                      <a:moveTo>
                        <a:pt x="33740" y="25404"/>
                      </a:moveTo>
                      <a:cubicBezTo>
                        <a:pt x="30629" y="24138"/>
                        <a:pt x="25972" y="23058"/>
                        <a:pt x="19770" y="22166"/>
                      </a:cubicBezTo>
                      <a:cubicBezTo>
                        <a:pt x="16253" y="21660"/>
                        <a:pt x="13765" y="21087"/>
                        <a:pt x="12306" y="20449"/>
                      </a:cubicBezTo>
                      <a:cubicBezTo>
                        <a:pt x="10857" y="19820"/>
                        <a:pt x="9732" y="18898"/>
                        <a:pt x="8931" y="17682"/>
                      </a:cubicBezTo>
                      <a:cubicBezTo>
                        <a:pt x="8141" y="16466"/>
                        <a:pt x="7745" y="15113"/>
                        <a:pt x="7745" y="13623"/>
                      </a:cubicBezTo>
                      <a:cubicBezTo>
                        <a:pt x="7745" y="11343"/>
                        <a:pt x="8607" y="9443"/>
                        <a:pt x="10330" y="7922"/>
                      </a:cubicBezTo>
                      <a:cubicBezTo>
                        <a:pt x="12063" y="6402"/>
                        <a:pt x="14591" y="5642"/>
                        <a:pt x="17915" y="5642"/>
                      </a:cubicBezTo>
                      <a:cubicBezTo>
                        <a:pt x="21209" y="5642"/>
                        <a:pt x="24138" y="6362"/>
                        <a:pt x="26702" y="7801"/>
                      </a:cubicBezTo>
                      <a:cubicBezTo>
                        <a:pt x="29266" y="9240"/>
                        <a:pt x="31151" y="11211"/>
                        <a:pt x="32357" y="13714"/>
                      </a:cubicBezTo>
                      <a:cubicBezTo>
                        <a:pt x="33279" y="15650"/>
                        <a:pt x="33740" y="18498"/>
                        <a:pt x="33740" y="22258"/>
                      </a:cubicBezTo>
                      <a:lnTo>
                        <a:pt x="33740" y="25404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1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08D2F1AB-A488-FDF5-0080-DC15D2627558}"/>
                    </a:ext>
                  </a:extLst>
                </p:cNvPr>
                <p:cNvSpPr/>
                <p:nvPr/>
              </p:nvSpPr>
              <p:spPr>
                <a:xfrm flipV="1">
                  <a:off x="5101010" y="6386939"/>
                  <a:ext cx="41895" cy="52734"/>
                </a:xfrm>
                <a:custGeom>
                  <a:avLst/>
                  <a:gdLst>
                    <a:gd name="connsiteX0" fmla="*/ -1185 w 41895"/>
                    <a:gd name="connsiteY0" fmla="*/ 15143 h 52734"/>
                    <a:gd name="connsiteX1" fmla="*/ 7267 w 41895"/>
                    <a:gd name="connsiteY1" fmla="*/ 16466 h 52734"/>
                    <a:gd name="connsiteX2" fmla="*/ 11234 w 41895"/>
                    <a:gd name="connsiteY2" fmla="*/ 8683 h 52734"/>
                    <a:gd name="connsiteX3" fmla="*/ 20340 w 41895"/>
                    <a:gd name="connsiteY3" fmla="*/ 5977 h 52734"/>
                    <a:gd name="connsiteX4" fmla="*/ 29066 w 41895"/>
                    <a:gd name="connsiteY4" fmla="*/ 8363 h 52734"/>
                    <a:gd name="connsiteX5" fmla="*/ 31924 w 41895"/>
                    <a:gd name="connsiteY5" fmla="*/ 14003 h 52734"/>
                    <a:gd name="connsiteX6" fmla="*/ 29400 w 41895"/>
                    <a:gd name="connsiteY6" fmla="*/ 18564 h 52734"/>
                    <a:gd name="connsiteX7" fmla="*/ 20659 w 41895"/>
                    <a:gd name="connsiteY7" fmla="*/ 21452 h 52734"/>
                    <a:gd name="connsiteX8" fmla="*/ 7632 w 41895"/>
                    <a:gd name="connsiteY8" fmla="*/ 25572 h 52734"/>
                    <a:gd name="connsiteX9" fmla="*/ 2113 w 41895"/>
                    <a:gd name="connsiteY9" fmla="*/ 30360 h 52734"/>
                    <a:gd name="connsiteX10" fmla="*/ 244 w 41895"/>
                    <a:gd name="connsiteY10" fmla="*/ 37140 h 52734"/>
                    <a:gd name="connsiteX11" fmla="*/ 1779 w 41895"/>
                    <a:gd name="connsiteY11" fmla="*/ 43373 h 52734"/>
                    <a:gd name="connsiteX12" fmla="*/ 5990 w 41895"/>
                    <a:gd name="connsiteY12" fmla="*/ 48161 h 52734"/>
                    <a:gd name="connsiteX13" fmla="*/ 11417 w 41895"/>
                    <a:gd name="connsiteY13" fmla="*/ 50639 h 52734"/>
                    <a:gd name="connsiteX14" fmla="*/ 18820 w 41895"/>
                    <a:gd name="connsiteY14" fmla="*/ 51673 h 52734"/>
                    <a:gd name="connsiteX15" fmla="*/ 29233 w 41895"/>
                    <a:gd name="connsiteY15" fmla="*/ 49955 h 52734"/>
                    <a:gd name="connsiteX16" fmla="*/ 35861 w 41895"/>
                    <a:gd name="connsiteY16" fmla="*/ 45319 h 52734"/>
                    <a:gd name="connsiteX17" fmla="*/ 38810 w 41895"/>
                    <a:gd name="connsiteY17" fmla="*/ 37520 h 52734"/>
                    <a:gd name="connsiteX18" fmla="*/ 30449 w 41895"/>
                    <a:gd name="connsiteY18" fmla="*/ 36380 h 52734"/>
                    <a:gd name="connsiteX19" fmla="*/ 27151 w 41895"/>
                    <a:gd name="connsiteY19" fmla="*/ 42446 h 52734"/>
                    <a:gd name="connsiteX20" fmla="*/ 19428 w 41895"/>
                    <a:gd name="connsiteY20" fmla="*/ 44635 h 52734"/>
                    <a:gd name="connsiteX21" fmla="*/ 11022 w 41895"/>
                    <a:gd name="connsiteY21" fmla="*/ 42689 h 52734"/>
                    <a:gd name="connsiteX22" fmla="*/ 8498 w 41895"/>
                    <a:gd name="connsiteY22" fmla="*/ 38128 h 52734"/>
                    <a:gd name="connsiteX23" fmla="*/ 9547 w 41895"/>
                    <a:gd name="connsiteY23" fmla="*/ 35134 h 52734"/>
                    <a:gd name="connsiteX24" fmla="*/ 12831 w 41895"/>
                    <a:gd name="connsiteY24" fmla="*/ 32853 h 52734"/>
                    <a:gd name="connsiteX25" fmla="*/ 20386 w 41895"/>
                    <a:gd name="connsiteY25" fmla="*/ 30679 h 52734"/>
                    <a:gd name="connsiteX26" fmla="*/ 33034 w 41895"/>
                    <a:gd name="connsiteY26" fmla="*/ 26697 h 52734"/>
                    <a:gd name="connsiteX27" fmla="*/ 38658 w 41895"/>
                    <a:gd name="connsiteY27" fmla="*/ 22212 h 52734"/>
                    <a:gd name="connsiteX28" fmla="*/ 40711 w 41895"/>
                    <a:gd name="connsiteY28" fmla="*/ 14900 h 52734"/>
                    <a:gd name="connsiteX29" fmla="*/ 38217 w 41895"/>
                    <a:gd name="connsiteY29" fmla="*/ 6843 h 52734"/>
                    <a:gd name="connsiteX30" fmla="*/ 31012 w 41895"/>
                    <a:gd name="connsiteY30" fmla="*/ 1006 h 52734"/>
                    <a:gd name="connsiteX31" fmla="*/ 20386 w 41895"/>
                    <a:gd name="connsiteY31" fmla="*/ -1062 h 52734"/>
                    <a:gd name="connsiteX32" fmla="*/ 5397 w 41895"/>
                    <a:gd name="connsiteY32" fmla="*/ 3027 h 52734"/>
                    <a:gd name="connsiteX33" fmla="*/ -1185 w 41895"/>
                    <a:gd name="connsiteY33" fmla="*/ 15143 h 527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41895" h="52734">
                      <a:moveTo>
                        <a:pt x="-1185" y="15143"/>
                      </a:moveTo>
                      <a:lnTo>
                        <a:pt x="7267" y="16466"/>
                      </a:lnTo>
                      <a:cubicBezTo>
                        <a:pt x="7743" y="13081"/>
                        <a:pt x="9066" y="10486"/>
                        <a:pt x="11234" y="8683"/>
                      </a:cubicBezTo>
                      <a:cubicBezTo>
                        <a:pt x="13403" y="6879"/>
                        <a:pt x="16438" y="5977"/>
                        <a:pt x="20340" y="5977"/>
                      </a:cubicBezTo>
                      <a:cubicBezTo>
                        <a:pt x="24262" y="5977"/>
                        <a:pt x="27171" y="6772"/>
                        <a:pt x="29066" y="8363"/>
                      </a:cubicBezTo>
                      <a:cubicBezTo>
                        <a:pt x="30971" y="9965"/>
                        <a:pt x="31924" y="11844"/>
                        <a:pt x="31924" y="14003"/>
                      </a:cubicBezTo>
                      <a:cubicBezTo>
                        <a:pt x="31924" y="15929"/>
                        <a:pt x="31083" y="17449"/>
                        <a:pt x="29400" y="18564"/>
                      </a:cubicBezTo>
                      <a:cubicBezTo>
                        <a:pt x="28235" y="19324"/>
                        <a:pt x="25321" y="20286"/>
                        <a:pt x="20659" y="21452"/>
                      </a:cubicBezTo>
                      <a:cubicBezTo>
                        <a:pt x="14396" y="23043"/>
                        <a:pt x="10054" y="24416"/>
                        <a:pt x="7632" y="25572"/>
                      </a:cubicBezTo>
                      <a:cubicBezTo>
                        <a:pt x="5209" y="26727"/>
                        <a:pt x="3370" y="28323"/>
                        <a:pt x="2113" y="30360"/>
                      </a:cubicBezTo>
                      <a:cubicBezTo>
                        <a:pt x="867" y="32407"/>
                        <a:pt x="244" y="34667"/>
                        <a:pt x="244" y="37140"/>
                      </a:cubicBezTo>
                      <a:cubicBezTo>
                        <a:pt x="244" y="39380"/>
                        <a:pt x="755" y="41457"/>
                        <a:pt x="1779" y="43373"/>
                      </a:cubicBezTo>
                      <a:cubicBezTo>
                        <a:pt x="2813" y="45298"/>
                        <a:pt x="4216" y="46895"/>
                        <a:pt x="5990" y="48161"/>
                      </a:cubicBezTo>
                      <a:cubicBezTo>
                        <a:pt x="7317" y="49134"/>
                        <a:pt x="9126" y="49960"/>
                        <a:pt x="11417" y="50639"/>
                      </a:cubicBezTo>
                      <a:cubicBezTo>
                        <a:pt x="13717" y="51328"/>
                        <a:pt x="16185" y="51673"/>
                        <a:pt x="18820" y="51673"/>
                      </a:cubicBezTo>
                      <a:cubicBezTo>
                        <a:pt x="22772" y="51673"/>
                        <a:pt x="26244" y="51100"/>
                        <a:pt x="29233" y="49955"/>
                      </a:cubicBezTo>
                      <a:cubicBezTo>
                        <a:pt x="32233" y="48820"/>
                        <a:pt x="34442" y="47275"/>
                        <a:pt x="35861" y="45319"/>
                      </a:cubicBezTo>
                      <a:cubicBezTo>
                        <a:pt x="37290" y="43373"/>
                        <a:pt x="38273" y="40773"/>
                        <a:pt x="38810" y="37520"/>
                      </a:cubicBezTo>
                      <a:lnTo>
                        <a:pt x="30449" y="36380"/>
                      </a:lnTo>
                      <a:cubicBezTo>
                        <a:pt x="30074" y="38975"/>
                        <a:pt x="28975" y="40996"/>
                        <a:pt x="27151" y="42446"/>
                      </a:cubicBezTo>
                      <a:cubicBezTo>
                        <a:pt x="25326" y="43905"/>
                        <a:pt x="22752" y="44635"/>
                        <a:pt x="19428" y="44635"/>
                      </a:cubicBezTo>
                      <a:cubicBezTo>
                        <a:pt x="15506" y="44635"/>
                        <a:pt x="12704" y="43986"/>
                        <a:pt x="11022" y="42689"/>
                      </a:cubicBezTo>
                      <a:cubicBezTo>
                        <a:pt x="9339" y="41392"/>
                        <a:pt x="8498" y="39871"/>
                        <a:pt x="8498" y="38128"/>
                      </a:cubicBezTo>
                      <a:cubicBezTo>
                        <a:pt x="8498" y="37024"/>
                        <a:pt x="8848" y="36025"/>
                        <a:pt x="9547" y="35134"/>
                      </a:cubicBezTo>
                      <a:cubicBezTo>
                        <a:pt x="10246" y="34221"/>
                        <a:pt x="11341" y="33461"/>
                        <a:pt x="12831" y="32853"/>
                      </a:cubicBezTo>
                      <a:cubicBezTo>
                        <a:pt x="13682" y="32539"/>
                        <a:pt x="16200" y="31815"/>
                        <a:pt x="20386" y="30679"/>
                      </a:cubicBezTo>
                      <a:cubicBezTo>
                        <a:pt x="26436" y="29058"/>
                        <a:pt x="30652" y="27730"/>
                        <a:pt x="33034" y="26697"/>
                      </a:cubicBezTo>
                      <a:cubicBezTo>
                        <a:pt x="35425" y="25673"/>
                        <a:pt x="37300" y="24178"/>
                        <a:pt x="38658" y="22212"/>
                      </a:cubicBezTo>
                      <a:cubicBezTo>
                        <a:pt x="40026" y="20256"/>
                        <a:pt x="40711" y="17819"/>
                        <a:pt x="40711" y="14900"/>
                      </a:cubicBezTo>
                      <a:cubicBezTo>
                        <a:pt x="40711" y="12052"/>
                        <a:pt x="39879" y="9367"/>
                        <a:pt x="38217" y="6843"/>
                      </a:cubicBezTo>
                      <a:cubicBezTo>
                        <a:pt x="36555" y="4330"/>
                        <a:pt x="34154" y="2384"/>
                        <a:pt x="31012" y="1006"/>
                      </a:cubicBezTo>
                      <a:cubicBezTo>
                        <a:pt x="27880" y="-373"/>
                        <a:pt x="24338" y="-1062"/>
                        <a:pt x="20386" y="-1062"/>
                      </a:cubicBezTo>
                      <a:cubicBezTo>
                        <a:pt x="13829" y="-1062"/>
                        <a:pt x="8833" y="301"/>
                        <a:pt x="5397" y="3027"/>
                      </a:cubicBezTo>
                      <a:cubicBezTo>
                        <a:pt x="1961" y="5754"/>
                        <a:pt x="-233" y="9792"/>
                        <a:pt x="-1185" y="15143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1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345FFC0D-1BD0-806A-6854-225C7E4924FE}"/>
                    </a:ext>
                  </a:extLst>
                </p:cNvPr>
                <p:cNvSpPr/>
                <p:nvPr/>
              </p:nvSpPr>
              <p:spPr>
                <a:xfrm flipV="1">
                  <a:off x="5149655" y="6386939"/>
                  <a:ext cx="41895" cy="52734"/>
                </a:xfrm>
                <a:custGeom>
                  <a:avLst/>
                  <a:gdLst>
                    <a:gd name="connsiteX0" fmla="*/ -1180 w 41895"/>
                    <a:gd name="connsiteY0" fmla="*/ 15143 h 52734"/>
                    <a:gd name="connsiteX1" fmla="*/ 7272 w 41895"/>
                    <a:gd name="connsiteY1" fmla="*/ 16466 h 52734"/>
                    <a:gd name="connsiteX2" fmla="*/ 11240 w 41895"/>
                    <a:gd name="connsiteY2" fmla="*/ 8683 h 52734"/>
                    <a:gd name="connsiteX3" fmla="*/ 20346 w 41895"/>
                    <a:gd name="connsiteY3" fmla="*/ 5977 h 52734"/>
                    <a:gd name="connsiteX4" fmla="*/ 29072 w 41895"/>
                    <a:gd name="connsiteY4" fmla="*/ 8363 h 52734"/>
                    <a:gd name="connsiteX5" fmla="*/ 31929 w 41895"/>
                    <a:gd name="connsiteY5" fmla="*/ 14003 h 52734"/>
                    <a:gd name="connsiteX6" fmla="*/ 29406 w 41895"/>
                    <a:gd name="connsiteY6" fmla="*/ 18564 h 52734"/>
                    <a:gd name="connsiteX7" fmla="*/ 20665 w 41895"/>
                    <a:gd name="connsiteY7" fmla="*/ 21452 h 52734"/>
                    <a:gd name="connsiteX8" fmla="*/ 7637 w 41895"/>
                    <a:gd name="connsiteY8" fmla="*/ 25572 h 52734"/>
                    <a:gd name="connsiteX9" fmla="*/ 2119 w 41895"/>
                    <a:gd name="connsiteY9" fmla="*/ 30360 h 52734"/>
                    <a:gd name="connsiteX10" fmla="*/ 249 w 41895"/>
                    <a:gd name="connsiteY10" fmla="*/ 37140 h 52734"/>
                    <a:gd name="connsiteX11" fmla="*/ 1784 w 41895"/>
                    <a:gd name="connsiteY11" fmla="*/ 43373 h 52734"/>
                    <a:gd name="connsiteX12" fmla="*/ 5995 w 41895"/>
                    <a:gd name="connsiteY12" fmla="*/ 48161 h 52734"/>
                    <a:gd name="connsiteX13" fmla="*/ 11422 w 41895"/>
                    <a:gd name="connsiteY13" fmla="*/ 50639 h 52734"/>
                    <a:gd name="connsiteX14" fmla="*/ 18826 w 41895"/>
                    <a:gd name="connsiteY14" fmla="*/ 51673 h 52734"/>
                    <a:gd name="connsiteX15" fmla="*/ 29239 w 41895"/>
                    <a:gd name="connsiteY15" fmla="*/ 49955 h 52734"/>
                    <a:gd name="connsiteX16" fmla="*/ 35867 w 41895"/>
                    <a:gd name="connsiteY16" fmla="*/ 45319 h 52734"/>
                    <a:gd name="connsiteX17" fmla="*/ 38816 w 41895"/>
                    <a:gd name="connsiteY17" fmla="*/ 37520 h 52734"/>
                    <a:gd name="connsiteX18" fmla="*/ 30455 w 41895"/>
                    <a:gd name="connsiteY18" fmla="*/ 36380 h 52734"/>
                    <a:gd name="connsiteX19" fmla="*/ 27156 w 41895"/>
                    <a:gd name="connsiteY19" fmla="*/ 42446 h 52734"/>
                    <a:gd name="connsiteX20" fmla="*/ 19434 w 41895"/>
                    <a:gd name="connsiteY20" fmla="*/ 44635 h 52734"/>
                    <a:gd name="connsiteX21" fmla="*/ 11027 w 41895"/>
                    <a:gd name="connsiteY21" fmla="*/ 42689 h 52734"/>
                    <a:gd name="connsiteX22" fmla="*/ 8504 w 41895"/>
                    <a:gd name="connsiteY22" fmla="*/ 38128 h 52734"/>
                    <a:gd name="connsiteX23" fmla="*/ 9552 w 41895"/>
                    <a:gd name="connsiteY23" fmla="*/ 35134 h 52734"/>
                    <a:gd name="connsiteX24" fmla="*/ 12836 w 41895"/>
                    <a:gd name="connsiteY24" fmla="*/ 32853 h 52734"/>
                    <a:gd name="connsiteX25" fmla="*/ 20391 w 41895"/>
                    <a:gd name="connsiteY25" fmla="*/ 30679 h 52734"/>
                    <a:gd name="connsiteX26" fmla="*/ 33039 w 41895"/>
                    <a:gd name="connsiteY26" fmla="*/ 26697 h 52734"/>
                    <a:gd name="connsiteX27" fmla="*/ 38664 w 41895"/>
                    <a:gd name="connsiteY27" fmla="*/ 22212 h 52734"/>
                    <a:gd name="connsiteX28" fmla="*/ 40716 w 41895"/>
                    <a:gd name="connsiteY28" fmla="*/ 14900 h 52734"/>
                    <a:gd name="connsiteX29" fmla="*/ 38223 w 41895"/>
                    <a:gd name="connsiteY29" fmla="*/ 6843 h 52734"/>
                    <a:gd name="connsiteX30" fmla="*/ 31017 w 41895"/>
                    <a:gd name="connsiteY30" fmla="*/ 1006 h 52734"/>
                    <a:gd name="connsiteX31" fmla="*/ 20391 w 41895"/>
                    <a:gd name="connsiteY31" fmla="*/ -1062 h 52734"/>
                    <a:gd name="connsiteX32" fmla="*/ 5402 w 41895"/>
                    <a:gd name="connsiteY32" fmla="*/ 3027 h 52734"/>
                    <a:gd name="connsiteX33" fmla="*/ -1180 w 41895"/>
                    <a:gd name="connsiteY33" fmla="*/ 15143 h 527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41895" h="52734">
                      <a:moveTo>
                        <a:pt x="-1180" y="15143"/>
                      </a:moveTo>
                      <a:lnTo>
                        <a:pt x="7272" y="16466"/>
                      </a:lnTo>
                      <a:cubicBezTo>
                        <a:pt x="7749" y="13081"/>
                        <a:pt x="9071" y="10486"/>
                        <a:pt x="11240" y="8683"/>
                      </a:cubicBezTo>
                      <a:cubicBezTo>
                        <a:pt x="13409" y="6879"/>
                        <a:pt x="16444" y="5977"/>
                        <a:pt x="20346" y="5977"/>
                      </a:cubicBezTo>
                      <a:cubicBezTo>
                        <a:pt x="24268" y="5977"/>
                        <a:pt x="27176" y="6772"/>
                        <a:pt x="29072" y="8363"/>
                      </a:cubicBezTo>
                      <a:cubicBezTo>
                        <a:pt x="30977" y="9965"/>
                        <a:pt x="31929" y="11844"/>
                        <a:pt x="31929" y="14003"/>
                      </a:cubicBezTo>
                      <a:cubicBezTo>
                        <a:pt x="31929" y="15929"/>
                        <a:pt x="31088" y="17449"/>
                        <a:pt x="29406" y="18564"/>
                      </a:cubicBezTo>
                      <a:cubicBezTo>
                        <a:pt x="28240" y="19324"/>
                        <a:pt x="25327" y="20286"/>
                        <a:pt x="20665" y="21452"/>
                      </a:cubicBezTo>
                      <a:cubicBezTo>
                        <a:pt x="14402" y="23043"/>
                        <a:pt x="10059" y="24416"/>
                        <a:pt x="7637" y="25572"/>
                      </a:cubicBezTo>
                      <a:cubicBezTo>
                        <a:pt x="5215" y="26727"/>
                        <a:pt x="3376" y="28323"/>
                        <a:pt x="2119" y="30360"/>
                      </a:cubicBezTo>
                      <a:cubicBezTo>
                        <a:pt x="872" y="32407"/>
                        <a:pt x="249" y="34667"/>
                        <a:pt x="249" y="37140"/>
                      </a:cubicBezTo>
                      <a:cubicBezTo>
                        <a:pt x="249" y="39380"/>
                        <a:pt x="761" y="41457"/>
                        <a:pt x="1784" y="43373"/>
                      </a:cubicBezTo>
                      <a:cubicBezTo>
                        <a:pt x="2818" y="45298"/>
                        <a:pt x="4222" y="46895"/>
                        <a:pt x="5995" y="48161"/>
                      </a:cubicBezTo>
                      <a:cubicBezTo>
                        <a:pt x="7323" y="49134"/>
                        <a:pt x="9132" y="49960"/>
                        <a:pt x="11422" y="50639"/>
                      </a:cubicBezTo>
                      <a:cubicBezTo>
                        <a:pt x="13723" y="51328"/>
                        <a:pt x="16191" y="51673"/>
                        <a:pt x="18826" y="51673"/>
                      </a:cubicBezTo>
                      <a:cubicBezTo>
                        <a:pt x="22778" y="51673"/>
                        <a:pt x="26249" y="51100"/>
                        <a:pt x="29239" y="49955"/>
                      </a:cubicBezTo>
                      <a:cubicBezTo>
                        <a:pt x="32238" y="48820"/>
                        <a:pt x="34448" y="47275"/>
                        <a:pt x="35867" y="45319"/>
                      </a:cubicBezTo>
                      <a:cubicBezTo>
                        <a:pt x="37296" y="43373"/>
                        <a:pt x="38279" y="40773"/>
                        <a:pt x="38816" y="37520"/>
                      </a:cubicBezTo>
                      <a:lnTo>
                        <a:pt x="30455" y="36380"/>
                      </a:lnTo>
                      <a:cubicBezTo>
                        <a:pt x="30080" y="38975"/>
                        <a:pt x="28980" y="40996"/>
                        <a:pt x="27156" y="42446"/>
                      </a:cubicBezTo>
                      <a:cubicBezTo>
                        <a:pt x="25332" y="43905"/>
                        <a:pt x="22758" y="44635"/>
                        <a:pt x="19434" y="44635"/>
                      </a:cubicBezTo>
                      <a:cubicBezTo>
                        <a:pt x="15512" y="44635"/>
                        <a:pt x="12709" y="43986"/>
                        <a:pt x="11027" y="42689"/>
                      </a:cubicBezTo>
                      <a:cubicBezTo>
                        <a:pt x="9345" y="41392"/>
                        <a:pt x="8504" y="39871"/>
                        <a:pt x="8504" y="38128"/>
                      </a:cubicBezTo>
                      <a:cubicBezTo>
                        <a:pt x="8504" y="37024"/>
                        <a:pt x="8853" y="36025"/>
                        <a:pt x="9552" y="35134"/>
                      </a:cubicBezTo>
                      <a:cubicBezTo>
                        <a:pt x="10252" y="34221"/>
                        <a:pt x="11346" y="33461"/>
                        <a:pt x="12836" y="32853"/>
                      </a:cubicBezTo>
                      <a:cubicBezTo>
                        <a:pt x="13687" y="32539"/>
                        <a:pt x="16206" y="31815"/>
                        <a:pt x="20391" y="30679"/>
                      </a:cubicBezTo>
                      <a:cubicBezTo>
                        <a:pt x="26442" y="29058"/>
                        <a:pt x="30658" y="27730"/>
                        <a:pt x="33039" y="26697"/>
                      </a:cubicBezTo>
                      <a:cubicBezTo>
                        <a:pt x="35431" y="25673"/>
                        <a:pt x="37306" y="24178"/>
                        <a:pt x="38664" y="22212"/>
                      </a:cubicBezTo>
                      <a:cubicBezTo>
                        <a:pt x="40032" y="20256"/>
                        <a:pt x="40716" y="17819"/>
                        <a:pt x="40716" y="14900"/>
                      </a:cubicBezTo>
                      <a:cubicBezTo>
                        <a:pt x="40716" y="12052"/>
                        <a:pt x="39885" y="9367"/>
                        <a:pt x="38223" y="6843"/>
                      </a:cubicBezTo>
                      <a:cubicBezTo>
                        <a:pt x="36561" y="4330"/>
                        <a:pt x="34159" y="2384"/>
                        <a:pt x="31017" y="1006"/>
                      </a:cubicBezTo>
                      <a:cubicBezTo>
                        <a:pt x="27886" y="-373"/>
                        <a:pt x="24344" y="-1062"/>
                        <a:pt x="20391" y="-1062"/>
                      </a:cubicBezTo>
                      <a:cubicBezTo>
                        <a:pt x="13834" y="-1062"/>
                        <a:pt x="8838" y="301"/>
                        <a:pt x="5402" y="3027"/>
                      </a:cubicBezTo>
                      <a:cubicBezTo>
                        <a:pt x="1967" y="5754"/>
                        <a:pt x="-227" y="9792"/>
                        <a:pt x="-1180" y="15143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1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" name="Freeform: Shape 77">
                  <a:extLst>
                    <a:ext uri="{FF2B5EF4-FFF2-40B4-BE49-F238E27FC236}">
                      <a16:creationId xmlns:a16="http://schemas.microsoft.com/office/drawing/2014/main" id="{64F44A04-D1B2-9CB5-EC03-0DE2C4BFDAE8}"/>
                    </a:ext>
                  </a:extLst>
                </p:cNvPr>
                <p:cNvSpPr/>
                <p:nvPr/>
              </p:nvSpPr>
              <p:spPr>
                <a:xfrm flipV="1">
                  <a:off x="5195306" y="6438534"/>
                  <a:ext cx="8844" cy="88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44" h="8844"/>
                  </a:pathLst>
                </a:custGeom>
                <a:solidFill>
                  <a:srgbClr val="262626"/>
                </a:solidFill>
                <a:ln w="1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9" name="Freeform: Shape 78">
                  <a:extLst>
                    <a:ext uri="{FF2B5EF4-FFF2-40B4-BE49-F238E27FC236}">
                      <a16:creationId xmlns:a16="http://schemas.microsoft.com/office/drawing/2014/main" id="{D145CEC8-8F77-E179-B99D-00AA8AA6C789}"/>
                    </a:ext>
                  </a:extLst>
                </p:cNvPr>
                <p:cNvSpPr/>
                <p:nvPr/>
              </p:nvSpPr>
              <p:spPr>
                <a:xfrm flipV="1">
                  <a:off x="5225278" y="6368606"/>
                  <a:ext cx="46037" cy="69927"/>
                </a:xfrm>
                <a:custGeom>
                  <a:avLst/>
                  <a:gdLst>
                    <a:gd name="connsiteX0" fmla="*/ 44734 w 46037"/>
                    <a:gd name="connsiteY0" fmla="*/ 6521 h 69927"/>
                    <a:gd name="connsiteX1" fmla="*/ 44734 w 46037"/>
                    <a:gd name="connsiteY1" fmla="*/ -1703 h 69927"/>
                    <a:gd name="connsiteX2" fmla="*/ -1297 w 46037"/>
                    <a:gd name="connsiteY2" fmla="*/ -1703 h 69927"/>
                    <a:gd name="connsiteX3" fmla="*/ -309 w 46037"/>
                    <a:gd name="connsiteY3" fmla="*/ 4240 h 69927"/>
                    <a:gd name="connsiteX4" fmla="*/ 5316 w 46037"/>
                    <a:gd name="connsiteY4" fmla="*/ 13498 h 69927"/>
                    <a:gd name="connsiteX5" fmla="*/ 16520 w 46037"/>
                    <a:gd name="connsiteY5" fmla="*/ 24048 h 69927"/>
                    <a:gd name="connsiteX6" fmla="*/ 31858 w 46037"/>
                    <a:gd name="connsiteY6" fmla="*/ 38794 h 69927"/>
                    <a:gd name="connsiteX7" fmla="*/ 35856 w 46037"/>
                    <a:gd name="connsiteY7" fmla="*/ 49086 h 69927"/>
                    <a:gd name="connsiteX8" fmla="*/ 32208 w 46037"/>
                    <a:gd name="connsiteY8" fmla="*/ 57644 h 69927"/>
                    <a:gd name="connsiteX9" fmla="*/ 22737 w 46037"/>
                    <a:gd name="connsiteY9" fmla="*/ 61141 h 69927"/>
                    <a:gd name="connsiteX10" fmla="*/ 12856 w 46037"/>
                    <a:gd name="connsiteY10" fmla="*/ 57431 h 69927"/>
                    <a:gd name="connsiteX11" fmla="*/ 9101 w 46037"/>
                    <a:gd name="connsiteY11" fmla="*/ 47185 h 69927"/>
                    <a:gd name="connsiteX12" fmla="*/ 315 w 46037"/>
                    <a:gd name="connsiteY12" fmla="*/ 48082 h 69927"/>
                    <a:gd name="connsiteX13" fmla="*/ 7095 w 46037"/>
                    <a:gd name="connsiteY13" fmla="*/ 63071 h 69927"/>
                    <a:gd name="connsiteX14" fmla="*/ 22935 w 46037"/>
                    <a:gd name="connsiteY14" fmla="*/ 68225 h 69927"/>
                    <a:gd name="connsiteX15" fmla="*/ 38790 w 46037"/>
                    <a:gd name="connsiteY15" fmla="*/ 62661 h 69927"/>
                    <a:gd name="connsiteX16" fmla="*/ 44643 w 46037"/>
                    <a:gd name="connsiteY16" fmla="*/ 48888 h 69927"/>
                    <a:gd name="connsiteX17" fmla="*/ 42925 w 46037"/>
                    <a:gd name="connsiteY17" fmla="*/ 40664 h 69927"/>
                    <a:gd name="connsiteX18" fmla="*/ 37255 w 46037"/>
                    <a:gd name="connsiteY18" fmla="*/ 32166 h 69927"/>
                    <a:gd name="connsiteX19" fmla="*/ 24075 w 46037"/>
                    <a:gd name="connsiteY19" fmla="*/ 19913 h 69927"/>
                    <a:gd name="connsiteX20" fmla="*/ 14179 w 46037"/>
                    <a:gd name="connsiteY20" fmla="*/ 11142 h 69927"/>
                    <a:gd name="connsiteX21" fmla="*/ 10576 w 46037"/>
                    <a:gd name="connsiteY21" fmla="*/ 6521 h 69927"/>
                    <a:gd name="connsiteX22" fmla="*/ 44734 w 46037"/>
                    <a:gd name="connsiteY22" fmla="*/ 6521 h 69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46037" h="69927">
                      <a:moveTo>
                        <a:pt x="44734" y="6521"/>
                      </a:moveTo>
                      <a:lnTo>
                        <a:pt x="44734" y="-1703"/>
                      </a:lnTo>
                      <a:lnTo>
                        <a:pt x="-1297" y="-1703"/>
                      </a:lnTo>
                      <a:cubicBezTo>
                        <a:pt x="-1358" y="354"/>
                        <a:pt x="-1028" y="2335"/>
                        <a:pt x="-309" y="4240"/>
                      </a:cubicBezTo>
                      <a:cubicBezTo>
                        <a:pt x="867" y="7372"/>
                        <a:pt x="2742" y="10458"/>
                        <a:pt x="5316" y="13498"/>
                      </a:cubicBezTo>
                      <a:cubicBezTo>
                        <a:pt x="7900" y="16539"/>
                        <a:pt x="11635" y="20055"/>
                        <a:pt x="16520" y="24048"/>
                      </a:cubicBezTo>
                      <a:cubicBezTo>
                        <a:pt x="24090" y="30251"/>
                        <a:pt x="29203" y="35166"/>
                        <a:pt x="31858" y="38794"/>
                      </a:cubicBezTo>
                      <a:cubicBezTo>
                        <a:pt x="34523" y="42422"/>
                        <a:pt x="35856" y="45853"/>
                        <a:pt x="35856" y="49086"/>
                      </a:cubicBezTo>
                      <a:cubicBezTo>
                        <a:pt x="35856" y="52471"/>
                        <a:pt x="34640" y="55323"/>
                        <a:pt x="32208" y="57644"/>
                      </a:cubicBezTo>
                      <a:cubicBezTo>
                        <a:pt x="29786" y="59975"/>
                        <a:pt x="26629" y="61141"/>
                        <a:pt x="22737" y="61141"/>
                      </a:cubicBezTo>
                      <a:cubicBezTo>
                        <a:pt x="18622" y="61141"/>
                        <a:pt x="15329" y="59904"/>
                        <a:pt x="12856" y="57431"/>
                      </a:cubicBezTo>
                      <a:cubicBezTo>
                        <a:pt x="10383" y="54969"/>
                        <a:pt x="9132" y="51553"/>
                        <a:pt x="9101" y="47185"/>
                      </a:cubicBezTo>
                      <a:lnTo>
                        <a:pt x="315" y="48082"/>
                      </a:lnTo>
                      <a:cubicBezTo>
                        <a:pt x="913" y="54639"/>
                        <a:pt x="3172" y="59636"/>
                        <a:pt x="7095" y="63071"/>
                      </a:cubicBezTo>
                      <a:cubicBezTo>
                        <a:pt x="11027" y="66507"/>
                        <a:pt x="16307" y="68225"/>
                        <a:pt x="22935" y="68225"/>
                      </a:cubicBezTo>
                      <a:cubicBezTo>
                        <a:pt x="29613" y="68225"/>
                        <a:pt x="34899" y="66370"/>
                        <a:pt x="38790" y="62661"/>
                      </a:cubicBezTo>
                      <a:cubicBezTo>
                        <a:pt x="42692" y="58962"/>
                        <a:pt x="44643" y="54371"/>
                        <a:pt x="44643" y="48888"/>
                      </a:cubicBezTo>
                      <a:cubicBezTo>
                        <a:pt x="44643" y="46101"/>
                        <a:pt x="44070" y="43360"/>
                        <a:pt x="42925" y="40664"/>
                      </a:cubicBezTo>
                      <a:cubicBezTo>
                        <a:pt x="41790" y="37978"/>
                        <a:pt x="39900" y="35146"/>
                        <a:pt x="37255" y="32166"/>
                      </a:cubicBezTo>
                      <a:cubicBezTo>
                        <a:pt x="34610" y="29187"/>
                        <a:pt x="30216" y="25102"/>
                        <a:pt x="24075" y="19913"/>
                      </a:cubicBezTo>
                      <a:cubicBezTo>
                        <a:pt x="18937" y="15606"/>
                        <a:pt x="15638" y="12683"/>
                        <a:pt x="14179" y="11142"/>
                      </a:cubicBezTo>
                      <a:cubicBezTo>
                        <a:pt x="12729" y="9612"/>
                        <a:pt x="11528" y="8071"/>
                        <a:pt x="10576" y="6521"/>
                      </a:cubicBezTo>
                      <a:lnTo>
                        <a:pt x="44734" y="6521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15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F9EB5C5-ECA0-5657-67FA-001158DC439D}"/>
                </a:ext>
              </a:extLst>
            </p:cNvPr>
            <p:cNvSpPr/>
            <p:nvPr/>
          </p:nvSpPr>
          <p:spPr>
            <a:xfrm>
              <a:off x="4482823" y="3878014"/>
              <a:ext cx="307307" cy="2036585"/>
            </a:xfrm>
            <a:custGeom>
              <a:avLst/>
              <a:gdLst>
                <a:gd name="connsiteX0" fmla="*/ 0 w 307307"/>
                <a:gd name="connsiteY0" fmla="*/ 2036585 h 2036585"/>
                <a:gd name="connsiteX1" fmla="*/ 307307 w 307307"/>
                <a:gd name="connsiteY1" fmla="*/ 2036585 h 2036585"/>
                <a:gd name="connsiteX2" fmla="*/ 307307 w 307307"/>
                <a:gd name="connsiteY2" fmla="*/ 0 h 2036585"/>
                <a:gd name="connsiteX3" fmla="*/ 0 w 307307"/>
                <a:gd name="connsiteY3" fmla="*/ 0 h 203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307" h="2036585">
                  <a:moveTo>
                    <a:pt x="0" y="2036585"/>
                  </a:moveTo>
                  <a:lnTo>
                    <a:pt x="307307" y="2036585"/>
                  </a:lnTo>
                  <a:lnTo>
                    <a:pt x="3073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BA45"/>
            </a:solidFill>
            <a:ln w="884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580D46C-8AA4-C524-16D0-CEDA0AE191E3}"/>
                </a:ext>
              </a:extLst>
            </p:cNvPr>
            <p:cNvSpPr/>
            <p:nvPr/>
          </p:nvSpPr>
          <p:spPr>
            <a:xfrm>
              <a:off x="4955605" y="4977739"/>
              <a:ext cx="307315" cy="936859"/>
            </a:xfrm>
            <a:custGeom>
              <a:avLst/>
              <a:gdLst>
                <a:gd name="connsiteX0" fmla="*/ 0 w 307315"/>
                <a:gd name="connsiteY0" fmla="*/ 936860 h 936859"/>
                <a:gd name="connsiteX1" fmla="*/ 307316 w 307315"/>
                <a:gd name="connsiteY1" fmla="*/ 936860 h 936859"/>
                <a:gd name="connsiteX2" fmla="*/ 307316 w 307315"/>
                <a:gd name="connsiteY2" fmla="*/ 0 h 936859"/>
                <a:gd name="connsiteX3" fmla="*/ 0 w 307315"/>
                <a:gd name="connsiteY3" fmla="*/ 0 h 93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315" h="936859">
                  <a:moveTo>
                    <a:pt x="0" y="936860"/>
                  </a:moveTo>
                  <a:lnTo>
                    <a:pt x="307316" y="936860"/>
                  </a:lnTo>
                  <a:lnTo>
                    <a:pt x="3073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BA45"/>
            </a:solidFill>
            <a:ln w="884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B2F1CD0-DECB-BF13-87C8-33439E699813}"/>
                </a:ext>
              </a:extLst>
            </p:cNvPr>
            <p:cNvSpPr/>
            <p:nvPr/>
          </p:nvSpPr>
          <p:spPr>
            <a:xfrm>
              <a:off x="4482823" y="5914599"/>
              <a:ext cx="307307" cy="34971"/>
            </a:xfrm>
            <a:custGeom>
              <a:avLst/>
              <a:gdLst>
                <a:gd name="connsiteX0" fmla="*/ 0 w 307307"/>
                <a:gd name="connsiteY0" fmla="*/ 0 h 34971"/>
                <a:gd name="connsiteX1" fmla="*/ 307307 w 307307"/>
                <a:gd name="connsiteY1" fmla="*/ 0 h 34971"/>
                <a:gd name="connsiteX2" fmla="*/ 307307 w 307307"/>
                <a:gd name="connsiteY2" fmla="*/ 34972 h 34971"/>
                <a:gd name="connsiteX3" fmla="*/ 0 w 307307"/>
                <a:gd name="connsiteY3" fmla="*/ 34972 h 34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307" h="34971">
                  <a:moveTo>
                    <a:pt x="0" y="0"/>
                  </a:moveTo>
                  <a:lnTo>
                    <a:pt x="307307" y="0"/>
                  </a:lnTo>
                  <a:lnTo>
                    <a:pt x="307307" y="34972"/>
                  </a:lnTo>
                  <a:lnTo>
                    <a:pt x="0" y="34972"/>
                  </a:lnTo>
                  <a:close/>
                </a:path>
              </a:pathLst>
            </a:custGeom>
            <a:solidFill>
              <a:srgbClr val="DF2020"/>
            </a:solidFill>
            <a:ln w="884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C13173D-7C53-25E1-B770-5C788BE22455}"/>
                </a:ext>
              </a:extLst>
            </p:cNvPr>
            <p:cNvSpPr/>
            <p:nvPr/>
          </p:nvSpPr>
          <p:spPr>
            <a:xfrm>
              <a:off x="4955605" y="5914599"/>
              <a:ext cx="307315" cy="5518"/>
            </a:xfrm>
            <a:custGeom>
              <a:avLst/>
              <a:gdLst>
                <a:gd name="connsiteX0" fmla="*/ 0 w 307315"/>
                <a:gd name="connsiteY0" fmla="*/ 0 h 5518"/>
                <a:gd name="connsiteX1" fmla="*/ 307316 w 307315"/>
                <a:gd name="connsiteY1" fmla="*/ 0 h 5518"/>
                <a:gd name="connsiteX2" fmla="*/ 307316 w 307315"/>
                <a:gd name="connsiteY2" fmla="*/ 5519 h 5518"/>
                <a:gd name="connsiteX3" fmla="*/ 0 w 307315"/>
                <a:gd name="connsiteY3" fmla="*/ 5519 h 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315" h="5518">
                  <a:moveTo>
                    <a:pt x="0" y="0"/>
                  </a:moveTo>
                  <a:lnTo>
                    <a:pt x="307316" y="0"/>
                  </a:lnTo>
                  <a:lnTo>
                    <a:pt x="307316" y="5519"/>
                  </a:lnTo>
                  <a:lnTo>
                    <a:pt x="0" y="5519"/>
                  </a:lnTo>
                  <a:close/>
                </a:path>
              </a:pathLst>
            </a:custGeom>
            <a:solidFill>
              <a:srgbClr val="DF2020"/>
            </a:solidFill>
            <a:ln w="884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C70EDBC-7173-7A8B-970C-4F44929630D6}"/>
                </a:ext>
              </a:extLst>
            </p:cNvPr>
            <p:cNvSpPr/>
            <p:nvPr/>
          </p:nvSpPr>
          <p:spPr>
            <a:xfrm>
              <a:off x="4482823" y="5250366"/>
              <a:ext cx="307307" cy="664232"/>
            </a:xfrm>
            <a:custGeom>
              <a:avLst/>
              <a:gdLst>
                <a:gd name="connsiteX0" fmla="*/ 0 w 307307"/>
                <a:gd name="connsiteY0" fmla="*/ 664233 h 664232"/>
                <a:gd name="connsiteX1" fmla="*/ 307307 w 307307"/>
                <a:gd name="connsiteY1" fmla="*/ 664233 h 664232"/>
                <a:gd name="connsiteX2" fmla="*/ 307307 w 307307"/>
                <a:gd name="connsiteY2" fmla="*/ 0 h 664232"/>
                <a:gd name="connsiteX3" fmla="*/ 0 w 307307"/>
                <a:gd name="connsiteY3" fmla="*/ 0 h 66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307" h="664232">
                  <a:moveTo>
                    <a:pt x="0" y="664233"/>
                  </a:moveTo>
                  <a:lnTo>
                    <a:pt x="307307" y="664233"/>
                  </a:lnTo>
                  <a:lnTo>
                    <a:pt x="3073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AFDF"/>
            </a:solidFill>
            <a:ln w="884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F4211F3-750D-42C3-66D9-955AC3BC78BD}"/>
                </a:ext>
              </a:extLst>
            </p:cNvPr>
            <p:cNvSpPr/>
            <p:nvPr/>
          </p:nvSpPr>
          <p:spPr>
            <a:xfrm>
              <a:off x="4955605" y="5220913"/>
              <a:ext cx="307315" cy="693685"/>
            </a:xfrm>
            <a:custGeom>
              <a:avLst/>
              <a:gdLst>
                <a:gd name="connsiteX0" fmla="*/ 0 w 307315"/>
                <a:gd name="connsiteY0" fmla="*/ 693686 h 693685"/>
                <a:gd name="connsiteX1" fmla="*/ 307316 w 307315"/>
                <a:gd name="connsiteY1" fmla="*/ 693686 h 693685"/>
                <a:gd name="connsiteX2" fmla="*/ 307316 w 307315"/>
                <a:gd name="connsiteY2" fmla="*/ 0 h 693685"/>
                <a:gd name="connsiteX3" fmla="*/ 0 w 307315"/>
                <a:gd name="connsiteY3" fmla="*/ 0 h 693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315" h="693685">
                  <a:moveTo>
                    <a:pt x="0" y="693686"/>
                  </a:moveTo>
                  <a:lnTo>
                    <a:pt x="307316" y="693686"/>
                  </a:lnTo>
                  <a:lnTo>
                    <a:pt x="3073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AFDF"/>
            </a:solidFill>
            <a:ln w="884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8" name="Graphic 988">
              <a:extLst>
                <a:ext uri="{FF2B5EF4-FFF2-40B4-BE49-F238E27FC236}">
                  <a16:creationId xmlns:a16="http://schemas.microsoft.com/office/drawing/2014/main" id="{E89AB2F1-2983-5748-8FB9-6428F42F6D0F}"/>
                </a:ext>
              </a:extLst>
            </p:cNvPr>
            <p:cNvGrpSpPr/>
            <p:nvPr/>
          </p:nvGrpSpPr>
          <p:grpSpPr>
            <a:xfrm>
              <a:off x="4475663" y="3779656"/>
              <a:ext cx="321004" cy="80066"/>
              <a:chOff x="4480633" y="4114961"/>
              <a:chExt cx="321004" cy="80066"/>
            </a:xfrm>
            <a:solidFill>
              <a:srgbClr val="262626"/>
            </a:solidFill>
          </p:grpSpPr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0BF1F17-2534-D81B-A2EF-A821E9BB3E43}"/>
                  </a:ext>
                </a:extLst>
              </p:cNvPr>
              <p:cNvSpPr/>
              <p:nvPr/>
            </p:nvSpPr>
            <p:spPr>
              <a:xfrm flipV="1">
                <a:off x="4480633" y="4129720"/>
                <a:ext cx="50165" cy="50215"/>
              </a:xfrm>
              <a:custGeom>
                <a:avLst/>
                <a:gdLst>
                  <a:gd name="connsiteX0" fmla="*/ 19131 w 50165"/>
                  <a:gd name="connsiteY0" fmla="*/ -1913 h 50215"/>
                  <a:gd name="connsiteX1" fmla="*/ 19131 w 50165"/>
                  <a:gd name="connsiteY1" fmla="*/ 18917 h 50215"/>
                  <a:gd name="connsiteX2" fmla="*/ -1549 w 50165"/>
                  <a:gd name="connsiteY2" fmla="*/ 18917 h 50215"/>
                  <a:gd name="connsiteX3" fmla="*/ -1549 w 50165"/>
                  <a:gd name="connsiteY3" fmla="*/ 27623 h 50215"/>
                  <a:gd name="connsiteX4" fmla="*/ 19131 w 50165"/>
                  <a:gd name="connsiteY4" fmla="*/ 27623 h 50215"/>
                  <a:gd name="connsiteX5" fmla="*/ 19131 w 50165"/>
                  <a:gd name="connsiteY5" fmla="*/ 48303 h 50215"/>
                  <a:gd name="connsiteX6" fmla="*/ 27937 w 50165"/>
                  <a:gd name="connsiteY6" fmla="*/ 48303 h 50215"/>
                  <a:gd name="connsiteX7" fmla="*/ 27937 w 50165"/>
                  <a:gd name="connsiteY7" fmla="*/ 27623 h 50215"/>
                  <a:gd name="connsiteX8" fmla="*/ 48617 w 50165"/>
                  <a:gd name="connsiteY8" fmla="*/ 27623 h 50215"/>
                  <a:gd name="connsiteX9" fmla="*/ 48617 w 50165"/>
                  <a:gd name="connsiteY9" fmla="*/ 18917 h 50215"/>
                  <a:gd name="connsiteX10" fmla="*/ 27937 w 50165"/>
                  <a:gd name="connsiteY10" fmla="*/ 18917 h 50215"/>
                  <a:gd name="connsiteX11" fmla="*/ 27937 w 50165"/>
                  <a:gd name="connsiteY11" fmla="*/ -1913 h 50215"/>
                  <a:gd name="connsiteX12" fmla="*/ 19131 w 50165"/>
                  <a:gd name="connsiteY12" fmla="*/ -1913 h 502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0165" h="50215">
                    <a:moveTo>
                      <a:pt x="19131" y="-1913"/>
                    </a:moveTo>
                    <a:lnTo>
                      <a:pt x="19131" y="18917"/>
                    </a:lnTo>
                    <a:lnTo>
                      <a:pt x="-1549" y="18917"/>
                    </a:lnTo>
                    <a:lnTo>
                      <a:pt x="-1549" y="27623"/>
                    </a:lnTo>
                    <a:lnTo>
                      <a:pt x="19131" y="27623"/>
                    </a:lnTo>
                    <a:lnTo>
                      <a:pt x="19131" y="48303"/>
                    </a:lnTo>
                    <a:lnTo>
                      <a:pt x="27937" y="48303"/>
                    </a:lnTo>
                    <a:lnTo>
                      <a:pt x="27937" y="27623"/>
                    </a:lnTo>
                    <a:lnTo>
                      <a:pt x="48617" y="27623"/>
                    </a:lnTo>
                    <a:lnTo>
                      <a:pt x="48617" y="18917"/>
                    </a:lnTo>
                    <a:lnTo>
                      <a:pt x="27937" y="18917"/>
                    </a:lnTo>
                    <a:lnTo>
                      <a:pt x="27937" y="-1913"/>
                    </a:lnTo>
                    <a:lnTo>
                      <a:pt x="19131" y="-1913"/>
                    </a:ln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7FE0E9FC-3CAC-600F-31A6-526D06BC414C}"/>
                  </a:ext>
                </a:extLst>
              </p:cNvPr>
              <p:cNvSpPr/>
              <p:nvPr/>
            </p:nvSpPr>
            <p:spPr>
              <a:xfrm flipV="1">
                <a:off x="4548270" y="4115939"/>
                <a:ext cx="27976" cy="76285"/>
              </a:xfrm>
              <a:custGeom>
                <a:avLst/>
                <a:gdLst>
                  <a:gd name="connsiteX0" fmla="*/ 26762 w 27976"/>
                  <a:gd name="connsiteY0" fmla="*/ -1958 h 76285"/>
                  <a:gd name="connsiteX1" fmla="*/ 17442 w 27976"/>
                  <a:gd name="connsiteY1" fmla="*/ -1958 h 76285"/>
                  <a:gd name="connsiteX2" fmla="*/ 17442 w 27976"/>
                  <a:gd name="connsiteY2" fmla="*/ 57478 h 76285"/>
                  <a:gd name="connsiteX3" fmla="*/ 8603 w 27976"/>
                  <a:gd name="connsiteY3" fmla="*/ 51060 h 76285"/>
                  <a:gd name="connsiteX4" fmla="*/ -1214 w 27976"/>
                  <a:gd name="connsiteY4" fmla="*/ 46235 h 76285"/>
                  <a:gd name="connsiteX5" fmla="*/ -1214 w 27976"/>
                  <a:gd name="connsiteY5" fmla="*/ 55256 h 76285"/>
                  <a:gd name="connsiteX6" fmla="*/ 12467 w 27976"/>
                  <a:gd name="connsiteY6" fmla="*/ 64162 h 76285"/>
                  <a:gd name="connsiteX7" fmla="*/ 20759 w 27976"/>
                  <a:gd name="connsiteY7" fmla="*/ 74327 h 76285"/>
                  <a:gd name="connsiteX8" fmla="*/ 26762 w 27976"/>
                  <a:gd name="connsiteY8" fmla="*/ 74327 h 76285"/>
                  <a:gd name="connsiteX9" fmla="*/ 26762 w 27976"/>
                  <a:gd name="connsiteY9" fmla="*/ -1958 h 76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7976" h="76285">
                    <a:moveTo>
                      <a:pt x="26762" y="-1958"/>
                    </a:moveTo>
                    <a:lnTo>
                      <a:pt x="17442" y="-1958"/>
                    </a:lnTo>
                    <a:lnTo>
                      <a:pt x="17442" y="57478"/>
                    </a:lnTo>
                    <a:cubicBezTo>
                      <a:pt x="15198" y="55344"/>
                      <a:pt x="12252" y="53205"/>
                      <a:pt x="8603" y="51060"/>
                    </a:cubicBezTo>
                    <a:cubicBezTo>
                      <a:pt x="4955" y="48916"/>
                      <a:pt x="1682" y="47307"/>
                      <a:pt x="-1214" y="46235"/>
                    </a:cubicBezTo>
                    <a:lnTo>
                      <a:pt x="-1214" y="55256"/>
                    </a:lnTo>
                    <a:cubicBezTo>
                      <a:pt x="4004" y="57710"/>
                      <a:pt x="8565" y="60679"/>
                      <a:pt x="12467" y="64162"/>
                    </a:cubicBezTo>
                    <a:cubicBezTo>
                      <a:pt x="16370" y="67655"/>
                      <a:pt x="19134" y="71044"/>
                      <a:pt x="20759" y="74327"/>
                    </a:cubicBezTo>
                    <a:lnTo>
                      <a:pt x="26762" y="74327"/>
                    </a:lnTo>
                    <a:lnTo>
                      <a:pt x="26762" y="-1958"/>
                    </a:ln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BAAE5C39-DAB3-BB3E-92CA-E934D59AD1A6}"/>
                  </a:ext>
                </a:extLst>
              </p:cNvPr>
              <p:cNvSpPr/>
              <p:nvPr/>
            </p:nvSpPr>
            <p:spPr>
              <a:xfrm flipV="1">
                <a:off x="4600150" y="4115939"/>
                <a:ext cx="49950" cy="77578"/>
              </a:xfrm>
              <a:custGeom>
                <a:avLst/>
                <a:gdLst>
                  <a:gd name="connsiteX0" fmla="*/ -46 w 49950"/>
                  <a:gd name="connsiteY0" fmla="*/ 16937 h 77578"/>
                  <a:gd name="connsiteX1" fmla="*/ 8926 w 49950"/>
                  <a:gd name="connsiteY1" fmla="*/ 17766 h 77578"/>
                  <a:gd name="connsiteX2" fmla="*/ 13271 w 49950"/>
                  <a:gd name="connsiteY2" fmla="*/ 8595 h 77578"/>
                  <a:gd name="connsiteX3" fmla="*/ 21513 w 49950"/>
                  <a:gd name="connsiteY3" fmla="*/ 5743 h 77578"/>
                  <a:gd name="connsiteX4" fmla="*/ 29042 w 49950"/>
                  <a:gd name="connsiteY4" fmla="*/ 7716 h 77578"/>
                  <a:gd name="connsiteX5" fmla="*/ 34366 w 49950"/>
                  <a:gd name="connsiteY5" fmla="*/ 12974 h 77578"/>
                  <a:gd name="connsiteX6" fmla="*/ 37832 w 49950"/>
                  <a:gd name="connsiteY6" fmla="*/ 21862 h 77578"/>
                  <a:gd name="connsiteX7" fmla="*/ 39241 w 49950"/>
                  <a:gd name="connsiteY7" fmla="*/ 33272 h 77578"/>
                  <a:gd name="connsiteX8" fmla="*/ 39191 w 49950"/>
                  <a:gd name="connsiteY8" fmla="*/ 35129 h 77578"/>
                  <a:gd name="connsiteX9" fmla="*/ 31546 w 49950"/>
                  <a:gd name="connsiteY9" fmla="*/ 27899 h 77578"/>
                  <a:gd name="connsiteX10" fmla="*/ 21049 w 49950"/>
                  <a:gd name="connsiteY10" fmla="*/ 25129 h 77578"/>
                  <a:gd name="connsiteX11" fmla="*/ 5079 w 49950"/>
                  <a:gd name="connsiteY11" fmla="*/ 31962 h 77578"/>
                  <a:gd name="connsiteX12" fmla="*/ -1439 w 49950"/>
                  <a:gd name="connsiteY12" fmla="*/ 50005 h 77578"/>
                  <a:gd name="connsiteX13" fmla="*/ 5377 w 49950"/>
                  <a:gd name="connsiteY13" fmla="*/ 68612 h 77578"/>
                  <a:gd name="connsiteX14" fmla="*/ 22442 w 49950"/>
                  <a:gd name="connsiteY14" fmla="*/ 75660 h 77578"/>
                  <a:gd name="connsiteX15" fmla="*/ 35991 w 49950"/>
                  <a:gd name="connsiteY15" fmla="*/ 71663 h 77578"/>
                  <a:gd name="connsiteX16" fmla="*/ 45327 w 49950"/>
                  <a:gd name="connsiteY16" fmla="*/ 60287 h 77578"/>
                  <a:gd name="connsiteX17" fmla="*/ 48512 w 49950"/>
                  <a:gd name="connsiteY17" fmla="*/ 38910 h 77578"/>
                  <a:gd name="connsiteX18" fmla="*/ 45344 w 49950"/>
                  <a:gd name="connsiteY18" fmla="*/ 15726 h 77578"/>
                  <a:gd name="connsiteX19" fmla="*/ 35941 w 49950"/>
                  <a:gd name="connsiteY19" fmla="*/ 2592 h 77578"/>
                  <a:gd name="connsiteX20" fmla="*/ 21314 w 49950"/>
                  <a:gd name="connsiteY20" fmla="*/ -1919 h 77578"/>
                  <a:gd name="connsiteX21" fmla="*/ 6737 w 49950"/>
                  <a:gd name="connsiteY21" fmla="*/ 3023 h 77578"/>
                  <a:gd name="connsiteX22" fmla="*/ -46 w 49950"/>
                  <a:gd name="connsiteY22" fmla="*/ 16937 h 77578"/>
                  <a:gd name="connsiteX23" fmla="*/ 38147 w 49950"/>
                  <a:gd name="connsiteY23" fmla="*/ 50469 h 77578"/>
                  <a:gd name="connsiteX24" fmla="*/ 33868 w 49950"/>
                  <a:gd name="connsiteY24" fmla="*/ 63222 h 77578"/>
                  <a:gd name="connsiteX25" fmla="*/ 23586 w 49950"/>
                  <a:gd name="connsiteY25" fmla="*/ 67932 h 77578"/>
                  <a:gd name="connsiteX26" fmla="*/ 12757 w 49950"/>
                  <a:gd name="connsiteY26" fmla="*/ 62857 h 77578"/>
                  <a:gd name="connsiteX27" fmla="*/ 8147 w 49950"/>
                  <a:gd name="connsiteY27" fmla="*/ 49690 h 77578"/>
                  <a:gd name="connsiteX28" fmla="*/ 12525 w 49950"/>
                  <a:gd name="connsiteY28" fmla="*/ 37899 h 77578"/>
                  <a:gd name="connsiteX29" fmla="*/ 23321 w 49950"/>
                  <a:gd name="connsiteY29" fmla="*/ 33371 h 77578"/>
                  <a:gd name="connsiteX30" fmla="*/ 33968 w 49950"/>
                  <a:gd name="connsiteY30" fmla="*/ 37899 h 77578"/>
                  <a:gd name="connsiteX31" fmla="*/ 38147 w 49950"/>
                  <a:gd name="connsiteY31" fmla="*/ 50469 h 77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9950" h="77578">
                    <a:moveTo>
                      <a:pt x="-46" y="16937"/>
                    </a:moveTo>
                    <a:lnTo>
                      <a:pt x="8926" y="17766"/>
                    </a:lnTo>
                    <a:cubicBezTo>
                      <a:pt x="9678" y="13554"/>
                      <a:pt x="11126" y="10497"/>
                      <a:pt x="13271" y="8595"/>
                    </a:cubicBezTo>
                    <a:cubicBezTo>
                      <a:pt x="15416" y="6694"/>
                      <a:pt x="18163" y="5743"/>
                      <a:pt x="21513" y="5743"/>
                    </a:cubicBezTo>
                    <a:cubicBezTo>
                      <a:pt x="24377" y="5743"/>
                      <a:pt x="26886" y="6401"/>
                      <a:pt x="29042" y="7716"/>
                    </a:cubicBezTo>
                    <a:cubicBezTo>
                      <a:pt x="31209" y="9032"/>
                      <a:pt x="32984" y="10784"/>
                      <a:pt x="34366" y="12974"/>
                    </a:cubicBezTo>
                    <a:cubicBezTo>
                      <a:pt x="35748" y="15174"/>
                      <a:pt x="36903" y="18137"/>
                      <a:pt x="37832" y="21862"/>
                    </a:cubicBezTo>
                    <a:cubicBezTo>
                      <a:pt x="38771" y="25599"/>
                      <a:pt x="39241" y="29403"/>
                      <a:pt x="39241" y="33272"/>
                    </a:cubicBezTo>
                    <a:cubicBezTo>
                      <a:pt x="39241" y="33681"/>
                      <a:pt x="39225" y="34300"/>
                      <a:pt x="39191" y="35129"/>
                    </a:cubicBezTo>
                    <a:cubicBezTo>
                      <a:pt x="37323" y="32166"/>
                      <a:pt x="34775" y="29756"/>
                      <a:pt x="31546" y="27899"/>
                    </a:cubicBezTo>
                    <a:cubicBezTo>
                      <a:pt x="28318" y="26053"/>
                      <a:pt x="24819" y="25129"/>
                      <a:pt x="21049" y="25129"/>
                    </a:cubicBezTo>
                    <a:cubicBezTo>
                      <a:pt x="14758" y="25129"/>
                      <a:pt x="9435" y="27407"/>
                      <a:pt x="5079" y="31962"/>
                    </a:cubicBezTo>
                    <a:cubicBezTo>
                      <a:pt x="734" y="36528"/>
                      <a:pt x="-1439" y="42542"/>
                      <a:pt x="-1439" y="50005"/>
                    </a:cubicBezTo>
                    <a:cubicBezTo>
                      <a:pt x="-1439" y="57711"/>
                      <a:pt x="833" y="63913"/>
                      <a:pt x="5377" y="68612"/>
                    </a:cubicBezTo>
                    <a:cubicBezTo>
                      <a:pt x="9921" y="73311"/>
                      <a:pt x="15609" y="75660"/>
                      <a:pt x="22442" y="75660"/>
                    </a:cubicBezTo>
                    <a:cubicBezTo>
                      <a:pt x="27384" y="75660"/>
                      <a:pt x="31900" y="74328"/>
                      <a:pt x="35991" y="71663"/>
                    </a:cubicBezTo>
                    <a:cubicBezTo>
                      <a:pt x="40092" y="69010"/>
                      <a:pt x="43205" y="65218"/>
                      <a:pt x="45327" y="60287"/>
                    </a:cubicBezTo>
                    <a:cubicBezTo>
                      <a:pt x="47450" y="55367"/>
                      <a:pt x="48512" y="48242"/>
                      <a:pt x="48512" y="38910"/>
                    </a:cubicBezTo>
                    <a:cubicBezTo>
                      <a:pt x="48512" y="29204"/>
                      <a:pt x="47456" y="21475"/>
                      <a:pt x="45344" y="15726"/>
                    </a:cubicBezTo>
                    <a:cubicBezTo>
                      <a:pt x="43243" y="9977"/>
                      <a:pt x="40109" y="5599"/>
                      <a:pt x="35941" y="2592"/>
                    </a:cubicBezTo>
                    <a:cubicBezTo>
                      <a:pt x="31784" y="-415"/>
                      <a:pt x="26908" y="-1919"/>
                      <a:pt x="21314" y="-1919"/>
                    </a:cubicBezTo>
                    <a:cubicBezTo>
                      <a:pt x="15366" y="-1919"/>
                      <a:pt x="10507" y="-271"/>
                      <a:pt x="6737" y="3023"/>
                    </a:cubicBezTo>
                    <a:cubicBezTo>
                      <a:pt x="2978" y="6329"/>
                      <a:pt x="717" y="10967"/>
                      <a:pt x="-46" y="16937"/>
                    </a:cubicBezTo>
                    <a:close/>
                    <a:moveTo>
                      <a:pt x="38147" y="50469"/>
                    </a:moveTo>
                    <a:cubicBezTo>
                      <a:pt x="38147" y="55831"/>
                      <a:pt x="36720" y="60082"/>
                      <a:pt x="33868" y="63222"/>
                    </a:cubicBezTo>
                    <a:cubicBezTo>
                      <a:pt x="31027" y="66362"/>
                      <a:pt x="27599" y="67932"/>
                      <a:pt x="23586" y="67932"/>
                    </a:cubicBezTo>
                    <a:cubicBezTo>
                      <a:pt x="19440" y="67932"/>
                      <a:pt x="15831" y="66240"/>
                      <a:pt x="12757" y="62857"/>
                    </a:cubicBezTo>
                    <a:cubicBezTo>
                      <a:pt x="9684" y="59474"/>
                      <a:pt x="8147" y="55085"/>
                      <a:pt x="8147" y="49690"/>
                    </a:cubicBezTo>
                    <a:cubicBezTo>
                      <a:pt x="8147" y="44859"/>
                      <a:pt x="9606" y="40928"/>
                      <a:pt x="12525" y="37899"/>
                    </a:cubicBezTo>
                    <a:cubicBezTo>
                      <a:pt x="15444" y="34881"/>
                      <a:pt x="19042" y="33371"/>
                      <a:pt x="23321" y="33371"/>
                    </a:cubicBezTo>
                    <a:cubicBezTo>
                      <a:pt x="27644" y="33371"/>
                      <a:pt x="31193" y="34881"/>
                      <a:pt x="33968" y="37899"/>
                    </a:cubicBezTo>
                    <a:cubicBezTo>
                      <a:pt x="36754" y="40928"/>
                      <a:pt x="38147" y="45118"/>
                      <a:pt x="38147" y="50469"/>
                    </a:cubicBez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0DA95A60-A3DF-1163-F542-1A545DE229AE}"/>
                  </a:ext>
                </a:extLst>
              </p:cNvPr>
              <p:cNvSpPr/>
              <p:nvPr/>
            </p:nvSpPr>
            <p:spPr>
              <a:xfrm flipV="1">
                <a:off x="4666325" y="4115939"/>
                <a:ext cx="27976" cy="76285"/>
              </a:xfrm>
              <a:custGeom>
                <a:avLst/>
                <a:gdLst>
                  <a:gd name="connsiteX0" fmla="*/ 26776 w 27976"/>
                  <a:gd name="connsiteY0" fmla="*/ -1958 h 76285"/>
                  <a:gd name="connsiteX1" fmla="*/ 17456 w 27976"/>
                  <a:gd name="connsiteY1" fmla="*/ -1958 h 76285"/>
                  <a:gd name="connsiteX2" fmla="*/ 17456 w 27976"/>
                  <a:gd name="connsiteY2" fmla="*/ 57478 h 76285"/>
                  <a:gd name="connsiteX3" fmla="*/ 8617 w 27976"/>
                  <a:gd name="connsiteY3" fmla="*/ 51060 h 76285"/>
                  <a:gd name="connsiteX4" fmla="*/ -1201 w 27976"/>
                  <a:gd name="connsiteY4" fmla="*/ 46235 h 76285"/>
                  <a:gd name="connsiteX5" fmla="*/ -1201 w 27976"/>
                  <a:gd name="connsiteY5" fmla="*/ 55256 h 76285"/>
                  <a:gd name="connsiteX6" fmla="*/ 12481 w 27976"/>
                  <a:gd name="connsiteY6" fmla="*/ 64162 h 76285"/>
                  <a:gd name="connsiteX7" fmla="*/ 20773 w 27976"/>
                  <a:gd name="connsiteY7" fmla="*/ 74327 h 76285"/>
                  <a:gd name="connsiteX8" fmla="*/ 26776 w 27976"/>
                  <a:gd name="connsiteY8" fmla="*/ 74327 h 76285"/>
                  <a:gd name="connsiteX9" fmla="*/ 26776 w 27976"/>
                  <a:gd name="connsiteY9" fmla="*/ -1958 h 76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7976" h="76285">
                    <a:moveTo>
                      <a:pt x="26776" y="-1958"/>
                    </a:moveTo>
                    <a:lnTo>
                      <a:pt x="17456" y="-1958"/>
                    </a:lnTo>
                    <a:lnTo>
                      <a:pt x="17456" y="57478"/>
                    </a:lnTo>
                    <a:cubicBezTo>
                      <a:pt x="15212" y="55344"/>
                      <a:pt x="12265" y="53205"/>
                      <a:pt x="8617" y="51060"/>
                    </a:cubicBezTo>
                    <a:cubicBezTo>
                      <a:pt x="4968" y="48916"/>
                      <a:pt x="1696" y="47307"/>
                      <a:pt x="-1201" y="46235"/>
                    </a:cubicBezTo>
                    <a:lnTo>
                      <a:pt x="-1201" y="55256"/>
                    </a:lnTo>
                    <a:cubicBezTo>
                      <a:pt x="4018" y="57710"/>
                      <a:pt x="8578" y="60679"/>
                      <a:pt x="12481" y="64162"/>
                    </a:cubicBezTo>
                    <a:cubicBezTo>
                      <a:pt x="16383" y="67655"/>
                      <a:pt x="19147" y="71044"/>
                      <a:pt x="20773" y="74327"/>
                    </a:cubicBezTo>
                    <a:lnTo>
                      <a:pt x="26776" y="74327"/>
                    </a:lnTo>
                    <a:lnTo>
                      <a:pt x="26776" y="-1958"/>
                    </a:ln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066A336F-40F2-D8C2-54DB-7EFE0297D658}"/>
                  </a:ext>
                </a:extLst>
              </p:cNvPr>
              <p:cNvSpPr/>
              <p:nvPr/>
            </p:nvSpPr>
            <p:spPr>
              <a:xfrm flipV="1">
                <a:off x="4719963" y="4114961"/>
                <a:ext cx="81674" cy="80066"/>
              </a:xfrm>
              <a:custGeom>
                <a:avLst/>
                <a:gdLst>
                  <a:gd name="connsiteX0" fmla="*/ -2486 w 81674"/>
                  <a:gd name="connsiteY0" fmla="*/ 58628 h 80066"/>
                  <a:gd name="connsiteX1" fmla="*/ 1610 w 81674"/>
                  <a:gd name="connsiteY1" fmla="*/ 72459 h 80066"/>
                  <a:gd name="connsiteX2" fmla="*/ 13468 w 81674"/>
                  <a:gd name="connsiteY2" fmla="*/ 78164 h 80066"/>
                  <a:gd name="connsiteX3" fmla="*/ 25309 w 81674"/>
                  <a:gd name="connsiteY3" fmla="*/ 73056 h 80066"/>
                  <a:gd name="connsiteX4" fmla="*/ 30002 w 81674"/>
                  <a:gd name="connsiteY4" fmla="*/ 58064 h 80066"/>
                  <a:gd name="connsiteX5" fmla="*/ 25259 w 81674"/>
                  <a:gd name="connsiteY5" fmla="*/ 43222 h 80066"/>
                  <a:gd name="connsiteX6" fmla="*/ 13584 w 81674"/>
                  <a:gd name="connsiteY6" fmla="*/ 38014 h 80066"/>
                  <a:gd name="connsiteX7" fmla="*/ 2091 w 81674"/>
                  <a:gd name="connsiteY7" fmla="*/ 43139 h 80066"/>
                  <a:gd name="connsiteX8" fmla="*/ -2486 w 81674"/>
                  <a:gd name="connsiteY8" fmla="*/ 58628 h 80066"/>
                  <a:gd name="connsiteX9" fmla="*/ 13733 w 81674"/>
                  <a:gd name="connsiteY9" fmla="*/ 71746 h 80066"/>
                  <a:gd name="connsiteX10" fmla="*/ 7962 w 81674"/>
                  <a:gd name="connsiteY10" fmla="*/ 68727 h 80066"/>
                  <a:gd name="connsiteX11" fmla="*/ 5657 w 81674"/>
                  <a:gd name="connsiteY11" fmla="*/ 57699 h 80066"/>
                  <a:gd name="connsiteX12" fmla="*/ 7979 w 81674"/>
                  <a:gd name="connsiteY12" fmla="*/ 47401 h 80066"/>
                  <a:gd name="connsiteX13" fmla="*/ 13733 w 81674"/>
                  <a:gd name="connsiteY13" fmla="*/ 44432 h 80066"/>
                  <a:gd name="connsiteX14" fmla="*/ 19571 w 81674"/>
                  <a:gd name="connsiteY14" fmla="*/ 47434 h 80066"/>
                  <a:gd name="connsiteX15" fmla="*/ 21876 w 81674"/>
                  <a:gd name="connsiteY15" fmla="*/ 58429 h 80066"/>
                  <a:gd name="connsiteX16" fmla="*/ 19537 w 81674"/>
                  <a:gd name="connsiteY16" fmla="*/ 68761 h 80066"/>
                  <a:gd name="connsiteX17" fmla="*/ 13733 w 81674"/>
                  <a:gd name="connsiteY17" fmla="*/ 71746 h 80066"/>
                  <a:gd name="connsiteX18" fmla="*/ 13783 w 81674"/>
                  <a:gd name="connsiteY18" fmla="*/ -1903 h 80066"/>
                  <a:gd name="connsiteX19" fmla="*/ 55342 w 81674"/>
                  <a:gd name="connsiteY19" fmla="*/ 78164 h 80066"/>
                  <a:gd name="connsiteX20" fmla="*/ 62920 w 81674"/>
                  <a:gd name="connsiteY20" fmla="*/ 78164 h 80066"/>
                  <a:gd name="connsiteX21" fmla="*/ 21511 w 81674"/>
                  <a:gd name="connsiteY21" fmla="*/ -1903 h 80066"/>
                  <a:gd name="connsiteX22" fmla="*/ 13783 w 81674"/>
                  <a:gd name="connsiteY22" fmla="*/ -1903 h 80066"/>
                  <a:gd name="connsiteX23" fmla="*/ 46635 w 81674"/>
                  <a:gd name="connsiteY23" fmla="*/ 18728 h 80066"/>
                  <a:gd name="connsiteX24" fmla="*/ 50731 w 81674"/>
                  <a:gd name="connsiteY24" fmla="*/ 32591 h 80066"/>
                  <a:gd name="connsiteX25" fmla="*/ 62655 w 81674"/>
                  <a:gd name="connsiteY25" fmla="*/ 38263 h 80066"/>
                  <a:gd name="connsiteX26" fmla="*/ 74496 w 81674"/>
                  <a:gd name="connsiteY26" fmla="*/ 33155 h 80066"/>
                  <a:gd name="connsiteX27" fmla="*/ 79189 w 81674"/>
                  <a:gd name="connsiteY27" fmla="*/ 18164 h 80066"/>
                  <a:gd name="connsiteX28" fmla="*/ 74446 w 81674"/>
                  <a:gd name="connsiteY28" fmla="*/ 3305 h 80066"/>
                  <a:gd name="connsiteX29" fmla="*/ 62705 w 81674"/>
                  <a:gd name="connsiteY29" fmla="*/ -1903 h 80066"/>
                  <a:gd name="connsiteX30" fmla="*/ 51229 w 81674"/>
                  <a:gd name="connsiteY30" fmla="*/ 3255 h 80066"/>
                  <a:gd name="connsiteX31" fmla="*/ 46635 w 81674"/>
                  <a:gd name="connsiteY31" fmla="*/ 18728 h 80066"/>
                  <a:gd name="connsiteX32" fmla="*/ 62920 w 81674"/>
                  <a:gd name="connsiteY32" fmla="*/ 31845 h 80066"/>
                  <a:gd name="connsiteX33" fmla="*/ 57083 w 81674"/>
                  <a:gd name="connsiteY33" fmla="*/ 28827 h 80066"/>
                  <a:gd name="connsiteX34" fmla="*/ 54778 w 81674"/>
                  <a:gd name="connsiteY34" fmla="*/ 17799 h 80066"/>
                  <a:gd name="connsiteX35" fmla="*/ 57099 w 81674"/>
                  <a:gd name="connsiteY35" fmla="*/ 7534 h 80066"/>
                  <a:gd name="connsiteX36" fmla="*/ 62871 w 81674"/>
                  <a:gd name="connsiteY36" fmla="*/ 4532 h 80066"/>
                  <a:gd name="connsiteX37" fmla="*/ 68741 w 81674"/>
                  <a:gd name="connsiteY37" fmla="*/ 7534 h 80066"/>
                  <a:gd name="connsiteX38" fmla="*/ 71046 w 81674"/>
                  <a:gd name="connsiteY38" fmla="*/ 18529 h 80066"/>
                  <a:gd name="connsiteX39" fmla="*/ 68708 w 81674"/>
                  <a:gd name="connsiteY39" fmla="*/ 28860 h 80066"/>
                  <a:gd name="connsiteX40" fmla="*/ 62920 w 81674"/>
                  <a:gd name="connsiteY40" fmla="*/ 31845 h 80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81674" h="80066">
                    <a:moveTo>
                      <a:pt x="-2486" y="58628"/>
                    </a:moveTo>
                    <a:cubicBezTo>
                      <a:pt x="-2486" y="64056"/>
                      <a:pt x="-1120" y="68667"/>
                      <a:pt x="1610" y="72459"/>
                    </a:cubicBezTo>
                    <a:cubicBezTo>
                      <a:pt x="4341" y="76262"/>
                      <a:pt x="8294" y="78164"/>
                      <a:pt x="13468" y="78164"/>
                    </a:cubicBezTo>
                    <a:cubicBezTo>
                      <a:pt x="18244" y="78164"/>
                      <a:pt x="22191" y="76461"/>
                      <a:pt x="25309" y="73056"/>
                    </a:cubicBezTo>
                    <a:cubicBezTo>
                      <a:pt x="28437" y="69662"/>
                      <a:pt x="30002" y="64664"/>
                      <a:pt x="30002" y="58064"/>
                    </a:cubicBezTo>
                    <a:cubicBezTo>
                      <a:pt x="30002" y="51641"/>
                      <a:pt x="28421" y="46693"/>
                      <a:pt x="25259" y="43222"/>
                    </a:cubicBezTo>
                    <a:cubicBezTo>
                      <a:pt x="22097" y="39750"/>
                      <a:pt x="18205" y="38014"/>
                      <a:pt x="13584" y="38014"/>
                    </a:cubicBezTo>
                    <a:cubicBezTo>
                      <a:pt x="8985" y="38014"/>
                      <a:pt x="5154" y="39722"/>
                      <a:pt x="2091" y="43139"/>
                    </a:cubicBezTo>
                    <a:cubicBezTo>
                      <a:pt x="-960" y="46555"/>
                      <a:pt x="-2486" y="51718"/>
                      <a:pt x="-2486" y="58628"/>
                    </a:cubicBezTo>
                    <a:close/>
                    <a:moveTo>
                      <a:pt x="13733" y="71746"/>
                    </a:moveTo>
                    <a:cubicBezTo>
                      <a:pt x="11422" y="71746"/>
                      <a:pt x="9499" y="70739"/>
                      <a:pt x="7962" y="68727"/>
                    </a:cubicBezTo>
                    <a:cubicBezTo>
                      <a:pt x="6425" y="66726"/>
                      <a:pt x="5657" y="63050"/>
                      <a:pt x="5657" y="57699"/>
                    </a:cubicBezTo>
                    <a:cubicBezTo>
                      <a:pt x="5657" y="52824"/>
                      <a:pt x="6431" y="49391"/>
                      <a:pt x="7979" y="47401"/>
                    </a:cubicBezTo>
                    <a:cubicBezTo>
                      <a:pt x="9537" y="45422"/>
                      <a:pt x="11456" y="44432"/>
                      <a:pt x="13733" y="44432"/>
                    </a:cubicBezTo>
                    <a:cubicBezTo>
                      <a:pt x="16088" y="44432"/>
                      <a:pt x="18034" y="45433"/>
                      <a:pt x="19571" y="47434"/>
                    </a:cubicBezTo>
                    <a:cubicBezTo>
                      <a:pt x="21107" y="49446"/>
                      <a:pt x="21876" y="53111"/>
                      <a:pt x="21876" y="58429"/>
                    </a:cubicBezTo>
                    <a:cubicBezTo>
                      <a:pt x="21876" y="63338"/>
                      <a:pt x="21096" y="66782"/>
                      <a:pt x="19537" y="68761"/>
                    </a:cubicBezTo>
                    <a:cubicBezTo>
                      <a:pt x="17979" y="70751"/>
                      <a:pt x="16044" y="71746"/>
                      <a:pt x="13733" y="71746"/>
                    </a:cubicBezTo>
                    <a:close/>
                    <a:moveTo>
                      <a:pt x="13783" y="-1903"/>
                    </a:moveTo>
                    <a:lnTo>
                      <a:pt x="55342" y="78164"/>
                    </a:lnTo>
                    <a:lnTo>
                      <a:pt x="62920" y="78164"/>
                    </a:lnTo>
                    <a:lnTo>
                      <a:pt x="21511" y="-1903"/>
                    </a:lnTo>
                    <a:lnTo>
                      <a:pt x="13783" y="-1903"/>
                    </a:lnTo>
                    <a:close/>
                    <a:moveTo>
                      <a:pt x="46635" y="18728"/>
                    </a:moveTo>
                    <a:cubicBezTo>
                      <a:pt x="46635" y="24189"/>
                      <a:pt x="48001" y="28810"/>
                      <a:pt x="50731" y="32591"/>
                    </a:cubicBezTo>
                    <a:cubicBezTo>
                      <a:pt x="53462" y="36373"/>
                      <a:pt x="57437" y="38263"/>
                      <a:pt x="62655" y="38263"/>
                    </a:cubicBezTo>
                    <a:cubicBezTo>
                      <a:pt x="67420" y="38263"/>
                      <a:pt x="71367" y="36560"/>
                      <a:pt x="74496" y="33155"/>
                    </a:cubicBezTo>
                    <a:cubicBezTo>
                      <a:pt x="77625" y="29761"/>
                      <a:pt x="79189" y="24764"/>
                      <a:pt x="79189" y="18164"/>
                    </a:cubicBezTo>
                    <a:cubicBezTo>
                      <a:pt x="79189" y="11729"/>
                      <a:pt x="77608" y="6776"/>
                      <a:pt x="74446" y="3305"/>
                    </a:cubicBezTo>
                    <a:cubicBezTo>
                      <a:pt x="71284" y="-167"/>
                      <a:pt x="67370" y="-1903"/>
                      <a:pt x="62705" y="-1903"/>
                    </a:cubicBezTo>
                    <a:cubicBezTo>
                      <a:pt x="58117" y="-1903"/>
                      <a:pt x="54291" y="-183"/>
                      <a:pt x="51229" y="3255"/>
                    </a:cubicBezTo>
                    <a:cubicBezTo>
                      <a:pt x="48166" y="6693"/>
                      <a:pt x="46635" y="11851"/>
                      <a:pt x="46635" y="18728"/>
                    </a:cubicBezTo>
                    <a:close/>
                    <a:moveTo>
                      <a:pt x="62920" y="31845"/>
                    </a:moveTo>
                    <a:cubicBezTo>
                      <a:pt x="60565" y="31845"/>
                      <a:pt x="58620" y="30839"/>
                      <a:pt x="57083" y="28827"/>
                    </a:cubicBezTo>
                    <a:cubicBezTo>
                      <a:pt x="55546" y="26826"/>
                      <a:pt x="54778" y="23150"/>
                      <a:pt x="54778" y="17799"/>
                    </a:cubicBezTo>
                    <a:cubicBezTo>
                      <a:pt x="54778" y="12956"/>
                      <a:pt x="55552" y="9535"/>
                      <a:pt x="57099" y="7534"/>
                    </a:cubicBezTo>
                    <a:cubicBezTo>
                      <a:pt x="58658" y="5532"/>
                      <a:pt x="60582" y="4532"/>
                      <a:pt x="62871" y="4532"/>
                    </a:cubicBezTo>
                    <a:cubicBezTo>
                      <a:pt x="65248" y="4532"/>
                      <a:pt x="67204" y="5532"/>
                      <a:pt x="68741" y="7534"/>
                    </a:cubicBezTo>
                    <a:cubicBezTo>
                      <a:pt x="70278" y="9535"/>
                      <a:pt x="71046" y="13200"/>
                      <a:pt x="71046" y="18529"/>
                    </a:cubicBezTo>
                    <a:cubicBezTo>
                      <a:pt x="71046" y="23426"/>
                      <a:pt x="70267" y="26870"/>
                      <a:pt x="68708" y="28860"/>
                    </a:cubicBezTo>
                    <a:cubicBezTo>
                      <a:pt x="67160" y="30850"/>
                      <a:pt x="65231" y="31845"/>
                      <a:pt x="62920" y="31845"/>
                    </a:cubicBez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9" name="Graphic 988">
              <a:extLst>
                <a:ext uri="{FF2B5EF4-FFF2-40B4-BE49-F238E27FC236}">
                  <a16:creationId xmlns:a16="http://schemas.microsoft.com/office/drawing/2014/main" id="{195FB5FF-21B9-003F-149E-9699BA7A8A0F}"/>
                </a:ext>
              </a:extLst>
            </p:cNvPr>
            <p:cNvGrpSpPr/>
            <p:nvPr/>
          </p:nvGrpSpPr>
          <p:grpSpPr>
            <a:xfrm>
              <a:off x="4977959" y="4879381"/>
              <a:ext cx="261977" cy="80066"/>
              <a:chOff x="4982929" y="5214686"/>
              <a:chExt cx="261977" cy="80066"/>
            </a:xfrm>
            <a:solidFill>
              <a:srgbClr val="262626"/>
            </a:solidFill>
          </p:grpSpPr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A4DBF5BF-55C0-ABB3-28C0-A3F06725C7B4}"/>
                  </a:ext>
                </a:extLst>
              </p:cNvPr>
              <p:cNvSpPr/>
              <p:nvPr/>
            </p:nvSpPr>
            <p:spPr>
              <a:xfrm flipV="1">
                <a:off x="4982929" y="5229446"/>
                <a:ext cx="50165" cy="50215"/>
              </a:xfrm>
              <a:custGeom>
                <a:avLst/>
                <a:gdLst>
                  <a:gd name="connsiteX0" fmla="*/ 19188 w 50165"/>
                  <a:gd name="connsiteY0" fmla="*/ -1788 h 50215"/>
                  <a:gd name="connsiteX1" fmla="*/ 19188 w 50165"/>
                  <a:gd name="connsiteY1" fmla="*/ 19041 h 50215"/>
                  <a:gd name="connsiteX2" fmla="*/ -1492 w 50165"/>
                  <a:gd name="connsiteY2" fmla="*/ 19041 h 50215"/>
                  <a:gd name="connsiteX3" fmla="*/ -1492 w 50165"/>
                  <a:gd name="connsiteY3" fmla="*/ 27747 h 50215"/>
                  <a:gd name="connsiteX4" fmla="*/ 19188 w 50165"/>
                  <a:gd name="connsiteY4" fmla="*/ 27747 h 50215"/>
                  <a:gd name="connsiteX5" fmla="*/ 19188 w 50165"/>
                  <a:gd name="connsiteY5" fmla="*/ 48427 h 50215"/>
                  <a:gd name="connsiteX6" fmla="*/ 27994 w 50165"/>
                  <a:gd name="connsiteY6" fmla="*/ 48427 h 50215"/>
                  <a:gd name="connsiteX7" fmla="*/ 27994 w 50165"/>
                  <a:gd name="connsiteY7" fmla="*/ 27747 h 50215"/>
                  <a:gd name="connsiteX8" fmla="*/ 48674 w 50165"/>
                  <a:gd name="connsiteY8" fmla="*/ 27747 h 50215"/>
                  <a:gd name="connsiteX9" fmla="*/ 48674 w 50165"/>
                  <a:gd name="connsiteY9" fmla="*/ 19041 h 50215"/>
                  <a:gd name="connsiteX10" fmla="*/ 27994 w 50165"/>
                  <a:gd name="connsiteY10" fmla="*/ 19041 h 50215"/>
                  <a:gd name="connsiteX11" fmla="*/ 27994 w 50165"/>
                  <a:gd name="connsiteY11" fmla="*/ -1788 h 50215"/>
                  <a:gd name="connsiteX12" fmla="*/ 19188 w 50165"/>
                  <a:gd name="connsiteY12" fmla="*/ -1788 h 502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0165" h="50215">
                    <a:moveTo>
                      <a:pt x="19188" y="-1788"/>
                    </a:moveTo>
                    <a:lnTo>
                      <a:pt x="19188" y="19041"/>
                    </a:lnTo>
                    <a:lnTo>
                      <a:pt x="-1492" y="19041"/>
                    </a:lnTo>
                    <a:lnTo>
                      <a:pt x="-1492" y="27747"/>
                    </a:lnTo>
                    <a:lnTo>
                      <a:pt x="19188" y="27747"/>
                    </a:lnTo>
                    <a:lnTo>
                      <a:pt x="19188" y="48427"/>
                    </a:lnTo>
                    <a:lnTo>
                      <a:pt x="27994" y="48427"/>
                    </a:lnTo>
                    <a:lnTo>
                      <a:pt x="27994" y="27747"/>
                    </a:lnTo>
                    <a:lnTo>
                      <a:pt x="48674" y="27747"/>
                    </a:lnTo>
                    <a:lnTo>
                      <a:pt x="48674" y="19041"/>
                    </a:lnTo>
                    <a:lnTo>
                      <a:pt x="27994" y="19041"/>
                    </a:lnTo>
                    <a:lnTo>
                      <a:pt x="27994" y="-1788"/>
                    </a:lnTo>
                    <a:lnTo>
                      <a:pt x="19188" y="-1788"/>
                    </a:ln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69609475-18BF-0614-6697-0AB7F8E14558}"/>
                  </a:ext>
                </a:extLst>
              </p:cNvPr>
              <p:cNvSpPr/>
              <p:nvPr/>
            </p:nvSpPr>
            <p:spPr>
              <a:xfrm flipV="1">
                <a:off x="5043468" y="5215664"/>
                <a:ext cx="49751" cy="77628"/>
              </a:xfrm>
              <a:custGeom>
                <a:avLst/>
                <a:gdLst>
                  <a:gd name="connsiteX0" fmla="*/ -1385 w 49751"/>
                  <a:gd name="connsiteY0" fmla="*/ 19600 h 77628"/>
                  <a:gd name="connsiteX1" fmla="*/ 7935 w 49751"/>
                  <a:gd name="connsiteY1" fmla="*/ 20844 h 77628"/>
                  <a:gd name="connsiteX2" fmla="*/ 13407 w 49751"/>
                  <a:gd name="connsiteY2" fmla="*/ 9418 h 77628"/>
                  <a:gd name="connsiteX3" fmla="*/ 22810 w 49751"/>
                  <a:gd name="connsiteY3" fmla="*/ 5919 h 77628"/>
                  <a:gd name="connsiteX4" fmla="*/ 33921 w 49751"/>
                  <a:gd name="connsiteY4" fmla="*/ 10479 h 77628"/>
                  <a:gd name="connsiteX5" fmla="*/ 38465 w 49751"/>
                  <a:gd name="connsiteY5" fmla="*/ 21789 h 77628"/>
                  <a:gd name="connsiteX6" fmla="*/ 34269 w 49751"/>
                  <a:gd name="connsiteY6" fmla="*/ 32370 h 77628"/>
                  <a:gd name="connsiteX7" fmla="*/ 23590 w 49751"/>
                  <a:gd name="connsiteY7" fmla="*/ 36549 h 77628"/>
                  <a:gd name="connsiteX8" fmla="*/ 17006 w 49751"/>
                  <a:gd name="connsiteY8" fmla="*/ 35521 h 77628"/>
                  <a:gd name="connsiteX9" fmla="*/ 18051 w 49751"/>
                  <a:gd name="connsiteY9" fmla="*/ 43713 h 77628"/>
                  <a:gd name="connsiteX10" fmla="*/ 19543 w 49751"/>
                  <a:gd name="connsiteY10" fmla="*/ 43597 h 77628"/>
                  <a:gd name="connsiteX11" fmla="*/ 30273 w 49751"/>
                  <a:gd name="connsiteY11" fmla="*/ 46698 h 77628"/>
                  <a:gd name="connsiteX12" fmla="*/ 35049 w 49751"/>
                  <a:gd name="connsiteY12" fmla="*/ 56300 h 77628"/>
                  <a:gd name="connsiteX13" fmla="*/ 31566 w 49751"/>
                  <a:gd name="connsiteY13" fmla="*/ 64791 h 77628"/>
                  <a:gd name="connsiteX14" fmla="*/ 22611 w 49751"/>
                  <a:gd name="connsiteY14" fmla="*/ 68174 h 77628"/>
                  <a:gd name="connsiteX15" fmla="*/ 13540 w 49751"/>
                  <a:gd name="connsiteY15" fmla="*/ 64741 h 77628"/>
                  <a:gd name="connsiteX16" fmla="*/ 8880 w 49751"/>
                  <a:gd name="connsiteY16" fmla="*/ 54492 h 77628"/>
                  <a:gd name="connsiteX17" fmla="*/ -457 w 49751"/>
                  <a:gd name="connsiteY17" fmla="*/ 56151 h 77628"/>
                  <a:gd name="connsiteX18" fmla="*/ 7304 w 49751"/>
                  <a:gd name="connsiteY18" fmla="*/ 70678 h 77628"/>
                  <a:gd name="connsiteX19" fmla="*/ 22396 w 49751"/>
                  <a:gd name="connsiteY19" fmla="*/ 75836 h 77628"/>
                  <a:gd name="connsiteX20" fmla="*/ 33838 w 49751"/>
                  <a:gd name="connsiteY20" fmla="*/ 73166 h 77628"/>
                  <a:gd name="connsiteX21" fmla="*/ 41848 w 49751"/>
                  <a:gd name="connsiteY21" fmla="*/ 65885 h 77628"/>
                  <a:gd name="connsiteX22" fmla="*/ 44634 w 49751"/>
                  <a:gd name="connsiteY22" fmla="*/ 56084 h 77628"/>
                  <a:gd name="connsiteX23" fmla="*/ 41981 w 49751"/>
                  <a:gd name="connsiteY23" fmla="*/ 47129 h 77628"/>
                  <a:gd name="connsiteX24" fmla="*/ 34170 w 49751"/>
                  <a:gd name="connsiteY24" fmla="*/ 40695 h 77628"/>
                  <a:gd name="connsiteX25" fmla="*/ 44634 w 49751"/>
                  <a:gd name="connsiteY25" fmla="*/ 34244 h 77628"/>
                  <a:gd name="connsiteX26" fmla="*/ 48366 w 49751"/>
                  <a:gd name="connsiteY26" fmla="*/ 21988 h 77628"/>
                  <a:gd name="connsiteX27" fmla="*/ 41102 w 49751"/>
                  <a:gd name="connsiteY27" fmla="*/ 5123 h 77628"/>
                  <a:gd name="connsiteX28" fmla="*/ 22760 w 49751"/>
                  <a:gd name="connsiteY28" fmla="*/ -1793 h 77628"/>
                  <a:gd name="connsiteX29" fmla="*/ 6144 w 49751"/>
                  <a:gd name="connsiteY29" fmla="*/ 4161 h 77628"/>
                  <a:gd name="connsiteX30" fmla="*/ -1385 w 49751"/>
                  <a:gd name="connsiteY30" fmla="*/ 19600 h 77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9751" h="77628">
                    <a:moveTo>
                      <a:pt x="-1385" y="19600"/>
                    </a:moveTo>
                    <a:lnTo>
                      <a:pt x="7935" y="20844"/>
                    </a:lnTo>
                    <a:cubicBezTo>
                      <a:pt x="9007" y="15559"/>
                      <a:pt x="10831" y="11751"/>
                      <a:pt x="13407" y="9418"/>
                    </a:cubicBezTo>
                    <a:cubicBezTo>
                      <a:pt x="15983" y="7085"/>
                      <a:pt x="19117" y="5919"/>
                      <a:pt x="22810" y="5919"/>
                    </a:cubicBezTo>
                    <a:cubicBezTo>
                      <a:pt x="27199" y="5919"/>
                      <a:pt x="30903" y="7439"/>
                      <a:pt x="33921" y="10479"/>
                    </a:cubicBezTo>
                    <a:cubicBezTo>
                      <a:pt x="36951" y="13519"/>
                      <a:pt x="38465" y="17290"/>
                      <a:pt x="38465" y="21789"/>
                    </a:cubicBezTo>
                    <a:cubicBezTo>
                      <a:pt x="38465" y="26068"/>
                      <a:pt x="37067" y="29595"/>
                      <a:pt x="34269" y="32370"/>
                    </a:cubicBezTo>
                    <a:cubicBezTo>
                      <a:pt x="31472" y="35156"/>
                      <a:pt x="27912" y="36549"/>
                      <a:pt x="23590" y="36549"/>
                    </a:cubicBezTo>
                    <a:cubicBezTo>
                      <a:pt x="21832" y="36549"/>
                      <a:pt x="19637" y="36206"/>
                      <a:pt x="17006" y="35521"/>
                    </a:cubicBezTo>
                    <a:lnTo>
                      <a:pt x="18051" y="43713"/>
                    </a:lnTo>
                    <a:cubicBezTo>
                      <a:pt x="18670" y="43635"/>
                      <a:pt x="19167" y="43597"/>
                      <a:pt x="19543" y="43597"/>
                    </a:cubicBezTo>
                    <a:cubicBezTo>
                      <a:pt x="23523" y="43597"/>
                      <a:pt x="27100" y="44630"/>
                      <a:pt x="30273" y="46698"/>
                    </a:cubicBezTo>
                    <a:cubicBezTo>
                      <a:pt x="33457" y="48776"/>
                      <a:pt x="35049" y="51977"/>
                      <a:pt x="35049" y="56300"/>
                    </a:cubicBezTo>
                    <a:cubicBezTo>
                      <a:pt x="35049" y="59716"/>
                      <a:pt x="33888" y="62546"/>
                      <a:pt x="31566" y="64791"/>
                    </a:cubicBezTo>
                    <a:cubicBezTo>
                      <a:pt x="29256" y="67046"/>
                      <a:pt x="26271" y="68174"/>
                      <a:pt x="22611" y="68174"/>
                    </a:cubicBezTo>
                    <a:cubicBezTo>
                      <a:pt x="18985" y="68174"/>
                      <a:pt x="15961" y="67030"/>
                      <a:pt x="13540" y="64741"/>
                    </a:cubicBezTo>
                    <a:cubicBezTo>
                      <a:pt x="11119" y="62464"/>
                      <a:pt x="9565" y="59047"/>
                      <a:pt x="8880" y="54492"/>
                    </a:cubicBezTo>
                    <a:lnTo>
                      <a:pt x="-457" y="56151"/>
                    </a:lnTo>
                    <a:cubicBezTo>
                      <a:pt x="682" y="62397"/>
                      <a:pt x="3269" y="67240"/>
                      <a:pt x="7304" y="70678"/>
                    </a:cubicBezTo>
                    <a:cubicBezTo>
                      <a:pt x="11351" y="74116"/>
                      <a:pt x="16381" y="75836"/>
                      <a:pt x="22396" y="75836"/>
                    </a:cubicBezTo>
                    <a:cubicBezTo>
                      <a:pt x="26541" y="75836"/>
                      <a:pt x="30356" y="74945"/>
                      <a:pt x="33838" y="73166"/>
                    </a:cubicBezTo>
                    <a:cubicBezTo>
                      <a:pt x="37332" y="71386"/>
                      <a:pt x="40002" y="68959"/>
                      <a:pt x="41848" y="65885"/>
                    </a:cubicBezTo>
                    <a:cubicBezTo>
                      <a:pt x="43706" y="62812"/>
                      <a:pt x="44634" y="59545"/>
                      <a:pt x="44634" y="56084"/>
                    </a:cubicBezTo>
                    <a:cubicBezTo>
                      <a:pt x="44634" y="52812"/>
                      <a:pt x="43750" y="49827"/>
                      <a:pt x="41981" y="47129"/>
                    </a:cubicBezTo>
                    <a:cubicBezTo>
                      <a:pt x="40223" y="44431"/>
                      <a:pt x="37619" y="42287"/>
                      <a:pt x="34170" y="40695"/>
                    </a:cubicBezTo>
                    <a:cubicBezTo>
                      <a:pt x="38659" y="39666"/>
                      <a:pt x="42147" y="37516"/>
                      <a:pt x="44634" y="34244"/>
                    </a:cubicBezTo>
                    <a:cubicBezTo>
                      <a:pt x="47122" y="30982"/>
                      <a:pt x="48366" y="26897"/>
                      <a:pt x="48366" y="21988"/>
                    </a:cubicBezTo>
                    <a:cubicBezTo>
                      <a:pt x="48366" y="15355"/>
                      <a:pt x="45944" y="9733"/>
                      <a:pt x="41102" y="5123"/>
                    </a:cubicBezTo>
                    <a:cubicBezTo>
                      <a:pt x="36271" y="512"/>
                      <a:pt x="30157" y="-1793"/>
                      <a:pt x="22760" y="-1793"/>
                    </a:cubicBezTo>
                    <a:cubicBezTo>
                      <a:pt x="16094" y="-1793"/>
                      <a:pt x="10555" y="192"/>
                      <a:pt x="6144" y="4161"/>
                    </a:cubicBezTo>
                    <a:cubicBezTo>
                      <a:pt x="1743" y="8141"/>
                      <a:pt x="-766" y="13287"/>
                      <a:pt x="-1385" y="19600"/>
                    </a:cubicBez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765815E8-3940-87B2-48E0-2F96EA153BA8}"/>
                  </a:ext>
                </a:extLst>
              </p:cNvPr>
              <p:cNvSpPr/>
              <p:nvPr/>
            </p:nvSpPr>
            <p:spPr>
              <a:xfrm flipV="1">
                <a:off x="5099378" y="5215980"/>
                <a:ext cx="52553" cy="75969"/>
              </a:xfrm>
              <a:custGeom>
                <a:avLst/>
                <a:gdLst>
                  <a:gd name="connsiteX0" fmla="*/ 31693 w 52553"/>
                  <a:gd name="connsiteY0" fmla="*/ -1824 h 75969"/>
                  <a:gd name="connsiteX1" fmla="*/ 31693 w 52553"/>
                  <a:gd name="connsiteY1" fmla="*/ 16368 h 75969"/>
                  <a:gd name="connsiteX2" fmla="*/ -1276 w 52553"/>
                  <a:gd name="connsiteY2" fmla="*/ 16368 h 75969"/>
                  <a:gd name="connsiteX3" fmla="*/ -1276 w 52553"/>
                  <a:gd name="connsiteY3" fmla="*/ 24926 h 75969"/>
                  <a:gd name="connsiteX4" fmla="*/ 33401 w 52553"/>
                  <a:gd name="connsiteY4" fmla="*/ 74146 h 75969"/>
                  <a:gd name="connsiteX5" fmla="*/ 41013 w 52553"/>
                  <a:gd name="connsiteY5" fmla="*/ 74146 h 75969"/>
                  <a:gd name="connsiteX6" fmla="*/ 41013 w 52553"/>
                  <a:gd name="connsiteY6" fmla="*/ 24926 h 75969"/>
                  <a:gd name="connsiteX7" fmla="*/ 51278 w 52553"/>
                  <a:gd name="connsiteY7" fmla="*/ 24926 h 75969"/>
                  <a:gd name="connsiteX8" fmla="*/ 51278 w 52553"/>
                  <a:gd name="connsiteY8" fmla="*/ 16368 h 75969"/>
                  <a:gd name="connsiteX9" fmla="*/ 41013 w 52553"/>
                  <a:gd name="connsiteY9" fmla="*/ 16368 h 75969"/>
                  <a:gd name="connsiteX10" fmla="*/ 41013 w 52553"/>
                  <a:gd name="connsiteY10" fmla="*/ -1824 h 75969"/>
                  <a:gd name="connsiteX11" fmla="*/ 31693 w 52553"/>
                  <a:gd name="connsiteY11" fmla="*/ -1824 h 75969"/>
                  <a:gd name="connsiteX12" fmla="*/ 31693 w 52553"/>
                  <a:gd name="connsiteY12" fmla="*/ 24926 h 75969"/>
                  <a:gd name="connsiteX13" fmla="*/ 31693 w 52553"/>
                  <a:gd name="connsiteY13" fmla="*/ 59171 h 75969"/>
                  <a:gd name="connsiteX14" fmla="*/ 7895 w 52553"/>
                  <a:gd name="connsiteY14" fmla="*/ 24926 h 75969"/>
                  <a:gd name="connsiteX15" fmla="*/ 31693 w 52553"/>
                  <a:gd name="connsiteY15" fmla="*/ 24926 h 75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2553" h="75969">
                    <a:moveTo>
                      <a:pt x="31693" y="-1824"/>
                    </a:moveTo>
                    <a:lnTo>
                      <a:pt x="31693" y="16368"/>
                    </a:lnTo>
                    <a:lnTo>
                      <a:pt x="-1276" y="16368"/>
                    </a:lnTo>
                    <a:lnTo>
                      <a:pt x="-1276" y="24926"/>
                    </a:lnTo>
                    <a:lnTo>
                      <a:pt x="33401" y="74146"/>
                    </a:lnTo>
                    <a:lnTo>
                      <a:pt x="41013" y="74146"/>
                    </a:lnTo>
                    <a:lnTo>
                      <a:pt x="41013" y="24926"/>
                    </a:lnTo>
                    <a:lnTo>
                      <a:pt x="51278" y="24926"/>
                    </a:lnTo>
                    <a:lnTo>
                      <a:pt x="51278" y="16368"/>
                    </a:lnTo>
                    <a:lnTo>
                      <a:pt x="41013" y="16368"/>
                    </a:lnTo>
                    <a:lnTo>
                      <a:pt x="41013" y="-1824"/>
                    </a:lnTo>
                    <a:lnTo>
                      <a:pt x="31693" y="-1824"/>
                    </a:lnTo>
                    <a:close/>
                    <a:moveTo>
                      <a:pt x="31693" y="24926"/>
                    </a:moveTo>
                    <a:lnTo>
                      <a:pt x="31693" y="59171"/>
                    </a:lnTo>
                    <a:lnTo>
                      <a:pt x="7895" y="24926"/>
                    </a:lnTo>
                    <a:lnTo>
                      <a:pt x="31693" y="24926"/>
                    </a:ln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A3252680-04AD-7D93-4988-8E3531AB0DF8}"/>
                  </a:ext>
                </a:extLst>
              </p:cNvPr>
              <p:cNvSpPr/>
              <p:nvPr/>
            </p:nvSpPr>
            <p:spPr>
              <a:xfrm flipV="1">
                <a:off x="5163232" y="5214686"/>
                <a:ext cx="81674" cy="80066"/>
              </a:xfrm>
              <a:custGeom>
                <a:avLst/>
                <a:gdLst>
                  <a:gd name="connsiteX0" fmla="*/ -2436 w 81674"/>
                  <a:gd name="connsiteY0" fmla="*/ 58752 h 80066"/>
                  <a:gd name="connsiteX1" fmla="*/ 1661 w 81674"/>
                  <a:gd name="connsiteY1" fmla="*/ 72583 h 80066"/>
                  <a:gd name="connsiteX2" fmla="*/ 13518 w 81674"/>
                  <a:gd name="connsiteY2" fmla="*/ 78288 h 80066"/>
                  <a:gd name="connsiteX3" fmla="*/ 25359 w 81674"/>
                  <a:gd name="connsiteY3" fmla="*/ 73180 h 80066"/>
                  <a:gd name="connsiteX4" fmla="*/ 30052 w 81674"/>
                  <a:gd name="connsiteY4" fmla="*/ 58188 h 80066"/>
                  <a:gd name="connsiteX5" fmla="*/ 25309 w 81674"/>
                  <a:gd name="connsiteY5" fmla="*/ 43346 h 80066"/>
                  <a:gd name="connsiteX6" fmla="*/ 13634 w 81674"/>
                  <a:gd name="connsiteY6" fmla="*/ 38139 h 80066"/>
                  <a:gd name="connsiteX7" fmla="*/ 2141 w 81674"/>
                  <a:gd name="connsiteY7" fmla="*/ 43263 h 80066"/>
                  <a:gd name="connsiteX8" fmla="*/ -2436 w 81674"/>
                  <a:gd name="connsiteY8" fmla="*/ 58752 h 80066"/>
                  <a:gd name="connsiteX9" fmla="*/ 13783 w 81674"/>
                  <a:gd name="connsiteY9" fmla="*/ 71870 h 80066"/>
                  <a:gd name="connsiteX10" fmla="*/ 8012 w 81674"/>
                  <a:gd name="connsiteY10" fmla="*/ 68852 h 80066"/>
                  <a:gd name="connsiteX11" fmla="*/ 5707 w 81674"/>
                  <a:gd name="connsiteY11" fmla="*/ 57824 h 80066"/>
                  <a:gd name="connsiteX12" fmla="*/ 8029 w 81674"/>
                  <a:gd name="connsiteY12" fmla="*/ 47525 h 80066"/>
                  <a:gd name="connsiteX13" fmla="*/ 13783 w 81674"/>
                  <a:gd name="connsiteY13" fmla="*/ 44557 h 80066"/>
                  <a:gd name="connsiteX14" fmla="*/ 19621 w 81674"/>
                  <a:gd name="connsiteY14" fmla="*/ 47558 h 80066"/>
                  <a:gd name="connsiteX15" fmla="*/ 21926 w 81674"/>
                  <a:gd name="connsiteY15" fmla="*/ 58553 h 80066"/>
                  <a:gd name="connsiteX16" fmla="*/ 19588 w 81674"/>
                  <a:gd name="connsiteY16" fmla="*/ 68885 h 80066"/>
                  <a:gd name="connsiteX17" fmla="*/ 13783 w 81674"/>
                  <a:gd name="connsiteY17" fmla="*/ 71870 h 80066"/>
                  <a:gd name="connsiteX18" fmla="*/ 13833 w 81674"/>
                  <a:gd name="connsiteY18" fmla="*/ -1778 h 80066"/>
                  <a:gd name="connsiteX19" fmla="*/ 55392 w 81674"/>
                  <a:gd name="connsiteY19" fmla="*/ 78288 h 80066"/>
                  <a:gd name="connsiteX20" fmla="*/ 62970 w 81674"/>
                  <a:gd name="connsiteY20" fmla="*/ 78288 h 80066"/>
                  <a:gd name="connsiteX21" fmla="*/ 21561 w 81674"/>
                  <a:gd name="connsiteY21" fmla="*/ -1778 h 80066"/>
                  <a:gd name="connsiteX22" fmla="*/ 13833 w 81674"/>
                  <a:gd name="connsiteY22" fmla="*/ -1778 h 80066"/>
                  <a:gd name="connsiteX23" fmla="*/ 46685 w 81674"/>
                  <a:gd name="connsiteY23" fmla="*/ 18852 h 80066"/>
                  <a:gd name="connsiteX24" fmla="*/ 50781 w 81674"/>
                  <a:gd name="connsiteY24" fmla="*/ 32716 h 80066"/>
                  <a:gd name="connsiteX25" fmla="*/ 62705 w 81674"/>
                  <a:gd name="connsiteY25" fmla="*/ 38387 h 80066"/>
                  <a:gd name="connsiteX26" fmla="*/ 74546 w 81674"/>
                  <a:gd name="connsiteY26" fmla="*/ 33280 h 80066"/>
                  <a:gd name="connsiteX27" fmla="*/ 79239 w 81674"/>
                  <a:gd name="connsiteY27" fmla="*/ 18288 h 80066"/>
                  <a:gd name="connsiteX28" fmla="*/ 74496 w 81674"/>
                  <a:gd name="connsiteY28" fmla="*/ 3429 h 80066"/>
                  <a:gd name="connsiteX29" fmla="*/ 62755 w 81674"/>
                  <a:gd name="connsiteY29" fmla="*/ -1778 h 80066"/>
                  <a:gd name="connsiteX30" fmla="*/ 51279 w 81674"/>
                  <a:gd name="connsiteY30" fmla="*/ 3379 h 80066"/>
                  <a:gd name="connsiteX31" fmla="*/ 46685 w 81674"/>
                  <a:gd name="connsiteY31" fmla="*/ 18852 h 80066"/>
                  <a:gd name="connsiteX32" fmla="*/ 62970 w 81674"/>
                  <a:gd name="connsiteY32" fmla="*/ 31970 h 80066"/>
                  <a:gd name="connsiteX33" fmla="*/ 57133 w 81674"/>
                  <a:gd name="connsiteY33" fmla="*/ 28951 h 80066"/>
                  <a:gd name="connsiteX34" fmla="*/ 54828 w 81674"/>
                  <a:gd name="connsiteY34" fmla="*/ 17923 h 80066"/>
                  <a:gd name="connsiteX35" fmla="*/ 57150 w 81674"/>
                  <a:gd name="connsiteY35" fmla="*/ 7658 h 80066"/>
                  <a:gd name="connsiteX36" fmla="*/ 62921 w 81674"/>
                  <a:gd name="connsiteY36" fmla="*/ 4656 h 80066"/>
                  <a:gd name="connsiteX37" fmla="*/ 68791 w 81674"/>
                  <a:gd name="connsiteY37" fmla="*/ 7658 h 80066"/>
                  <a:gd name="connsiteX38" fmla="*/ 71097 w 81674"/>
                  <a:gd name="connsiteY38" fmla="*/ 18653 h 80066"/>
                  <a:gd name="connsiteX39" fmla="*/ 68758 w 81674"/>
                  <a:gd name="connsiteY39" fmla="*/ 28984 h 80066"/>
                  <a:gd name="connsiteX40" fmla="*/ 62970 w 81674"/>
                  <a:gd name="connsiteY40" fmla="*/ 31970 h 80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81674" h="80066">
                    <a:moveTo>
                      <a:pt x="-2436" y="58752"/>
                    </a:moveTo>
                    <a:cubicBezTo>
                      <a:pt x="-2436" y="64181"/>
                      <a:pt x="-1070" y="68791"/>
                      <a:pt x="1661" y="72583"/>
                    </a:cubicBezTo>
                    <a:cubicBezTo>
                      <a:pt x="4391" y="76386"/>
                      <a:pt x="8344" y="78288"/>
                      <a:pt x="13518" y="78288"/>
                    </a:cubicBezTo>
                    <a:cubicBezTo>
                      <a:pt x="18294" y="78288"/>
                      <a:pt x="22241" y="76585"/>
                      <a:pt x="25359" y="73180"/>
                    </a:cubicBezTo>
                    <a:cubicBezTo>
                      <a:pt x="28487" y="69786"/>
                      <a:pt x="30052" y="64789"/>
                      <a:pt x="30052" y="58188"/>
                    </a:cubicBezTo>
                    <a:cubicBezTo>
                      <a:pt x="30052" y="51765"/>
                      <a:pt x="28471" y="46817"/>
                      <a:pt x="25309" y="43346"/>
                    </a:cubicBezTo>
                    <a:cubicBezTo>
                      <a:pt x="22147" y="39875"/>
                      <a:pt x="18255" y="38139"/>
                      <a:pt x="13634" y="38139"/>
                    </a:cubicBezTo>
                    <a:cubicBezTo>
                      <a:pt x="9035" y="38139"/>
                      <a:pt x="5204" y="39847"/>
                      <a:pt x="2141" y="43263"/>
                    </a:cubicBezTo>
                    <a:cubicBezTo>
                      <a:pt x="-910" y="46679"/>
                      <a:pt x="-2436" y="51842"/>
                      <a:pt x="-2436" y="58752"/>
                    </a:cubicBezTo>
                    <a:close/>
                    <a:moveTo>
                      <a:pt x="13783" y="71870"/>
                    </a:moveTo>
                    <a:cubicBezTo>
                      <a:pt x="11473" y="71870"/>
                      <a:pt x="9549" y="70864"/>
                      <a:pt x="8012" y="68852"/>
                    </a:cubicBezTo>
                    <a:cubicBezTo>
                      <a:pt x="6475" y="66851"/>
                      <a:pt x="5707" y="63175"/>
                      <a:pt x="5707" y="57824"/>
                    </a:cubicBezTo>
                    <a:cubicBezTo>
                      <a:pt x="5707" y="52948"/>
                      <a:pt x="6481" y="49515"/>
                      <a:pt x="8029" y="47525"/>
                    </a:cubicBezTo>
                    <a:cubicBezTo>
                      <a:pt x="9588" y="45546"/>
                      <a:pt x="11506" y="44557"/>
                      <a:pt x="13783" y="44557"/>
                    </a:cubicBezTo>
                    <a:cubicBezTo>
                      <a:pt x="16138" y="44557"/>
                      <a:pt x="18084" y="45557"/>
                      <a:pt x="19621" y="47558"/>
                    </a:cubicBezTo>
                    <a:cubicBezTo>
                      <a:pt x="21157" y="49570"/>
                      <a:pt x="21926" y="53235"/>
                      <a:pt x="21926" y="58553"/>
                    </a:cubicBezTo>
                    <a:cubicBezTo>
                      <a:pt x="21926" y="63462"/>
                      <a:pt x="21146" y="66906"/>
                      <a:pt x="19588" y="68885"/>
                    </a:cubicBezTo>
                    <a:cubicBezTo>
                      <a:pt x="18029" y="70875"/>
                      <a:pt x="16094" y="71870"/>
                      <a:pt x="13783" y="71870"/>
                    </a:cubicBezTo>
                    <a:close/>
                    <a:moveTo>
                      <a:pt x="13833" y="-1778"/>
                    </a:moveTo>
                    <a:lnTo>
                      <a:pt x="55392" y="78288"/>
                    </a:lnTo>
                    <a:lnTo>
                      <a:pt x="62970" y="78288"/>
                    </a:lnTo>
                    <a:lnTo>
                      <a:pt x="21561" y="-1778"/>
                    </a:lnTo>
                    <a:lnTo>
                      <a:pt x="13833" y="-1778"/>
                    </a:lnTo>
                    <a:close/>
                    <a:moveTo>
                      <a:pt x="46685" y="18852"/>
                    </a:moveTo>
                    <a:cubicBezTo>
                      <a:pt x="46685" y="24313"/>
                      <a:pt x="48051" y="28935"/>
                      <a:pt x="50781" y="32716"/>
                    </a:cubicBezTo>
                    <a:cubicBezTo>
                      <a:pt x="53512" y="36497"/>
                      <a:pt x="57487" y="38387"/>
                      <a:pt x="62705" y="38387"/>
                    </a:cubicBezTo>
                    <a:cubicBezTo>
                      <a:pt x="67470" y="38387"/>
                      <a:pt x="71417" y="36685"/>
                      <a:pt x="74546" y="33280"/>
                    </a:cubicBezTo>
                    <a:cubicBezTo>
                      <a:pt x="77675" y="29885"/>
                      <a:pt x="79239" y="24888"/>
                      <a:pt x="79239" y="18288"/>
                    </a:cubicBezTo>
                    <a:cubicBezTo>
                      <a:pt x="79239" y="11854"/>
                      <a:pt x="77658" y="6901"/>
                      <a:pt x="74496" y="3429"/>
                    </a:cubicBezTo>
                    <a:cubicBezTo>
                      <a:pt x="71334" y="-43"/>
                      <a:pt x="67420" y="-1778"/>
                      <a:pt x="62755" y="-1778"/>
                    </a:cubicBezTo>
                    <a:cubicBezTo>
                      <a:pt x="58167" y="-1778"/>
                      <a:pt x="54341" y="-59"/>
                      <a:pt x="51279" y="3379"/>
                    </a:cubicBezTo>
                    <a:cubicBezTo>
                      <a:pt x="48216" y="6818"/>
                      <a:pt x="46685" y="11975"/>
                      <a:pt x="46685" y="18852"/>
                    </a:cubicBezTo>
                    <a:close/>
                    <a:moveTo>
                      <a:pt x="62970" y="31970"/>
                    </a:moveTo>
                    <a:cubicBezTo>
                      <a:pt x="60616" y="31970"/>
                      <a:pt x="58670" y="30963"/>
                      <a:pt x="57133" y="28951"/>
                    </a:cubicBezTo>
                    <a:cubicBezTo>
                      <a:pt x="55596" y="26950"/>
                      <a:pt x="54828" y="23274"/>
                      <a:pt x="54828" y="17923"/>
                    </a:cubicBezTo>
                    <a:cubicBezTo>
                      <a:pt x="54828" y="13081"/>
                      <a:pt x="55602" y="9659"/>
                      <a:pt x="57150" y="7658"/>
                    </a:cubicBezTo>
                    <a:cubicBezTo>
                      <a:pt x="58708" y="5657"/>
                      <a:pt x="60632" y="4656"/>
                      <a:pt x="62921" y="4656"/>
                    </a:cubicBezTo>
                    <a:cubicBezTo>
                      <a:pt x="65298" y="4656"/>
                      <a:pt x="67255" y="5657"/>
                      <a:pt x="68791" y="7658"/>
                    </a:cubicBezTo>
                    <a:cubicBezTo>
                      <a:pt x="70328" y="9659"/>
                      <a:pt x="71097" y="13324"/>
                      <a:pt x="71097" y="18653"/>
                    </a:cubicBezTo>
                    <a:cubicBezTo>
                      <a:pt x="71097" y="23551"/>
                      <a:pt x="70317" y="26994"/>
                      <a:pt x="68758" y="28984"/>
                    </a:cubicBezTo>
                    <a:cubicBezTo>
                      <a:pt x="67210" y="30975"/>
                      <a:pt x="65281" y="31970"/>
                      <a:pt x="62970" y="31970"/>
                    </a:cubicBez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E1B36B1-B7E8-27C9-C0C1-FD99737B2E14}"/>
                </a:ext>
              </a:extLst>
            </p:cNvPr>
            <p:cNvSpPr/>
            <p:nvPr/>
          </p:nvSpPr>
          <p:spPr>
            <a:xfrm>
              <a:off x="3461140" y="1563279"/>
              <a:ext cx="1891143" cy="2132584"/>
            </a:xfrm>
            <a:custGeom>
              <a:avLst/>
              <a:gdLst>
                <a:gd name="connsiteX0" fmla="*/ 0 w 1891143"/>
                <a:gd name="connsiteY0" fmla="*/ 2132585 h 2132584"/>
                <a:gd name="connsiteX1" fmla="*/ 1891144 w 1891143"/>
                <a:gd name="connsiteY1" fmla="*/ 2132585 h 2132584"/>
                <a:gd name="connsiteX2" fmla="*/ 1891144 w 1891143"/>
                <a:gd name="connsiteY2" fmla="*/ 0 h 2132584"/>
                <a:gd name="connsiteX3" fmla="*/ 0 w 1891143"/>
                <a:gd name="connsiteY3" fmla="*/ 0 h 2132584"/>
                <a:gd name="connsiteX4" fmla="*/ 0 w 1891143"/>
                <a:gd name="connsiteY4" fmla="*/ 2132585 h 2132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1143" h="2132584">
                  <a:moveTo>
                    <a:pt x="0" y="2132585"/>
                  </a:moveTo>
                  <a:lnTo>
                    <a:pt x="1891144" y="2132585"/>
                  </a:lnTo>
                  <a:lnTo>
                    <a:pt x="1891144" y="0"/>
                  </a:lnTo>
                  <a:lnTo>
                    <a:pt x="0" y="0"/>
                  </a:lnTo>
                  <a:lnTo>
                    <a:pt x="0" y="2132585"/>
                  </a:lnTo>
                  <a:close/>
                </a:path>
              </a:pathLst>
            </a:custGeom>
            <a:noFill/>
            <a:ln w="8845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E443002-34E7-044E-AC30-133B144568E3}"/>
                </a:ext>
              </a:extLst>
            </p:cNvPr>
            <p:cNvSpPr/>
            <p:nvPr/>
          </p:nvSpPr>
          <p:spPr>
            <a:xfrm>
              <a:off x="4489453" y="1766321"/>
              <a:ext cx="307307" cy="1874865"/>
            </a:xfrm>
            <a:custGeom>
              <a:avLst/>
              <a:gdLst>
                <a:gd name="connsiteX0" fmla="*/ 0 w 307307"/>
                <a:gd name="connsiteY0" fmla="*/ 1874865 h 1874865"/>
                <a:gd name="connsiteX1" fmla="*/ 307307 w 307307"/>
                <a:gd name="connsiteY1" fmla="*/ 1874865 h 1874865"/>
                <a:gd name="connsiteX2" fmla="*/ 307307 w 307307"/>
                <a:gd name="connsiteY2" fmla="*/ 0 h 1874865"/>
                <a:gd name="connsiteX3" fmla="*/ 0 w 307307"/>
                <a:gd name="connsiteY3" fmla="*/ 0 h 1874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307" h="1874865">
                  <a:moveTo>
                    <a:pt x="0" y="1874865"/>
                  </a:moveTo>
                  <a:lnTo>
                    <a:pt x="307307" y="1874865"/>
                  </a:lnTo>
                  <a:lnTo>
                    <a:pt x="3073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BA45"/>
            </a:solidFill>
            <a:ln w="884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5AF884E-CCBE-4214-B670-9505C5F9C6C7}"/>
                </a:ext>
              </a:extLst>
            </p:cNvPr>
            <p:cNvSpPr/>
            <p:nvPr/>
          </p:nvSpPr>
          <p:spPr>
            <a:xfrm>
              <a:off x="4962235" y="2322769"/>
              <a:ext cx="307315" cy="1318417"/>
            </a:xfrm>
            <a:custGeom>
              <a:avLst/>
              <a:gdLst>
                <a:gd name="connsiteX0" fmla="*/ 0 w 307315"/>
                <a:gd name="connsiteY0" fmla="*/ 1318418 h 1318417"/>
                <a:gd name="connsiteX1" fmla="*/ 307316 w 307315"/>
                <a:gd name="connsiteY1" fmla="*/ 1318418 h 1318417"/>
                <a:gd name="connsiteX2" fmla="*/ 307316 w 307315"/>
                <a:gd name="connsiteY2" fmla="*/ 0 h 1318417"/>
                <a:gd name="connsiteX3" fmla="*/ 0 w 307315"/>
                <a:gd name="connsiteY3" fmla="*/ 0 h 131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315" h="1318417">
                  <a:moveTo>
                    <a:pt x="0" y="1318418"/>
                  </a:moveTo>
                  <a:lnTo>
                    <a:pt x="307316" y="1318418"/>
                  </a:lnTo>
                  <a:lnTo>
                    <a:pt x="3073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BA45"/>
            </a:solidFill>
            <a:ln w="884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E84E6FB-B789-EF82-6A00-8D9E55768904}"/>
                </a:ext>
              </a:extLst>
            </p:cNvPr>
            <p:cNvSpPr/>
            <p:nvPr/>
          </p:nvSpPr>
          <p:spPr>
            <a:xfrm>
              <a:off x="4489453" y="3641186"/>
              <a:ext cx="307307" cy="21386"/>
            </a:xfrm>
            <a:custGeom>
              <a:avLst/>
              <a:gdLst>
                <a:gd name="connsiteX0" fmla="*/ 0 w 307307"/>
                <a:gd name="connsiteY0" fmla="*/ 0 h 21386"/>
                <a:gd name="connsiteX1" fmla="*/ 307307 w 307307"/>
                <a:gd name="connsiteY1" fmla="*/ 0 h 21386"/>
                <a:gd name="connsiteX2" fmla="*/ 307307 w 307307"/>
                <a:gd name="connsiteY2" fmla="*/ 21386 h 21386"/>
                <a:gd name="connsiteX3" fmla="*/ 0 w 307307"/>
                <a:gd name="connsiteY3" fmla="*/ 21386 h 2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307" h="21386">
                  <a:moveTo>
                    <a:pt x="0" y="0"/>
                  </a:moveTo>
                  <a:lnTo>
                    <a:pt x="307307" y="0"/>
                  </a:lnTo>
                  <a:lnTo>
                    <a:pt x="307307" y="21386"/>
                  </a:lnTo>
                  <a:lnTo>
                    <a:pt x="0" y="21386"/>
                  </a:lnTo>
                  <a:close/>
                </a:path>
              </a:pathLst>
            </a:custGeom>
            <a:solidFill>
              <a:srgbClr val="DF2020"/>
            </a:solidFill>
            <a:ln w="884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A2AD0E1-EBD2-0632-79BB-56EE1EFDFA04}"/>
                </a:ext>
              </a:extLst>
            </p:cNvPr>
            <p:cNvSpPr/>
            <p:nvPr/>
          </p:nvSpPr>
          <p:spPr>
            <a:xfrm>
              <a:off x="4962235" y="3641186"/>
              <a:ext cx="307315" cy="10790"/>
            </a:xfrm>
            <a:custGeom>
              <a:avLst/>
              <a:gdLst>
                <a:gd name="connsiteX0" fmla="*/ 0 w 307315"/>
                <a:gd name="connsiteY0" fmla="*/ 0 h 10790"/>
                <a:gd name="connsiteX1" fmla="*/ 307316 w 307315"/>
                <a:gd name="connsiteY1" fmla="*/ 0 h 10790"/>
                <a:gd name="connsiteX2" fmla="*/ 307316 w 307315"/>
                <a:gd name="connsiteY2" fmla="*/ 10790 h 10790"/>
                <a:gd name="connsiteX3" fmla="*/ 0 w 307315"/>
                <a:gd name="connsiteY3" fmla="*/ 10790 h 10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315" h="10790">
                  <a:moveTo>
                    <a:pt x="0" y="0"/>
                  </a:moveTo>
                  <a:lnTo>
                    <a:pt x="307316" y="0"/>
                  </a:lnTo>
                  <a:lnTo>
                    <a:pt x="307316" y="10790"/>
                  </a:lnTo>
                  <a:lnTo>
                    <a:pt x="0" y="10790"/>
                  </a:lnTo>
                  <a:close/>
                </a:path>
              </a:pathLst>
            </a:custGeom>
            <a:solidFill>
              <a:srgbClr val="DF2020"/>
            </a:solidFill>
            <a:ln w="884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4D38680-E9FA-9E51-7E5F-F00B87DDE90C}"/>
                </a:ext>
              </a:extLst>
            </p:cNvPr>
            <p:cNvSpPr/>
            <p:nvPr/>
          </p:nvSpPr>
          <p:spPr>
            <a:xfrm>
              <a:off x="4489453" y="2568933"/>
              <a:ext cx="307307" cy="1072253"/>
            </a:xfrm>
            <a:custGeom>
              <a:avLst/>
              <a:gdLst>
                <a:gd name="connsiteX0" fmla="*/ 0 w 307307"/>
                <a:gd name="connsiteY0" fmla="*/ 1072254 h 1072253"/>
                <a:gd name="connsiteX1" fmla="*/ 307307 w 307307"/>
                <a:gd name="connsiteY1" fmla="*/ 1072254 h 1072253"/>
                <a:gd name="connsiteX2" fmla="*/ 307307 w 307307"/>
                <a:gd name="connsiteY2" fmla="*/ 0 h 1072253"/>
                <a:gd name="connsiteX3" fmla="*/ 0 w 307307"/>
                <a:gd name="connsiteY3" fmla="*/ 0 h 1072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307" h="1072253">
                  <a:moveTo>
                    <a:pt x="0" y="1072254"/>
                  </a:moveTo>
                  <a:lnTo>
                    <a:pt x="307307" y="1072254"/>
                  </a:lnTo>
                  <a:lnTo>
                    <a:pt x="3073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AFDF"/>
            </a:solidFill>
            <a:ln w="884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AA6A297-34AA-DD4D-45E1-DE3344BAB070}"/>
                </a:ext>
              </a:extLst>
            </p:cNvPr>
            <p:cNvSpPr/>
            <p:nvPr/>
          </p:nvSpPr>
          <p:spPr>
            <a:xfrm>
              <a:off x="4962235" y="2558337"/>
              <a:ext cx="307315" cy="1082849"/>
            </a:xfrm>
            <a:custGeom>
              <a:avLst/>
              <a:gdLst>
                <a:gd name="connsiteX0" fmla="*/ 0 w 307315"/>
                <a:gd name="connsiteY0" fmla="*/ 1082850 h 1082849"/>
                <a:gd name="connsiteX1" fmla="*/ 307316 w 307315"/>
                <a:gd name="connsiteY1" fmla="*/ 1082850 h 1082849"/>
                <a:gd name="connsiteX2" fmla="*/ 307316 w 307315"/>
                <a:gd name="connsiteY2" fmla="*/ 0 h 1082849"/>
                <a:gd name="connsiteX3" fmla="*/ 0 w 307315"/>
                <a:gd name="connsiteY3" fmla="*/ 0 h 108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315" h="1082849">
                  <a:moveTo>
                    <a:pt x="0" y="1082850"/>
                  </a:moveTo>
                  <a:lnTo>
                    <a:pt x="307316" y="1082850"/>
                  </a:lnTo>
                  <a:lnTo>
                    <a:pt x="3073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AFDF"/>
            </a:solidFill>
            <a:ln w="884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47" name="Graphic 988">
              <a:extLst>
                <a:ext uri="{FF2B5EF4-FFF2-40B4-BE49-F238E27FC236}">
                  <a16:creationId xmlns:a16="http://schemas.microsoft.com/office/drawing/2014/main" id="{A36612D0-A231-BB8C-639A-902B35F74546}"/>
                </a:ext>
              </a:extLst>
            </p:cNvPr>
            <p:cNvGrpSpPr/>
            <p:nvPr/>
          </p:nvGrpSpPr>
          <p:grpSpPr>
            <a:xfrm>
              <a:off x="4511808" y="1667963"/>
              <a:ext cx="261976" cy="80066"/>
              <a:chOff x="4510148" y="1804488"/>
              <a:chExt cx="261976" cy="80066"/>
            </a:xfrm>
            <a:solidFill>
              <a:srgbClr val="262626"/>
            </a:solidFill>
          </p:grpSpPr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F1C98F7E-044B-FECB-BE5C-740A55EA6B5C}"/>
                  </a:ext>
                </a:extLst>
              </p:cNvPr>
              <p:cNvSpPr/>
              <p:nvPr/>
            </p:nvSpPr>
            <p:spPr>
              <a:xfrm flipV="1">
                <a:off x="4510148" y="1819248"/>
                <a:ext cx="50165" cy="50215"/>
              </a:xfrm>
              <a:custGeom>
                <a:avLst/>
                <a:gdLst>
                  <a:gd name="connsiteX0" fmla="*/ 19135 w 50165"/>
                  <a:gd name="connsiteY0" fmla="*/ -2174 h 50215"/>
                  <a:gd name="connsiteX1" fmla="*/ 19135 w 50165"/>
                  <a:gd name="connsiteY1" fmla="*/ 18655 h 50215"/>
                  <a:gd name="connsiteX2" fmla="*/ -1545 w 50165"/>
                  <a:gd name="connsiteY2" fmla="*/ 18655 h 50215"/>
                  <a:gd name="connsiteX3" fmla="*/ -1545 w 50165"/>
                  <a:gd name="connsiteY3" fmla="*/ 27362 h 50215"/>
                  <a:gd name="connsiteX4" fmla="*/ 19135 w 50165"/>
                  <a:gd name="connsiteY4" fmla="*/ 27362 h 50215"/>
                  <a:gd name="connsiteX5" fmla="*/ 19135 w 50165"/>
                  <a:gd name="connsiteY5" fmla="*/ 48042 h 50215"/>
                  <a:gd name="connsiteX6" fmla="*/ 27941 w 50165"/>
                  <a:gd name="connsiteY6" fmla="*/ 48042 h 50215"/>
                  <a:gd name="connsiteX7" fmla="*/ 27941 w 50165"/>
                  <a:gd name="connsiteY7" fmla="*/ 27362 h 50215"/>
                  <a:gd name="connsiteX8" fmla="*/ 48620 w 50165"/>
                  <a:gd name="connsiteY8" fmla="*/ 27362 h 50215"/>
                  <a:gd name="connsiteX9" fmla="*/ 48620 w 50165"/>
                  <a:gd name="connsiteY9" fmla="*/ 18655 h 50215"/>
                  <a:gd name="connsiteX10" fmla="*/ 27941 w 50165"/>
                  <a:gd name="connsiteY10" fmla="*/ 18655 h 50215"/>
                  <a:gd name="connsiteX11" fmla="*/ 27941 w 50165"/>
                  <a:gd name="connsiteY11" fmla="*/ -2174 h 50215"/>
                  <a:gd name="connsiteX12" fmla="*/ 19135 w 50165"/>
                  <a:gd name="connsiteY12" fmla="*/ -2174 h 502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0165" h="50215">
                    <a:moveTo>
                      <a:pt x="19135" y="-2174"/>
                    </a:moveTo>
                    <a:lnTo>
                      <a:pt x="19135" y="18655"/>
                    </a:lnTo>
                    <a:lnTo>
                      <a:pt x="-1545" y="18655"/>
                    </a:lnTo>
                    <a:lnTo>
                      <a:pt x="-1545" y="27362"/>
                    </a:lnTo>
                    <a:lnTo>
                      <a:pt x="19135" y="27362"/>
                    </a:lnTo>
                    <a:lnTo>
                      <a:pt x="19135" y="48042"/>
                    </a:lnTo>
                    <a:lnTo>
                      <a:pt x="27941" y="48042"/>
                    </a:lnTo>
                    <a:lnTo>
                      <a:pt x="27941" y="27362"/>
                    </a:lnTo>
                    <a:lnTo>
                      <a:pt x="48620" y="27362"/>
                    </a:lnTo>
                    <a:lnTo>
                      <a:pt x="48620" y="18655"/>
                    </a:lnTo>
                    <a:lnTo>
                      <a:pt x="27941" y="18655"/>
                    </a:lnTo>
                    <a:lnTo>
                      <a:pt x="27941" y="-2174"/>
                    </a:lnTo>
                    <a:lnTo>
                      <a:pt x="19135" y="-2174"/>
                    </a:ln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164ADBD3-95E5-8C27-AA9C-B5743751809C}"/>
                  </a:ext>
                </a:extLst>
              </p:cNvPr>
              <p:cNvSpPr/>
              <p:nvPr/>
            </p:nvSpPr>
            <p:spPr>
              <a:xfrm flipV="1">
                <a:off x="4571251" y="1806760"/>
                <a:ext cx="49187" cy="74991"/>
              </a:xfrm>
              <a:custGeom>
                <a:avLst/>
                <a:gdLst>
                  <a:gd name="connsiteX0" fmla="*/ -1456 w 49187"/>
                  <a:gd name="connsiteY0" fmla="*/ 63840 h 74991"/>
                  <a:gd name="connsiteX1" fmla="*/ -1456 w 49187"/>
                  <a:gd name="connsiteY1" fmla="*/ 72812 h 74991"/>
                  <a:gd name="connsiteX2" fmla="*/ 47731 w 49187"/>
                  <a:gd name="connsiteY2" fmla="*/ 72812 h 74991"/>
                  <a:gd name="connsiteX3" fmla="*/ 47731 w 49187"/>
                  <a:gd name="connsiteY3" fmla="*/ 65548 h 74991"/>
                  <a:gd name="connsiteX4" fmla="*/ 33337 w 49187"/>
                  <a:gd name="connsiteY4" fmla="*/ 45034 h 74991"/>
                  <a:gd name="connsiteX5" fmla="*/ 22342 w 49187"/>
                  <a:gd name="connsiteY5" fmla="*/ 18699 h 74991"/>
                  <a:gd name="connsiteX6" fmla="*/ 18760 w 49187"/>
                  <a:gd name="connsiteY6" fmla="*/ -2180 h 74991"/>
                  <a:gd name="connsiteX7" fmla="*/ 9174 w 49187"/>
                  <a:gd name="connsiteY7" fmla="*/ -2180 h 74991"/>
                  <a:gd name="connsiteX8" fmla="*/ 12690 w 49187"/>
                  <a:gd name="connsiteY8" fmla="*/ 19478 h 74991"/>
                  <a:gd name="connsiteX9" fmla="*/ 22358 w 49187"/>
                  <a:gd name="connsiteY9" fmla="*/ 43973 h 74991"/>
                  <a:gd name="connsiteX10" fmla="*/ 35758 w 49187"/>
                  <a:gd name="connsiteY10" fmla="*/ 63840 h 74991"/>
                  <a:gd name="connsiteX11" fmla="*/ -1456 w 49187"/>
                  <a:gd name="connsiteY11" fmla="*/ 63840 h 749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9187" h="74991">
                    <a:moveTo>
                      <a:pt x="-1456" y="63840"/>
                    </a:moveTo>
                    <a:lnTo>
                      <a:pt x="-1456" y="72812"/>
                    </a:lnTo>
                    <a:lnTo>
                      <a:pt x="47731" y="72812"/>
                    </a:lnTo>
                    <a:lnTo>
                      <a:pt x="47731" y="65548"/>
                    </a:lnTo>
                    <a:cubicBezTo>
                      <a:pt x="42889" y="60407"/>
                      <a:pt x="38091" y="53569"/>
                      <a:pt x="33337" y="45034"/>
                    </a:cubicBezTo>
                    <a:cubicBezTo>
                      <a:pt x="28594" y="36499"/>
                      <a:pt x="24929" y="27721"/>
                      <a:pt x="22342" y="18699"/>
                    </a:cubicBezTo>
                    <a:cubicBezTo>
                      <a:pt x="20473" y="12342"/>
                      <a:pt x="19279" y="5382"/>
                      <a:pt x="18760" y="-2180"/>
                    </a:cubicBezTo>
                    <a:lnTo>
                      <a:pt x="9174" y="-2180"/>
                    </a:lnTo>
                    <a:cubicBezTo>
                      <a:pt x="9274" y="3801"/>
                      <a:pt x="10446" y="11021"/>
                      <a:pt x="12690" y="19478"/>
                    </a:cubicBezTo>
                    <a:cubicBezTo>
                      <a:pt x="14934" y="27947"/>
                      <a:pt x="18157" y="36112"/>
                      <a:pt x="22358" y="43973"/>
                    </a:cubicBezTo>
                    <a:cubicBezTo>
                      <a:pt x="26559" y="51833"/>
                      <a:pt x="31026" y="58456"/>
                      <a:pt x="35758" y="63840"/>
                    </a:cubicBezTo>
                    <a:lnTo>
                      <a:pt x="-1456" y="63840"/>
                    </a:ln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D44E9622-2DCF-52FD-F565-45B03BDFB94E}"/>
                  </a:ext>
                </a:extLst>
              </p:cNvPr>
              <p:cNvSpPr/>
              <p:nvPr/>
            </p:nvSpPr>
            <p:spPr>
              <a:xfrm flipV="1">
                <a:off x="4636813" y="1805467"/>
                <a:ext cx="27976" cy="76285"/>
              </a:xfrm>
              <a:custGeom>
                <a:avLst/>
                <a:gdLst>
                  <a:gd name="connsiteX0" fmla="*/ 26773 w 27976"/>
                  <a:gd name="connsiteY0" fmla="*/ -2219 h 76285"/>
                  <a:gd name="connsiteX1" fmla="*/ 17452 w 27976"/>
                  <a:gd name="connsiteY1" fmla="*/ -2219 h 76285"/>
                  <a:gd name="connsiteX2" fmla="*/ 17452 w 27976"/>
                  <a:gd name="connsiteY2" fmla="*/ 57217 h 76285"/>
                  <a:gd name="connsiteX3" fmla="*/ 8613 w 27976"/>
                  <a:gd name="connsiteY3" fmla="*/ 50799 h 76285"/>
                  <a:gd name="connsiteX4" fmla="*/ -1204 w 27976"/>
                  <a:gd name="connsiteY4" fmla="*/ 45973 h 76285"/>
                  <a:gd name="connsiteX5" fmla="*/ -1204 w 27976"/>
                  <a:gd name="connsiteY5" fmla="*/ 54995 h 76285"/>
                  <a:gd name="connsiteX6" fmla="*/ 12477 w 27976"/>
                  <a:gd name="connsiteY6" fmla="*/ 63900 h 76285"/>
                  <a:gd name="connsiteX7" fmla="*/ 20769 w 27976"/>
                  <a:gd name="connsiteY7" fmla="*/ 74066 h 76285"/>
                  <a:gd name="connsiteX8" fmla="*/ 26773 w 27976"/>
                  <a:gd name="connsiteY8" fmla="*/ 74066 h 76285"/>
                  <a:gd name="connsiteX9" fmla="*/ 26773 w 27976"/>
                  <a:gd name="connsiteY9" fmla="*/ -2219 h 76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7976" h="76285">
                    <a:moveTo>
                      <a:pt x="26773" y="-2219"/>
                    </a:moveTo>
                    <a:lnTo>
                      <a:pt x="17452" y="-2219"/>
                    </a:lnTo>
                    <a:lnTo>
                      <a:pt x="17452" y="57217"/>
                    </a:lnTo>
                    <a:cubicBezTo>
                      <a:pt x="15208" y="55083"/>
                      <a:pt x="12262" y="52944"/>
                      <a:pt x="8613" y="50799"/>
                    </a:cubicBezTo>
                    <a:cubicBezTo>
                      <a:pt x="4965" y="48654"/>
                      <a:pt x="1692" y="47046"/>
                      <a:pt x="-1204" y="45973"/>
                    </a:cubicBezTo>
                    <a:lnTo>
                      <a:pt x="-1204" y="54995"/>
                    </a:lnTo>
                    <a:cubicBezTo>
                      <a:pt x="4014" y="57449"/>
                      <a:pt x="8575" y="60418"/>
                      <a:pt x="12477" y="63900"/>
                    </a:cubicBezTo>
                    <a:cubicBezTo>
                      <a:pt x="16380" y="67394"/>
                      <a:pt x="19144" y="70783"/>
                      <a:pt x="20769" y="74066"/>
                    </a:cubicBezTo>
                    <a:lnTo>
                      <a:pt x="26773" y="74066"/>
                    </a:lnTo>
                    <a:lnTo>
                      <a:pt x="26773" y="-2219"/>
                    </a:ln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E6AAF2C4-F8B4-F822-3F9F-CEB8E1447281}"/>
                  </a:ext>
                </a:extLst>
              </p:cNvPr>
              <p:cNvSpPr/>
              <p:nvPr/>
            </p:nvSpPr>
            <p:spPr>
              <a:xfrm flipV="1">
                <a:off x="4690450" y="1804488"/>
                <a:ext cx="81674" cy="80066"/>
              </a:xfrm>
              <a:custGeom>
                <a:avLst/>
                <a:gdLst>
                  <a:gd name="connsiteX0" fmla="*/ -2489 w 81674"/>
                  <a:gd name="connsiteY0" fmla="*/ 58367 h 80066"/>
                  <a:gd name="connsiteX1" fmla="*/ 1607 w 81674"/>
                  <a:gd name="connsiteY1" fmla="*/ 72197 h 80066"/>
                  <a:gd name="connsiteX2" fmla="*/ 13464 w 81674"/>
                  <a:gd name="connsiteY2" fmla="*/ 77902 h 80066"/>
                  <a:gd name="connsiteX3" fmla="*/ 25305 w 81674"/>
                  <a:gd name="connsiteY3" fmla="*/ 72795 h 80066"/>
                  <a:gd name="connsiteX4" fmla="*/ 29998 w 81674"/>
                  <a:gd name="connsiteY4" fmla="*/ 57803 h 80066"/>
                  <a:gd name="connsiteX5" fmla="*/ 25255 w 81674"/>
                  <a:gd name="connsiteY5" fmla="*/ 42960 h 80066"/>
                  <a:gd name="connsiteX6" fmla="*/ 13581 w 81674"/>
                  <a:gd name="connsiteY6" fmla="*/ 37753 h 80066"/>
                  <a:gd name="connsiteX7" fmla="*/ 2088 w 81674"/>
                  <a:gd name="connsiteY7" fmla="*/ 42878 h 80066"/>
                  <a:gd name="connsiteX8" fmla="*/ -2489 w 81674"/>
                  <a:gd name="connsiteY8" fmla="*/ 58367 h 80066"/>
                  <a:gd name="connsiteX9" fmla="*/ 13730 w 81674"/>
                  <a:gd name="connsiteY9" fmla="*/ 71484 h 80066"/>
                  <a:gd name="connsiteX10" fmla="*/ 7959 w 81674"/>
                  <a:gd name="connsiteY10" fmla="*/ 68466 h 80066"/>
                  <a:gd name="connsiteX11" fmla="*/ 5653 w 81674"/>
                  <a:gd name="connsiteY11" fmla="*/ 57438 h 80066"/>
                  <a:gd name="connsiteX12" fmla="*/ 7975 w 81674"/>
                  <a:gd name="connsiteY12" fmla="*/ 47140 h 80066"/>
                  <a:gd name="connsiteX13" fmla="*/ 13730 w 81674"/>
                  <a:gd name="connsiteY13" fmla="*/ 44171 h 80066"/>
                  <a:gd name="connsiteX14" fmla="*/ 19567 w 81674"/>
                  <a:gd name="connsiteY14" fmla="*/ 47173 h 80066"/>
                  <a:gd name="connsiteX15" fmla="*/ 21872 w 81674"/>
                  <a:gd name="connsiteY15" fmla="*/ 58168 h 80066"/>
                  <a:gd name="connsiteX16" fmla="*/ 19534 w 81674"/>
                  <a:gd name="connsiteY16" fmla="*/ 68499 h 80066"/>
                  <a:gd name="connsiteX17" fmla="*/ 13730 w 81674"/>
                  <a:gd name="connsiteY17" fmla="*/ 71484 h 80066"/>
                  <a:gd name="connsiteX18" fmla="*/ 13780 w 81674"/>
                  <a:gd name="connsiteY18" fmla="*/ -2164 h 80066"/>
                  <a:gd name="connsiteX19" fmla="*/ 55338 w 81674"/>
                  <a:gd name="connsiteY19" fmla="*/ 77902 h 80066"/>
                  <a:gd name="connsiteX20" fmla="*/ 62917 w 81674"/>
                  <a:gd name="connsiteY20" fmla="*/ 77902 h 80066"/>
                  <a:gd name="connsiteX21" fmla="*/ 21508 w 81674"/>
                  <a:gd name="connsiteY21" fmla="*/ -2164 h 80066"/>
                  <a:gd name="connsiteX22" fmla="*/ 13780 w 81674"/>
                  <a:gd name="connsiteY22" fmla="*/ -2164 h 80066"/>
                  <a:gd name="connsiteX23" fmla="*/ 46632 w 81674"/>
                  <a:gd name="connsiteY23" fmla="*/ 18466 h 80066"/>
                  <a:gd name="connsiteX24" fmla="*/ 50728 w 81674"/>
                  <a:gd name="connsiteY24" fmla="*/ 32330 h 80066"/>
                  <a:gd name="connsiteX25" fmla="*/ 62652 w 81674"/>
                  <a:gd name="connsiteY25" fmla="*/ 38002 h 80066"/>
                  <a:gd name="connsiteX26" fmla="*/ 74492 w 81674"/>
                  <a:gd name="connsiteY26" fmla="*/ 32894 h 80066"/>
                  <a:gd name="connsiteX27" fmla="*/ 79186 w 81674"/>
                  <a:gd name="connsiteY27" fmla="*/ 17902 h 80066"/>
                  <a:gd name="connsiteX28" fmla="*/ 74443 w 81674"/>
                  <a:gd name="connsiteY28" fmla="*/ 3043 h 80066"/>
                  <a:gd name="connsiteX29" fmla="*/ 62701 w 81674"/>
                  <a:gd name="connsiteY29" fmla="*/ -2164 h 80066"/>
                  <a:gd name="connsiteX30" fmla="*/ 51226 w 81674"/>
                  <a:gd name="connsiteY30" fmla="*/ 2994 h 80066"/>
                  <a:gd name="connsiteX31" fmla="*/ 46632 w 81674"/>
                  <a:gd name="connsiteY31" fmla="*/ 18466 h 80066"/>
                  <a:gd name="connsiteX32" fmla="*/ 62917 w 81674"/>
                  <a:gd name="connsiteY32" fmla="*/ 31584 h 80066"/>
                  <a:gd name="connsiteX33" fmla="*/ 57080 w 81674"/>
                  <a:gd name="connsiteY33" fmla="*/ 28566 h 80066"/>
                  <a:gd name="connsiteX34" fmla="*/ 54774 w 81674"/>
                  <a:gd name="connsiteY34" fmla="*/ 17538 h 80066"/>
                  <a:gd name="connsiteX35" fmla="*/ 57096 w 81674"/>
                  <a:gd name="connsiteY35" fmla="*/ 7272 h 80066"/>
                  <a:gd name="connsiteX36" fmla="*/ 62867 w 81674"/>
                  <a:gd name="connsiteY36" fmla="*/ 4271 h 80066"/>
                  <a:gd name="connsiteX37" fmla="*/ 68738 w 81674"/>
                  <a:gd name="connsiteY37" fmla="*/ 7272 h 80066"/>
                  <a:gd name="connsiteX38" fmla="*/ 71043 w 81674"/>
                  <a:gd name="connsiteY38" fmla="*/ 18267 h 80066"/>
                  <a:gd name="connsiteX39" fmla="*/ 68705 w 81674"/>
                  <a:gd name="connsiteY39" fmla="*/ 28599 h 80066"/>
                  <a:gd name="connsiteX40" fmla="*/ 62917 w 81674"/>
                  <a:gd name="connsiteY40" fmla="*/ 31584 h 80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81674" h="80066">
                    <a:moveTo>
                      <a:pt x="-2489" y="58367"/>
                    </a:moveTo>
                    <a:cubicBezTo>
                      <a:pt x="-2489" y="63795"/>
                      <a:pt x="-1124" y="68405"/>
                      <a:pt x="1607" y="72197"/>
                    </a:cubicBezTo>
                    <a:cubicBezTo>
                      <a:pt x="4338" y="76001"/>
                      <a:pt x="8290" y="77902"/>
                      <a:pt x="13464" y="77902"/>
                    </a:cubicBezTo>
                    <a:cubicBezTo>
                      <a:pt x="18241" y="77902"/>
                      <a:pt x="22187" y="76200"/>
                      <a:pt x="25305" y="72795"/>
                    </a:cubicBezTo>
                    <a:cubicBezTo>
                      <a:pt x="28434" y="69400"/>
                      <a:pt x="29998" y="64403"/>
                      <a:pt x="29998" y="57803"/>
                    </a:cubicBezTo>
                    <a:cubicBezTo>
                      <a:pt x="29998" y="51379"/>
                      <a:pt x="28417" y="46432"/>
                      <a:pt x="25255" y="42960"/>
                    </a:cubicBezTo>
                    <a:cubicBezTo>
                      <a:pt x="22093" y="39489"/>
                      <a:pt x="18202" y="37753"/>
                      <a:pt x="13581" y="37753"/>
                    </a:cubicBezTo>
                    <a:cubicBezTo>
                      <a:pt x="8981" y="37753"/>
                      <a:pt x="5150" y="39461"/>
                      <a:pt x="2088" y="42878"/>
                    </a:cubicBezTo>
                    <a:cubicBezTo>
                      <a:pt x="-963" y="46294"/>
                      <a:pt x="-2489" y="51457"/>
                      <a:pt x="-2489" y="58367"/>
                    </a:cubicBezTo>
                    <a:close/>
                    <a:moveTo>
                      <a:pt x="13730" y="71484"/>
                    </a:moveTo>
                    <a:cubicBezTo>
                      <a:pt x="11419" y="71484"/>
                      <a:pt x="9495" y="70478"/>
                      <a:pt x="7959" y="68466"/>
                    </a:cubicBezTo>
                    <a:cubicBezTo>
                      <a:pt x="6422" y="66465"/>
                      <a:pt x="5653" y="62789"/>
                      <a:pt x="5653" y="57438"/>
                    </a:cubicBezTo>
                    <a:cubicBezTo>
                      <a:pt x="5653" y="52562"/>
                      <a:pt x="6427" y="49130"/>
                      <a:pt x="7975" y="47140"/>
                    </a:cubicBezTo>
                    <a:cubicBezTo>
                      <a:pt x="9534" y="45161"/>
                      <a:pt x="11452" y="44171"/>
                      <a:pt x="13730" y="44171"/>
                    </a:cubicBezTo>
                    <a:cubicBezTo>
                      <a:pt x="16085" y="44171"/>
                      <a:pt x="18030" y="45172"/>
                      <a:pt x="19567" y="47173"/>
                    </a:cubicBezTo>
                    <a:cubicBezTo>
                      <a:pt x="21104" y="49185"/>
                      <a:pt x="21872" y="52850"/>
                      <a:pt x="21872" y="58168"/>
                    </a:cubicBezTo>
                    <a:cubicBezTo>
                      <a:pt x="21872" y="63076"/>
                      <a:pt x="21093" y="66520"/>
                      <a:pt x="19534" y="68499"/>
                    </a:cubicBezTo>
                    <a:cubicBezTo>
                      <a:pt x="17975" y="70489"/>
                      <a:pt x="16040" y="71484"/>
                      <a:pt x="13730" y="71484"/>
                    </a:cubicBezTo>
                    <a:close/>
                    <a:moveTo>
                      <a:pt x="13780" y="-2164"/>
                    </a:moveTo>
                    <a:lnTo>
                      <a:pt x="55338" y="77902"/>
                    </a:lnTo>
                    <a:lnTo>
                      <a:pt x="62917" y="77902"/>
                    </a:lnTo>
                    <a:lnTo>
                      <a:pt x="21508" y="-2164"/>
                    </a:lnTo>
                    <a:lnTo>
                      <a:pt x="13780" y="-2164"/>
                    </a:lnTo>
                    <a:close/>
                    <a:moveTo>
                      <a:pt x="46632" y="18466"/>
                    </a:moveTo>
                    <a:cubicBezTo>
                      <a:pt x="46632" y="23928"/>
                      <a:pt x="47997" y="28549"/>
                      <a:pt x="50728" y="32330"/>
                    </a:cubicBezTo>
                    <a:cubicBezTo>
                      <a:pt x="53459" y="36111"/>
                      <a:pt x="57433" y="38002"/>
                      <a:pt x="62652" y="38002"/>
                    </a:cubicBezTo>
                    <a:cubicBezTo>
                      <a:pt x="67417" y="38002"/>
                      <a:pt x="71364" y="36299"/>
                      <a:pt x="74492" y="32894"/>
                    </a:cubicBezTo>
                    <a:cubicBezTo>
                      <a:pt x="77621" y="29500"/>
                      <a:pt x="79186" y="24503"/>
                      <a:pt x="79186" y="17902"/>
                    </a:cubicBezTo>
                    <a:cubicBezTo>
                      <a:pt x="79186" y="11468"/>
                      <a:pt x="77605" y="6515"/>
                      <a:pt x="74443" y="3043"/>
                    </a:cubicBezTo>
                    <a:cubicBezTo>
                      <a:pt x="71281" y="-428"/>
                      <a:pt x="67367" y="-2164"/>
                      <a:pt x="62701" y="-2164"/>
                    </a:cubicBezTo>
                    <a:cubicBezTo>
                      <a:pt x="58113" y="-2164"/>
                      <a:pt x="54288" y="-445"/>
                      <a:pt x="51226" y="2994"/>
                    </a:cubicBezTo>
                    <a:cubicBezTo>
                      <a:pt x="48163" y="6432"/>
                      <a:pt x="46632" y="11590"/>
                      <a:pt x="46632" y="18466"/>
                    </a:cubicBezTo>
                    <a:close/>
                    <a:moveTo>
                      <a:pt x="62917" y="31584"/>
                    </a:moveTo>
                    <a:cubicBezTo>
                      <a:pt x="60562" y="31584"/>
                      <a:pt x="58616" y="30578"/>
                      <a:pt x="57080" y="28566"/>
                    </a:cubicBezTo>
                    <a:cubicBezTo>
                      <a:pt x="55543" y="26565"/>
                      <a:pt x="54774" y="22889"/>
                      <a:pt x="54774" y="17538"/>
                    </a:cubicBezTo>
                    <a:cubicBezTo>
                      <a:pt x="54774" y="12695"/>
                      <a:pt x="55548" y="9273"/>
                      <a:pt x="57096" y="7272"/>
                    </a:cubicBezTo>
                    <a:cubicBezTo>
                      <a:pt x="58655" y="5271"/>
                      <a:pt x="60579" y="4271"/>
                      <a:pt x="62867" y="4271"/>
                    </a:cubicBezTo>
                    <a:cubicBezTo>
                      <a:pt x="65244" y="4271"/>
                      <a:pt x="67201" y="5271"/>
                      <a:pt x="68738" y="7272"/>
                    </a:cubicBezTo>
                    <a:cubicBezTo>
                      <a:pt x="70275" y="9273"/>
                      <a:pt x="71043" y="12938"/>
                      <a:pt x="71043" y="18267"/>
                    </a:cubicBezTo>
                    <a:cubicBezTo>
                      <a:pt x="71043" y="23165"/>
                      <a:pt x="70264" y="26609"/>
                      <a:pt x="68705" y="28599"/>
                    </a:cubicBezTo>
                    <a:cubicBezTo>
                      <a:pt x="67157" y="30589"/>
                      <a:pt x="65228" y="31584"/>
                      <a:pt x="62917" y="31584"/>
                    </a:cubicBez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8" name="Graphic 988">
              <a:extLst>
                <a:ext uri="{FF2B5EF4-FFF2-40B4-BE49-F238E27FC236}">
                  <a16:creationId xmlns:a16="http://schemas.microsoft.com/office/drawing/2014/main" id="{0A2A7177-B01F-D57E-FC22-3415A8D8A908}"/>
                </a:ext>
              </a:extLst>
            </p:cNvPr>
            <p:cNvGrpSpPr/>
            <p:nvPr/>
          </p:nvGrpSpPr>
          <p:grpSpPr>
            <a:xfrm>
              <a:off x="4984589" y="2224411"/>
              <a:ext cx="261977" cy="80066"/>
              <a:chOff x="4982929" y="2360936"/>
              <a:chExt cx="261977" cy="80066"/>
            </a:xfrm>
            <a:solidFill>
              <a:srgbClr val="262626"/>
            </a:solidFill>
          </p:grpSpPr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A6E72DE6-BD4E-8AEA-3A75-354F0EF27017}"/>
                  </a:ext>
                </a:extLst>
              </p:cNvPr>
              <p:cNvSpPr/>
              <p:nvPr/>
            </p:nvSpPr>
            <p:spPr>
              <a:xfrm flipV="1">
                <a:off x="4982929" y="2375695"/>
                <a:ext cx="50165" cy="50215"/>
              </a:xfrm>
              <a:custGeom>
                <a:avLst/>
                <a:gdLst>
                  <a:gd name="connsiteX0" fmla="*/ 19188 w 50165"/>
                  <a:gd name="connsiteY0" fmla="*/ -2111 h 50215"/>
                  <a:gd name="connsiteX1" fmla="*/ 19188 w 50165"/>
                  <a:gd name="connsiteY1" fmla="*/ 18718 h 50215"/>
                  <a:gd name="connsiteX2" fmla="*/ -1492 w 50165"/>
                  <a:gd name="connsiteY2" fmla="*/ 18718 h 50215"/>
                  <a:gd name="connsiteX3" fmla="*/ -1492 w 50165"/>
                  <a:gd name="connsiteY3" fmla="*/ 27425 h 50215"/>
                  <a:gd name="connsiteX4" fmla="*/ 19188 w 50165"/>
                  <a:gd name="connsiteY4" fmla="*/ 27425 h 50215"/>
                  <a:gd name="connsiteX5" fmla="*/ 19188 w 50165"/>
                  <a:gd name="connsiteY5" fmla="*/ 48105 h 50215"/>
                  <a:gd name="connsiteX6" fmla="*/ 27994 w 50165"/>
                  <a:gd name="connsiteY6" fmla="*/ 48105 h 50215"/>
                  <a:gd name="connsiteX7" fmla="*/ 27994 w 50165"/>
                  <a:gd name="connsiteY7" fmla="*/ 27425 h 50215"/>
                  <a:gd name="connsiteX8" fmla="*/ 48674 w 50165"/>
                  <a:gd name="connsiteY8" fmla="*/ 27425 h 50215"/>
                  <a:gd name="connsiteX9" fmla="*/ 48674 w 50165"/>
                  <a:gd name="connsiteY9" fmla="*/ 18718 h 50215"/>
                  <a:gd name="connsiteX10" fmla="*/ 27994 w 50165"/>
                  <a:gd name="connsiteY10" fmla="*/ 18718 h 50215"/>
                  <a:gd name="connsiteX11" fmla="*/ 27994 w 50165"/>
                  <a:gd name="connsiteY11" fmla="*/ -2111 h 50215"/>
                  <a:gd name="connsiteX12" fmla="*/ 19188 w 50165"/>
                  <a:gd name="connsiteY12" fmla="*/ -2111 h 502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0165" h="50215">
                    <a:moveTo>
                      <a:pt x="19188" y="-2111"/>
                    </a:moveTo>
                    <a:lnTo>
                      <a:pt x="19188" y="18718"/>
                    </a:lnTo>
                    <a:lnTo>
                      <a:pt x="-1492" y="18718"/>
                    </a:lnTo>
                    <a:lnTo>
                      <a:pt x="-1492" y="27425"/>
                    </a:lnTo>
                    <a:lnTo>
                      <a:pt x="19188" y="27425"/>
                    </a:lnTo>
                    <a:lnTo>
                      <a:pt x="19188" y="48105"/>
                    </a:lnTo>
                    <a:lnTo>
                      <a:pt x="27994" y="48105"/>
                    </a:lnTo>
                    <a:lnTo>
                      <a:pt x="27994" y="27425"/>
                    </a:lnTo>
                    <a:lnTo>
                      <a:pt x="48674" y="27425"/>
                    </a:lnTo>
                    <a:lnTo>
                      <a:pt x="48674" y="18718"/>
                    </a:lnTo>
                    <a:lnTo>
                      <a:pt x="27994" y="18718"/>
                    </a:lnTo>
                    <a:lnTo>
                      <a:pt x="27994" y="-2111"/>
                    </a:lnTo>
                    <a:lnTo>
                      <a:pt x="19188" y="-2111"/>
                    </a:ln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7F1650B6-4DC3-EDA4-ED3E-AAB6A4751071}"/>
                  </a:ext>
                </a:extLst>
              </p:cNvPr>
              <p:cNvSpPr/>
              <p:nvPr/>
            </p:nvSpPr>
            <p:spPr>
              <a:xfrm flipV="1">
                <a:off x="5042217" y="2361914"/>
                <a:ext cx="50223" cy="76285"/>
              </a:xfrm>
              <a:custGeom>
                <a:avLst/>
                <a:gdLst>
                  <a:gd name="connsiteX0" fmla="*/ 48899 w 50223"/>
                  <a:gd name="connsiteY0" fmla="*/ 6816 h 76285"/>
                  <a:gd name="connsiteX1" fmla="*/ 48899 w 50223"/>
                  <a:gd name="connsiteY1" fmla="*/ -2156 h 76285"/>
                  <a:gd name="connsiteX2" fmla="*/ -1317 w 50223"/>
                  <a:gd name="connsiteY2" fmla="*/ -2156 h 76285"/>
                  <a:gd name="connsiteX3" fmla="*/ -239 w 50223"/>
                  <a:gd name="connsiteY3" fmla="*/ 4328 h 76285"/>
                  <a:gd name="connsiteX4" fmla="*/ 5897 w 50223"/>
                  <a:gd name="connsiteY4" fmla="*/ 14428 h 76285"/>
                  <a:gd name="connsiteX5" fmla="*/ 18119 w 50223"/>
                  <a:gd name="connsiteY5" fmla="*/ 25937 h 76285"/>
                  <a:gd name="connsiteX6" fmla="*/ 34852 w 50223"/>
                  <a:gd name="connsiteY6" fmla="*/ 42023 h 76285"/>
                  <a:gd name="connsiteX7" fmla="*/ 39214 w 50223"/>
                  <a:gd name="connsiteY7" fmla="*/ 53250 h 76285"/>
                  <a:gd name="connsiteX8" fmla="*/ 35234 w 50223"/>
                  <a:gd name="connsiteY8" fmla="*/ 62587 h 76285"/>
                  <a:gd name="connsiteX9" fmla="*/ 24902 w 50223"/>
                  <a:gd name="connsiteY9" fmla="*/ 66401 h 76285"/>
                  <a:gd name="connsiteX10" fmla="*/ 14123 w 50223"/>
                  <a:gd name="connsiteY10" fmla="*/ 62355 h 76285"/>
                  <a:gd name="connsiteX11" fmla="*/ 10027 w 50223"/>
                  <a:gd name="connsiteY11" fmla="*/ 51177 h 76285"/>
                  <a:gd name="connsiteX12" fmla="*/ 441 w 50223"/>
                  <a:gd name="connsiteY12" fmla="*/ 52156 h 76285"/>
                  <a:gd name="connsiteX13" fmla="*/ 7838 w 50223"/>
                  <a:gd name="connsiteY13" fmla="*/ 68507 h 76285"/>
                  <a:gd name="connsiteX14" fmla="*/ 25118 w 50223"/>
                  <a:gd name="connsiteY14" fmla="*/ 74129 h 76285"/>
                  <a:gd name="connsiteX15" fmla="*/ 42415 w 50223"/>
                  <a:gd name="connsiteY15" fmla="*/ 68059 h 76285"/>
                  <a:gd name="connsiteX16" fmla="*/ 48799 w 50223"/>
                  <a:gd name="connsiteY16" fmla="*/ 53035 h 76285"/>
                  <a:gd name="connsiteX17" fmla="*/ 46925 w 50223"/>
                  <a:gd name="connsiteY17" fmla="*/ 44063 h 76285"/>
                  <a:gd name="connsiteX18" fmla="*/ 40740 w 50223"/>
                  <a:gd name="connsiteY18" fmla="*/ 34792 h 76285"/>
                  <a:gd name="connsiteX19" fmla="*/ 26362 w 50223"/>
                  <a:gd name="connsiteY19" fmla="*/ 21426 h 76285"/>
                  <a:gd name="connsiteX20" fmla="*/ 15566 w 50223"/>
                  <a:gd name="connsiteY20" fmla="*/ 11857 h 76285"/>
                  <a:gd name="connsiteX21" fmla="*/ 11635 w 50223"/>
                  <a:gd name="connsiteY21" fmla="*/ 6816 h 76285"/>
                  <a:gd name="connsiteX22" fmla="*/ 48899 w 50223"/>
                  <a:gd name="connsiteY22" fmla="*/ 6816 h 76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0223" h="76285">
                    <a:moveTo>
                      <a:pt x="48899" y="6816"/>
                    </a:moveTo>
                    <a:lnTo>
                      <a:pt x="48899" y="-2156"/>
                    </a:lnTo>
                    <a:lnTo>
                      <a:pt x="-1317" y="-2156"/>
                    </a:lnTo>
                    <a:cubicBezTo>
                      <a:pt x="-1383" y="88"/>
                      <a:pt x="-1024" y="2250"/>
                      <a:pt x="-239" y="4328"/>
                    </a:cubicBezTo>
                    <a:cubicBezTo>
                      <a:pt x="1044" y="7744"/>
                      <a:pt x="3089" y="11111"/>
                      <a:pt x="5897" y="14428"/>
                    </a:cubicBezTo>
                    <a:cubicBezTo>
                      <a:pt x="8717" y="17744"/>
                      <a:pt x="12791" y="21581"/>
                      <a:pt x="18119" y="25937"/>
                    </a:cubicBezTo>
                    <a:cubicBezTo>
                      <a:pt x="26378" y="32703"/>
                      <a:pt x="31956" y="38065"/>
                      <a:pt x="34852" y="42023"/>
                    </a:cubicBezTo>
                    <a:cubicBezTo>
                      <a:pt x="37760" y="45981"/>
                      <a:pt x="39214" y="49723"/>
                      <a:pt x="39214" y="53250"/>
                    </a:cubicBezTo>
                    <a:cubicBezTo>
                      <a:pt x="39214" y="56943"/>
                      <a:pt x="37887" y="60055"/>
                      <a:pt x="35234" y="62587"/>
                    </a:cubicBezTo>
                    <a:cubicBezTo>
                      <a:pt x="32592" y="65130"/>
                      <a:pt x="29148" y="66401"/>
                      <a:pt x="24902" y="66401"/>
                    </a:cubicBezTo>
                    <a:cubicBezTo>
                      <a:pt x="20414" y="66401"/>
                      <a:pt x="16820" y="65052"/>
                      <a:pt x="14123" y="62355"/>
                    </a:cubicBezTo>
                    <a:cubicBezTo>
                      <a:pt x="11425" y="59668"/>
                      <a:pt x="10060" y="55942"/>
                      <a:pt x="10027" y="51177"/>
                    </a:cubicBezTo>
                    <a:lnTo>
                      <a:pt x="441" y="52156"/>
                    </a:lnTo>
                    <a:cubicBezTo>
                      <a:pt x="1094" y="59309"/>
                      <a:pt x="3559" y="64759"/>
                      <a:pt x="7838" y="68507"/>
                    </a:cubicBezTo>
                    <a:cubicBezTo>
                      <a:pt x="12127" y="72255"/>
                      <a:pt x="17887" y="74129"/>
                      <a:pt x="25118" y="74129"/>
                    </a:cubicBezTo>
                    <a:cubicBezTo>
                      <a:pt x="32404" y="74129"/>
                      <a:pt x="38169" y="72106"/>
                      <a:pt x="42415" y="68059"/>
                    </a:cubicBezTo>
                    <a:cubicBezTo>
                      <a:pt x="46671" y="64024"/>
                      <a:pt x="48799" y="59016"/>
                      <a:pt x="48799" y="53035"/>
                    </a:cubicBezTo>
                    <a:cubicBezTo>
                      <a:pt x="48799" y="49994"/>
                      <a:pt x="48175" y="47004"/>
                      <a:pt x="46925" y="44063"/>
                    </a:cubicBezTo>
                    <a:cubicBezTo>
                      <a:pt x="45687" y="41133"/>
                      <a:pt x="43625" y="38043"/>
                      <a:pt x="40740" y="34792"/>
                    </a:cubicBezTo>
                    <a:cubicBezTo>
                      <a:pt x="37854" y="31542"/>
                      <a:pt x="33061" y="27087"/>
                      <a:pt x="26362" y="21426"/>
                    </a:cubicBezTo>
                    <a:cubicBezTo>
                      <a:pt x="20756" y="16727"/>
                      <a:pt x="17158" y="13538"/>
                      <a:pt x="15566" y="11857"/>
                    </a:cubicBezTo>
                    <a:cubicBezTo>
                      <a:pt x="13985" y="10188"/>
                      <a:pt x="12675" y="8507"/>
                      <a:pt x="11635" y="6816"/>
                    </a:cubicBezTo>
                    <a:lnTo>
                      <a:pt x="48899" y="6816"/>
                    </a:ln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028C4867-A9C5-6667-55A8-8F44DDE652D6}"/>
                  </a:ext>
                </a:extLst>
              </p:cNvPr>
              <p:cNvSpPr/>
              <p:nvPr/>
            </p:nvSpPr>
            <p:spPr>
              <a:xfrm flipV="1">
                <a:off x="5109594" y="2361914"/>
                <a:ext cx="27976" cy="76285"/>
              </a:xfrm>
              <a:custGeom>
                <a:avLst/>
                <a:gdLst>
                  <a:gd name="connsiteX0" fmla="*/ 26826 w 27976"/>
                  <a:gd name="connsiteY0" fmla="*/ -2156 h 76285"/>
                  <a:gd name="connsiteX1" fmla="*/ 17506 w 27976"/>
                  <a:gd name="connsiteY1" fmla="*/ -2156 h 76285"/>
                  <a:gd name="connsiteX2" fmla="*/ 17506 w 27976"/>
                  <a:gd name="connsiteY2" fmla="*/ 57280 h 76285"/>
                  <a:gd name="connsiteX3" fmla="*/ 8667 w 27976"/>
                  <a:gd name="connsiteY3" fmla="*/ 50862 h 76285"/>
                  <a:gd name="connsiteX4" fmla="*/ -1151 w 27976"/>
                  <a:gd name="connsiteY4" fmla="*/ 46036 h 76285"/>
                  <a:gd name="connsiteX5" fmla="*/ -1151 w 27976"/>
                  <a:gd name="connsiteY5" fmla="*/ 55058 h 76285"/>
                  <a:gd name="connsiteX6" fmla="*/ 12531 w 27976"/>
                  <a:gd name="connsiteY6" fmla="*/ 63963 h 76285"/>
                  <a:gd name="connsiteX7" fmla="*/ 20823 w 27976"/>
                  <a:gd name="connsiteY7" fmla="*/ 74129 h 76285"/>
                  <a:gd name="connsiteX8" fmla="*/ 26826 w 27976"/>
                  <a:gd name="connsiteY8" fmla="*/ 74129 h 76285"/>
                  <a:gd name="connsiteX9" fmla="*/ 26826 w 27976"/>
                  <a:gd name="connsiteY9" fmla="*/ -2156 h 76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7976" h="76285">
                    <a:moveTo>
                      <a:pt x="26826" y="-2156"/>
                    </a:moveTo>
                    <a:lnTo>
                      <a:pt x="17506" y="-2156"/>
                    </a:lnTo>
                    <a:lnTo>
                      <a:pt x="17506" y="57280"/>
                    </a:lnTo>
                    <a:cubicBezTo>
                      <a:pt x="15262" y="55146"/>
                      <a:pt x="12315" y="53007"/>
                      <a:pt x="8667" y="50862"/>
                    </a:cubicBezTo>
                    <a:cubicBezTo>
                      <a:pt x="5018" y="48717"/>
                      <a:pt x="1746" y="47109"/>
                      <a:pt x="-1151" y="46036"/>
                    </a:cubicBezTo>
                    <a:lnTo>
                      <a:pt x="-1151" y="55058"/>
                    </a:lnTo>
                    <a:cubicBezTo>
                      <a:pt x="4068" y="57512"/>
                      <a:pt x="8628" y="60481"/>
                      <a:pt x="12531" y="63963"/>
                    </a:cubicBezTo>
                    <a:cubicBezTo>
                      <a:pt x="16433" y="67457"/>
                      <a:pt x="19197" y="70845"/>
                      <a:pt x="20823" y="74129"/>
                    </a:cubicBezTo>
                    <a:lnTo>
                      <a:pt x="26826" y="74129"/>
                    </a:lnTo>
                    <a:lnTo>
                      <a:pt x="26826" y="-2156"/>
                    </a:ln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123FCA2F-CAC0-F302-B8E5-B5EFA982DF67}"/>
                  </a:ext>
                </a:extLst>
              </p:cNvPr>
              <p:cNvSpPr/>
              <p:nvPr/>
            </p:nvSpPr>
            <p:spPr>
              <a:xfrm flipV="1">
                <a:off x="5163232" y="2360936"/>
                <a:ext cx="81674" cy="80066"/>
              </a:xfrm>
              <a:custGeom>
                <a:avLst/>
                <a:gdLst>
                  <a:gd name="connsiteX0" fmla="*/ -2436 w 81674"/>
                  <a:gd name="connsiteY0" fmla="*/ 58430 h 80066"/>
                  <a:gd name="connsiteX1" fmla="*/ 1661 w 81674"/>
                  <a:gd name="connsiteY1" fmla="*/ 72260 h 80066"/>
                  <a:gd name="connsiteX2" fmla="*/ 13518 w 81674"/>
                  <a:gd name="connsiteY2" fmla="*/ 77965 h 80066"/>
                  <a:gd name="connsiteX3" fmla="*/ 25359 w 81674"/>
                  <a:gd name="connsiteY3" fmla="*/ 72857 h 80066"/>
                  <a:gd name="connsiteX4" fmla="*/ 30052 w 81674"/>
                  <a:gd name="connsiteY4" fmla="*/ 57866 h 80066"/>
                  <a:gd name="connsiteX5" fmla="*/ 25309 w 81674"/>
                  <a:gd name="connsiteY5" fmla="*/ 43023 h 80066"/>
                  <a:gd name="connsiteX6" fmla="*/ 13634 w 81674"/>
                  <a:gd name="connsiteY6" fmla="*/ 37816 h 80066"/>
                  <a:gd name="connsiteX7" fmla="*/ 2141 w 81674"/>
                  <a:gd name="connsiteY7" fmla="*/ 42940 h 80066"/>
                  <a:gd name="connsiteX8" fmla="*/ -2436 w 81674"/>
                  <a:gd name="connsiteY8" fmla="*/ 58430 h 80066"/>
                  <a:gd name="connsiteX9" fmla="*/ 13783 w 81674"/>
                  <a:gd name="connsiteY9" fmla="*/ 71547 h 80066"/>
                  <a:gd name="connsiteX10" fmla="*/ 8012 w 81674"/>
                  <a:gd name="connsiteY10" fmla="*/ 68529 h 80066"/>
                  <a:gd name="connsiteX11" fmla="*/ 5707 w 81674"/>
                  <a:gd name="connsiteY11" fmla="*/ 57501 h 80066"/>
                  <a:gd name="connsiteX12" fmla="*/ 8029 w 81674"/>
                  <a:gd name="connsiteY12" fmla="*/ 47202 h 80066"/>
                  <a:gd name="connsiteX13" fmla="*/ 13783 w 81674"/>
                  <a:gd name="connsiteY13" fmla="*/ 44234 h 80066"/>
                  <a:gd name="connsiteX14" fmla="*/ 19621 w 81674"/>
                  <a:gd name="connsiteY14" fmla="*/ 47236 h 80066"/>
                  <a:gd name="connsiteX15" fmla="*/ 21926 w 81674"/>
                  <a:gd name="connsiteY15" fmla="*/ 58231 h 80066"/>
                  <a:gd name="connsiteX16" fmla="*/ 19588 w 81674"/>
                  <a:gd name="connsiteY16" fmla="*/ 68562 h 80066"/>
                  <a:gd name="connsiteX17" fmla="*/ 13783 w 81674"/>
                  <a:gd name="connsiteY17" fmla="*/ 71547 h 80066"/>
                  <a:gd name="connsiteX18" fmla="*/ 13833 w 81674"/>
                  <a:gd name="connsiteY18" fmla="*/ -2101 h 80066"/>
                  <a:gd name="connsiteX19" fmla="*/ 55392 w 81674"/>
                  <a:gd name="connsiteY19" fmla="*/ 77965 h 80066"/>
                  <a:gd name="connsiteX20" fmla="*/ 62970 w 81674"/>
                  <a:gd name="connsiteY20" fmla="*/ 77965 h 80066"/>
                  <a:gd name="connsiteX21" fmla="*/ 21561 w 81674"/>
                  <a:gd name="connsiteY21" fmla="*/ -2101 h 80066"/>
                  <a:gd name="connsiteX22" fmla="*/ 13833 w 81674"/>
                  <a:gd name="connsiteY22" fmla="*/ -2101 h 80066"/>
                  <a:gd name="connsiteX23" fmla="*/ 46685 w 81674"/>
                  <a:gd name="connsiteY23" fmla="*/ 18529 h 80066"/>
                  <a:gd name="connsiteX24" fmla="*/ 50781 w 81674"/>
                  <a:gd name="connsiteY24" fmla="*/ 32393 h 80066"/>
                  <a:gd name="connsiteX25" fmla="*/ 62705 w 81674"/>
                  <a:gd name="connsiteY25" fmla="*/ 38065 h 80066"/>
                  <a:gd name="connsiteX26" fmla="*/ 74546 w 81674"/>
                  <a:gd name="connsiteY26" fmla="*/ 32957 h 80066"/>
                  <a:gd name="connsiteX27" fmla="*/ 79239 w 81674"/>
                  <a:gd name="connsiteY27" fmla="*/ 17965 h 80066"/>
                  <a:gd name="connsiteX28" fmla="*/ 74496 w 81674"/>
                  <a:gd name="connsiteY28" fmla="*/ 3106 h 80066"/>
                  <a:gd name="connsiteX29" fmla="*/ 62755 w 81674"/>
                  <a:gd name="connsiteY29" fmla="*/ -2101 h 80066"/>
                  <a:gd name="connsiteX30" fmla="*/ 51279 w 81674"/>
                  <a:gd name="connsiteY30" fmla="*/ 3057 h 80066"/>
                  <a:gd name="connsiteX31" fmla="*/ 46685 w 81674"/>
                  <a:gd name="connsiteY31" fmla="*/ 18529 h 80066"/>
                  <a:gd name="connsiteX32" fmla="*/ 62970 w 81674"/>
                  <a:gd name="connsiteY32" fmla="*/ 31647 h 80066"/>
                  <a:gd name="connsiteX33" fmla="*/ 57133 w 81674"/>
                  <a:gd name="connsiteY33" fmla="*/ 28629 h 80066"/>
                  <a:gd name="connsiteX34" fmla="*/ 54828 w 81674"/>
                  <a:gd name="connsiteY34" fmla="*/ 17601 h 80066"/>
                  <a:gd name="connsiteX35" fmla="*/ 57150 w 81674"/>
                  <a:gd name="connsiteY35" fmla="*/ 7335 h 80066"/>
                  <a:gd name="connsiteX36" fmla="*/ 62921 w 81674"/>
                  <a:gd name="connsiteY36" fmla="*/ 4334 h 80066"/>
                  <a:gd name="connsiteX37" fmla="*/ 68791 w 81674"/>
                  <a:gd name="connsiteY37" fmla="*/ 7335 h 80066"/>
                  <a:gd name="connsiteX38" fmla="*/ 71097 w 81674"/>
                  <a:gd name="connsiteY38" fmla="*/ 18330 h 80066"/>
                  <a:gd name="connsiteX39" fmla="*/ 68758 w 81674"/>
                  <a:gd name="connsiteY39" fmla="*/ 28662 h 80066"/>
                  <a:gd name="connsiteX40" fmla="*/ 62970 w 81674"/>
                  <a:gd name="connsiteY40" fmla="*/ 31647 h 80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81674" h="80066">
                    <a:moveTo>
                      <a:pt x="-2436" y="58430"/>
                    </a:moveTo>
                    <a:cubicBezTo>
                      <a:pt x="-2436" y="63858"/>
                      <a:pt x="-1070" y="68468"/>
                      <a:pt x="1661" y="72260"/>
                    </a:cubicBezTo>
                    <a:cubicBezTo>
                      <a:pt x="4391" y="76064"/>
                      <a:pt x="8344" y="77965"/>
                      <a:pt x="13518" y="77965"/>
                    </a:cubicBezTo>
                    <a:cubicBezTo>
                      <a:pt x="18294" y="77965"/>
                      <a:pt x="22241" y="76263"/>
                      <a:pt x="25359" y="72857"/>
                    </a:cubicBezTo>
                    <a:cubicBezTo>
                      <a:pt x="28487" y="69463"/>
                      <a:pt x="30052" y="64466"/>
                      <a:pt x="30052" y="57866"/>
                    </a:cubicBezTo>
                    <a:cubicBezTo>
                      <a:pt x="30052" y="51442"/>
                      <a:pt x="28471" y="46495"/>
                      <a:pt x="25309" y="43023"/>
                    </a:cubicBezTo>
                    <a:cubicBezTo>
                      <a:pt x="22147" y="39552"/>
                      <a:pt x="18255" y="37816"/>
                      <a:pt x="13634" y="37816"/>
                    </a:cubicBezTo>
                    <a:cubicBezTo>
                      <a:pt x="9035" y="37816"/>
                      <a:pt x="5204" y="39524"/>
                      <a:pt x="2141" y="42940"/>
                    </a:cubicBezTo>
                    <a:cubicBezTo>
                      <a:pt x="-910" y="46357"/>
                      <a:pt x="-2436" y="51520"/>
                      <a:pt x="-2436" y="58430"/>
                    </a:cubicBezTo>
                    <a:close/>
                    <a:moveTo>
                      <a:pt x="13783" y="71547"/>
                    </a:moveTo>
                    <a:cubicBezTo>
                      <a:pt x="11473" y="71547"/>
                      <a:pt x="9549" y="70541"/>
                      <a:pt x="8012" y="68529"/>
                    </a:cubicBezTo>
                    <a:cubicBezTo>
                      <a:pt x="6475" y="66528"/>
                      <a:pt x="5707" y="62852"/>
                      <a:pt x="5707" y="57501"/>
                    </a:cubicBezTo>
                    <a:cubicBezTo>
                      <a:pt x="5707" y="52625"/>
                      <a:pt x="6481" y="49192"/>
                      <a:pt x="8029" y="47202"/>
                    </a:cubicBezTo>
                    <a:cubicBezTo>
                      <a:pt x="9588" y="45223"/>
                      <a:pt x="11506" y="44234"/>
                      <a:pt x="13783" y="44234"/>
                    </a:cubicBezTo>
                    <a:cubicBezTo>
                      <a:pt x="16138" y="44234"/>
                      <a:pt x="18084" y="45234"/>
                      <a:pt x="19621" y="47236"/>
                    </a:cubicBezTo>
                    <a:cubicBezTo>
                      <a:pt x="21157" y="49248"/>
                      <a:pt x="21926" y="52913"/>
                      <a:pt x="21926" y="58231"/>
                    </a:cubicBezTo>
                    <a:cubicBezTo>
                      <a:pt x="21926" y="63139"/>
                      <a:pt x="21146" y="66583"/>
                      <a:pt x="19588" y="68562"/>
                    </a:cubicBezTo>
                    <a:cubicBezTo>
                      <a:pt x="18029" y="70552"/>
                      <a:pt x="16094" y="71547"/>
                      <a:pt x="13783" y="71547"/>
                    </a:cubicBezTo>
                    <a:close/>
                    <a:moveTo>
                      <a:pt x="13833" y="-2101"/>
                    </a:moveTo>
                    <a:lnTo>
                      <a:pt x="55392" y="77965"/>
                    </a:lnTo>
                    <a:lnTo>
                      <a:pt x="62970" y="77965"/>
                    </a:lnTo>
                    <a:lnTo>
                      <a:pt x="21561" y="-2101"/>
                    </a:lnTo>
                    <a:lnTo>
                      <a:pt x="13833" y="-2101"/>
                    </a:lnTo>
                    <a:close/>
                    <a:moveTo>
                      <a:pt x="46685" y="18529"/>
                    </a:moveTo>
                    <a:cubicBezTo>
                      <a:pt x="46685" y="23991"/>
                      <a:pt x="48051" y="28612"/>
                      <a:pt x="50781" y="32393"/>
                    </a:cubicBezTo>
                    <a:cubicBezTo>
                      <a:pt x="53512" y="36174"/>
                      <a:pt x="57487" y="38065"/>
                      <a:pt x="62705" y="38065"/>
                    </a:cubicBezTo>
                    <a:cubicBezTo>
                      <a:pt x="67470" y="38065"/>
                      <a:pt x="71417" y="36362"/>
                      <a:pt x="74546" y="32957"/>
                    </a:cubicBezTo>
                    <a:cubicBezTo>
                      <a:pt x="77675" y="29563"/>
                      <a:pt x="79239" y="24566"/>
                      <a:pt x="79239" y="17965"/>
                    </a:cubicBezTo>
                    <a:cubicBezTo>
                      <a:pt x="79239" y="11531"/>
                      <a:pt x="77658" y="6578"/>
                      <a:pt x="74496" y="3106"/>
                    </a:cubicBezTo>
                    <a:cubicBezTo>
                      <a:pt x="71334" y="-365"/>
                      <a:pt x="67420" y="-2101"/>
                      <a:pt x="62755" y="-2101"/>
                    </a:cubicBezTo>
                    <a:cubicBezTo>
                      <a:pt x="58167" y="-2101"/>
                      <a:pt x="54341" y="-382"/>
                      <a:pt x="51279" y="3057"/>
                    </a:cubicBezTo>
                    <a:cubicBezTo>
                      <a:pt x="48216" y="6495"/>
                      <a:pt x="46685" y="11652"/>
                      <a:pt x="46685" y="18529"/>
                    </a:cubicBezTo>
                    <a:close/>
                    <a:moveTo>
                      <a:pt x="62970" y="31647"/>
                    </a:moveTo>
                    <a:cubicBezTo>
                      <a:pt x="60616" y="31647"/>
                      <a:pt x="58670" y="30641"/>
                      <a:pt x="57133" y="28629"/>
                    </a:cubicBezTo>
                    <a:cubicBezTo>
                      <a:pt x="55596" y="26628"/>
                      <a:pt x="54828" y="22952"/>
                      <a:pt x="54828" y="17601"/>
                    </a:cubicBezTo>
                    <a:cubicBezTo>
                      <a:pt x="54828" y="12758"/>
                      <a:pt x="55602" y="9336"/>
                      <a:pt x="57150" y="7335"/>
                    </a:cubicBezTo>
                    <a:cubicBezTo>
                      <a:pt x="58708" y="5334"/>
                      <a:pt x="60632" y="4334"/>
                      <a:pt x="62921" y="4334"/>
                    </a:cubicBezTo>
                    <a:cubicBezTo>
                      <a:pt x="65298" y="4334"/>
                      <a:pt x="67255" y="5334"/>
                      <a:pt x="68791" y="7335"/>
                    </a:cubicBezTo>
                    <a:cubicBezTo>
                      <a:pt x="70328" y="9336"/>
                      <a:pt x="71097" y="13001"/>
                      <a:pt x="71097" y="18330"/>
                    </a:cubicBezTo>
                    <a:cubicBezTo>
                      <a:pt x="71097" y="23228"/>
                      <a:pt x="70317" y="26672"/>
                      <a:pt x="68758" y="28662"/>
                    </a:cubicBezTo>
                    <a:cubicBezTo>
                      <a:pt x="67210" y="30652"/>
                      <a:pt x="65281" y="31647"/>
                      <a:pt x="62970" y="31647"/>
                    </a:cubicBez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9" name="Graphic 988">
              <a:extLst>
                <a:ext uri="{FF2B5EF4-FFF2-40B4-BE49-F238E27FC236}">
                  <a16:creationId xmlns:a16="http://schemas.microsoft.com/office/drawing/2014/main" id="{E2754FF9-2B61-C385-1536-09D23E6685EE}"/>
                </a:ext>
              </a:extLst>
            </p:cNvPr>
            <p:cNvGrpSpPr/>
            <p:nvPr/>
          </p:nvGrpSpPr>
          <p:grpSpPr>
            <a:xfrm>
              <a:off x="4757868" y="1432948"/>
              <a:ext cx="270773" cy="78557"/>
              <a:chOff x="4271712" y="1569473"/>
              <a:chExt cx="270773" cy="78557"/>
            </a:xfrm>
            <a:solidFill>
              <a:srgbClr val="262626"/>
            </a:solidFill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C8351A31-5EBC-A2E6-D933-DD9A6D53A6AE}"/>
                  </a:ext>
                </a:extLst>
              </p:cNvPr>
              <p:cNvSpPr/>
              <p:nvPr/>
            </p:nvSpPr>
            <p:spPr>
              <a:xfrm flipV="1">
                <a:off x="4271712" y="1570767"/>
                <a:ext cx="57993" cy="75969"/>
              </a:xfrm>
              <a:custGeom>
                <a:avLst/>
                <a:gdLst>
                  <a:gd name="connsiteX0" fmla="*/ -1946 w 57993"/>
                  <a:gd name="connsiteY0" fmla="*/ -2236 h 75969"/>
                  <a:gd name="connsiteX1" fmla="*/ -1946 w 57993"/>
                  <a:gd name="connsiteY1" fmla="*/ 73734 h 75969"/>
                  <a:gd name="connsiteX2" fmla="*/ 26711 w 57993"/>
                  <a:gd name="connsiteY2" fmla="*/ 73734 h 75969"/>
                  <a:gd name="connsiteX3" fmla="*/ 38270 w 57993"/>
                  <a:gd name="connsiteY3" fmla="*/ 73021 h 75969"/>
                  <a:gd name="connsiteX4" fmla="*/ 47639 w 57993"/>
                  <a:gd name="connsiteY4" fmla="*/ 69455 h 75969"/>
                  <a:gd name="connsiteX5" fmla="*/ 53742 w 57993"/>
                  <a:gd name="connsiteY5" fmla="*/ 62125 h 75969"/>
                  <a:gd name="connsiteX6" fmla="*/ 56047 w 57993"/>
                  <a:gd name="connsiteY6" fmla="*/ 51761 h 75969"/>
                  <a:gd name="connsiteX7" fmla="*/ 49878 w 57993"/>
                  <a:gd name="connsiteY7" fmla="*/ 35359 h 75969"/>
                  <a:gd name="connsiteX8" fmla="*/ 27590 w 57993"/>
                  <a:gd name="connsiteY8" fmla="*/ 28659 h 75969"/>
                  <a:gd name="connsiteX9" fmla="*/ 8104 w 57993"/>
                  <a:gd name="connsiteY9" fmla="*/ 28659 h 75969"/>
                  <a:gd name="connsiteX10" fmla="*/ 8104 w 57993"/>
                  <a:gd name="connsiteY10" fmla="*/ -2236 h 75969"/>
                  <a:gd name="connsiteX11" fmla="*/ -1946 w 57993"/>
                  <a:gd name="connsiteY11" fmla="*/ -2236 h 75969"/>
                  <a:gd name="connsiteX12" fmla="*/ 8104 w 57993"/>
                  <a:gd name="connsiteY12" fmla="*/ 37615 h 75969"/>
                  <a:gd name="connsiteX13" fmla="*/ 27739 w 57993"/>
                  <a:gd name="connsiteY13" fmla="*/ 37615 h 75969"/>
                  <a:gd name="connsiteX14" fmla="*/ 41586 w 57993"/>
                  <a:gd name="connsiteY14" fmla="*/ 41246 h 75969"/>
                  <a:gd name="connsiteX15" fmla="*/ 45683 w 57993"/>
                  <a:gd name="connsiteY15" fmla="*/ 51462 h 75969"/>
                  <a:gd name="connsiteX16" fmla="*/ 43261 w 57993"/>
                  <a:gd name="connsiteY16" fmla="*/ 59605 h 75969"/>
                  <a:gd name="connsiteX17" fmla="*/ 36926 w 57993"/>
                  <a:gd name="connsiteY17" fmla="*/ 64099 h 75969"/>
                  <a:gd name="connsiteX18" fmla="*/ 27540 w 57993"/>
                  <a:gd name="connsiteY18" fmla="*/ 64779 h 75969"/>
                  <a:gd name="connsiteX19" fmla="*/ 8104 w 57993"/>
                  <a:gd name="connsiteY19" fmla="*/ 64779 h 75969"/>
                  <a:gd name="connsiteX20" fmla="*/ 8104 w 57993"/>
                  <a:gd name="connsiteY20" fmla="*/ 37615 h 75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7993" h="75969">
                    <a:moveTo>
                      <a:pt x="-1946" y="-2236"/>
                    </a:moveTo>
                    <a:lnTo>
                      <a:pt x="-1946" y="73734"/>
                    </a:lnTo>
                    <a:lnTo>
                      <a:pt x="26711" y="73734"/>
                    </a:lnTo>
                    <a:cubicBezTo>
                      <a:pt x="31752" y="73734"/>
                      <a:pt x="35605" y="73496"/>
                      <a:pt x="38270" y="73021"/>
                    </a:cubicBezTo>
                    <a:cubicBezTo>
                      <a:pt x="41996" y="72391"/>
                      <a:pt x="45119" y="71202"/>
                      <a:pt x="47639" y="69455"/>
                    </a:cubicBezTo>
                    <a:cubicBezTo>
                      <a:pt x="50171" y="67720"/>
                      <a:pt x="52205" y="65276"/>
                      <a:pt x="53742" y="62125"/>
                    </a:cubicBezTo>
                    <a:cubicBezTo>
                      <a:pt x="55279" y="58986"/>
                      <a:pt x="56047" y="55531"/>
                      <a:pt x="56047" y="51761"/>
                    </a:cubicBezTo>
                    <a:cubicBezTo>
                      <a:pt x="56047" y="45304"/>
                      <a:pt x="53991" y="39837"/>
                      <a:pt x="49878" y="35359"/>
                    </a:cubicBezTo>
                    <a:cubicBezTo>
                      <a:pt x="45766" y="30893"/>
                      <a:pt x="38336" y="28659"/>
                      <a:pt x="27590" y="28659"/>
                    </a:cubicBezTo>
                    <a:lnTo>
                      <a:pt x="8104" y="28659"/>
                    </a:lnTo>
                    <a:lnTo>
                      <a:pt x="8104" y="-2236"/>
                    </a:lnTo>
                    <a:lnTo>
                      <a:pt x="-1946" y="-2236"/>
                    </a:lnTo>
                    <a:close/>
                    <a:moveTo>
                      <a:pt x="8104" y="37615"/>
                    </a:moveTo>
                    <a:lnTo>
                      <a:pt x="27739" y="37615"/>
                    </a:lnTo>
                    <a:cubicBezTo>
                      <a:pt x="34240" y="37615"/>
                      <a:pt x="38856" y="38825"/>
                      <a:pt x="41586" y="41246"/>
                    </a:cubicBezTo>
                    <a:cubicBezTo>
                      <a:pt x="44317" y="43668"/>
                      <a:pt x="45683" y="47073"/>
                      <a:pt x="45683" y="51462"/>
                    </a:cubicBezTo>
                    <a:cubicBezTo>
                      <a:pt x="45683" y="54635"/>
                      <a:pt x="44875" y="57349"/>
                      <a:pt x="43261" y="59605"/>
                    </a:cubicBezTo>
                    <a:cubicBezTo>
                      <a:pt x="41658" y="61871"/>
                      <a:pt x="39547" y="63369"/>
                      <a:pt x="36926" y="64099"/>
                    </a:cubicBezTo>
                    <a:cubicBezTo>
                      <a:pt x="35224" y="64552"/>
                      <a:pt x="32095" y="64779"/>
                      <a:pt x="27540" y="64779"/>
                    </a:cubicBezTo>
                    <a:lnTo>
                      <a:pt x="8104" y="64779"/>
                    </a:lnTo>
                    <a:lnTo>
                      <a:pt x="8104" y="37615"/>
                    </a:ln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3E7FDBB7-11DD-4D70-D885-592A00AB8E37}"/>
                  </a:ext>
                </a:extLst>
              </p:cNvPr>
              <p:cNvSpPr/>
              <p:nvPr/>
            </p:nvSpPr>
            <p:spPr>
              <a:xfrm flipV="1">
                <a:off x="4339087" y="1569473"/>
                <a:ext cx="60464" cy="78557"/>
              </a:xfrm>
              <a:custGeom>
                <a:avLst/>
                <a:gdLst>
                  <a:gd name="connsiteX0" fmla="*/ -1807 w 60464"/>
                  <a:gd name="connsiteY0" fmla="*/ 23469 h 78557"/>
                  <a:gd name="connsiteX1" fmla="*/ 7663 w 60464"/>
                  <a:gd name="connsiteY1" fmla="*/ 24298 h 78557"/>
                  <a:gd name="connsiteX2" fmla="*/ 10797 w 60464"/>
                  <a:gd name="connsiteY2" fmla="*/ 14945 h 78557"/>
                  <a:gd name="connsiteX3" fmla="*/ 18442 w 60464"/>
                  <a:gd name="connsiteY3" fmla="*/ 9041 h 78557"/>
                  <a:gd name="connsiteX4" fmla="*/ 30117 w 60464"/>
                  <a:gd name="connsiteY4" fmla="*/ 6786 h 78557"/>
                  <a:gd name="connsiteX5" fmla="*/ 40266 w 60464"/>
                  <a:gd name="connsiteY5" fmla="*/ 8494 h 78557"/>
                  <a:gd name="connsiteX6" fmla="*/ 46817 w 60464"/>
                  <a:gd name="connsiteY6" fmla="*/ 13170 h 78557"/>
                  <a:gd name="connsiteX7" fmla="*/ 48973 w 60464"/>
                  <a:gd name="connsiteY7" fmla="*/ 19688 h 78557"/>
                  <a:gd name="connsiteX8" fmla="*/ 46900 w 60464"/>
                  <a:gd name="connsiteY8" fmla="*/ 25923 h 78557"/>
                  <a:gd name="connsiteX9" fmla="*/ 40067 w 60464"/>
                  <a:gd name="connsiteY9" fmla="*/ 30417 h 78557"/>
                  <a:gd name="connsiteX10" fmla="*/ 26535 w 60464"/>
                  <a:gd name="connsiteY10" fmla="*/ 34115 h 78557"/>
                  <a:gd name="connsiteX11" fmla="*/ 11875 w 60464"/>
                  <a:gd name="connsiteY11" fmla="*/ 38858 h 78557"/>
                  <a:gd name="connsiteX12" fmla="*/ 3749 w 60464"/>
                  <a:gd name="connsiteY12" fmla="*/ 45923 h 78557"/>
                  <a:gd name="connsiteX13" fmla="*/ 1096 w 60464"/>
                  <a:gd name="connsiteY13" fmla="*/ 55392 h 78557"/>
                  <a:gd name="connsiteX14" fmla="*/ 4346 w 60464"/>
                  <a:gd name="connsiteY14" fmla="*/ 66139 h 78557"/>
                  <a:gd name="connsiteX15" fmla="*/ 13882 w 60464"/>
                  <a:gd name="connsiteY15" fmla="*/ 73734 h 78557"/>
                  <a:gd name="connsiteX16" fmla="*/ 27829 w 60464"/>
                  <a:gd name="connsiteY16" fmla="*/ 76321 h 78557"/>
                  <a:gd name="connsiteX17" fmla="*/ 42721 w 60464"/>
                  <a:gd name="connsiteY17" fmla="*/ 73601 h 78557"/>
                  <a:gd name="connsiteX18" fmla="*/ 52654 w 60464"/>
                  <a:gd name="connsiteY18" fmla="*/ 65591 h 78557"/>
                  <a:gd name="connsiteX19" fmla="*/ 56386 w 60464"/>
                  <a:gd name="connsiteY19" fmla="*/ 53635 h 78557"/>
                  <a:gd name="connsiteX20" fmla="*/ 46751 w 60464"/>
                  <a:gd name="connsiteY20" fmla="*/ 52905 h 78557"/>
                  <a:gd name="connsiteX21" fmla="*/ 41477 w 60464"/>
                  <a:gd name="connsiteY21" fmla="*/ 63784 h 78557"/>
                  <a:gd name="connsiteX22" fmla="*/ 28243 w 60464"/>
                  <a:gd name="connsiteY22" fmla="*/ 67465 h 78557"/>
                  <a:gd name="connsiteX23" fmla="*/ 14943 w 60464"/>
                  <a:gd name="connsiteY23" fmla="*/ 64115 h 78557"/>
                  <a:gd name="connsiteX24" fmla="*/ 10781 w 60464"/>
                  <a:gd name="connsiteY24" fmla="*/ 56072 h 78557"/>
                  <a:gd name="connsiteX25" fmla="*/ 13732 w 60464"/>
                  <a:gd name="connsiteY25" fmla="*/ 49323 h 78557"/>
                  <a:gd name="connsiteX26" fmla="*/ 28890 w 60464"/>
                  <a:gd name="connsiteY26" fmla="*/ 43916 h 78557"/>
                  <a:gd name="connsiteX27" fmla="*/ 45706 w 60464"/>
                  <a:gd name="connsiteY27" fmla="*/ 39074 h 78557"/>
                  <a:gd name="connsiteX28" fmla="*/ 55490 w 60464"/>
                  <a:gd name="connsiteY28" fmla="*/ 31313 h 78557"/>
                  <a:gd name="connsiteX29" fmla="*/ 58658 w 60464"/>
                  <a:gd name="connsiteY29" fmla="*/ 20517 h 78557"/>
                  <a:gd name="connsiteX30" fmla="*/ 55192 w 60464"/>
                  <a:gd name="connsiteY30" fmla="*/ 9074 h 78557"/>
                  <a:gd name="connsiteX31" fmla="*/ 45208 w 60464"/>
                  <a:gd name="connsiteY31" fmla="*/ 732 h 78557"/>
                  <a:gd name="connsiteX32" fmla="*/ 30581 w 60464"/>
                  <a:gd name="connsiteY32" fmla="*/ -2236 h 78557"/>
                  <a:gd name="connsiteX33" fmla="*/ 13285 w 60464"/>
                  <a:gd name="connsiteY33" fmla="*/ 766 h 78557"/>
                  <a:gd name="connsiteX34" fmla="*/ 2356 w 60464"/>
                  <a:gd name="connsiteY34" fmla="*/ 9804 h 78557"/>
                  <a:gd name="connsiteX35" fmla="*/ -1807 w 60464"/>
                  <a:gd name="connsiteY35" fmla="*/ 23469 h 78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60464" h="78557">
                    <a:moveTo>
                      <a:pt x="-1807" y="23469"/>
                    </a:moveTo>
                    <a:lnTo>
                      <a:pt x="7663" y="24298"/>
                    </a:lnTo>
                    <a:cubicBezTo>
                      <a:pt x="8116" y="20495"/>
                      <a:pt x="9161" y="17377"/>
                      <a:pt x="10797" y="14945"/>
                    </a:cubicBezTo>
                    <a:cubicBezTo>
                      <a:pt x="12444" y="12512"/>
                      <a:pt x="14993" y="10545"/>
                      <a:pt x="18442" y="9041"/>
                    </a:cubicBezTo>
                    <a:cubicBezTo>
                      <a:pt x="21903" y="7537"/>
                      <a:pt x="25794" y="6786"/>
                      <a:pt x="30117" y="6786"/>
                    </a:cubicBezTo>
                    <a:cubicBezTo>
                      <a:pt x="33942" y="6786"/>
                      <a:pt x="37326" y="7355"/>
                      <a:pt x="40266" y="8494"/>
                    </a:cubicBezTo>
                    <a:cubicBezTo>
                      <a:pt x="43207" y="9632"/>
                      <a:pt x="45391" y="11191"/>
                      <a:pt x="46817" y="13170"/>
                    </a:cubicBezTo>
                    <a:cubicBezTo>
                      <a:pt x="48254" y="15160"/>
                      <a:pt x="48973" y="17333"/>
                      <a:pt x="48973" y="19688"/>
                    </a:cubicBezTo>
                    <a:cubicBezTo>
                      <a:pt x="48973" y="22065"/>
                      <a:pt x="48282" y="24143"/>
                      <a:pt x="46900" y="25923"/>
                    </a:cubicBezTo>
                    <a:cubicBezTo>
                      <a:pt x="45518" y="27703"/>
                      <a:pt x="43240" y="29201"/>
                      <a:pt x="40067" y="30417"/>
                    </a:cubicBezTo>
                    <a:cubicBezTo>
                      <a:pt x="38022" y="31213"/>
                      <a:pt x="33511" y="32446"/>
                      <a:pt x="26535" y="34115"/>
                    </a:cubicBezTo>
                    <a:cubicBezTo>
                      <a:pt x="19559" y="35796"/>
                      <a:pt x="14672" y="37377"/>
                      <a:pt x="11875" y="38858"/>
                    </a:cubicBezTo>
                    <a:cubicBezTo>
                      <a:pt x="8238" y="40760"/>
                      <a:pt x="5529" y="43115"/>
                      <a:pt x="3749" y="45923"/>
                    </a:cubicBezTo>
                    <a:cubicBezTo>
                      <a:pt x="1980" y="48742"/>
                      <a:pt x="1096" y="51899"/>
                      <a:pt x="1096" y="55392"/>
                    </a:cubicBezTo>
                    <a:cubicBezTo>
                      <a:pt x="1096" y="59229"/>
                      <a:pt x="2179" y="62811"/>
                      <a:pt x="4346" y="66139"/>
                    </a:cubicBezTo>
                    <a:cubicBezTo>
                      <a:pt x="6524" y="69477"/>
                      <a:pt x="9703" y="72009"/>
                      <a:pt x="13882" y="73734"/>
                    </a:cubicBezTo>
                    <a:cubicBezTo>
                      <a:pt x="18072" y="75459"/>
                      <a:pt x="22721" y="76321"/>
                      <a:pt x="27829" y="76321"/>
                    </a:cubicBezTo>
                    <a:cubicBezTo>
                      <a:pt x="33456" y="76321"/>
                      <a:pt x="38420" y="75414"/>
                      <a:pt x="42721" y="73601"/>
                    </a:cubicBezTo>
                    <a:cubicBezTo>
                      <a:pt x="47032" y="71788"/>
                      <a:pt x="50344" y="69118"/>
                      <a:pt x="52654" y="65591"/>
                    </a:cubicBezTo>
                    <a:cubicBezTo>
                      <a:pt x="54965" y="62076"/>
                      <a:pt x="56209" y="58090"/>
                      <a:pt x="56386" y="53635"/>
                    </a:cubicBezTo>
                    <a:lnTo>
                      <a:pt x="46751" y="52905"/>
                    </a:lnTo>
                    <a:cubicBezTo>
                      <a:pt x="46231" y="57703"/>
                      <a:pt x="44473" y="61329"/>
                      <a:pt x="41477" y="63784"/>
                    </a:cubicBezTo>
                    <a:cubicBezTo>
                      <a:pt x="38492" y="66238"/>
                      <a:pt x="34081" y="67465"/>
                      <a:pt x="28243" y="67465"/>
                    </a:cubicBezTo>
                    <a:cubicBezTo>
                      <a:pt x="22162" y="67465"/>
                      <a:pt x="17729" y="66349"/>
                      <a:pt x="14943" y="64115"/>
                    </a:cubicBezTo>
                    <a:cubicBezTo>
                      <a:pt x="12168" y="61893"/>
                      <a:pt x="10781" y="59212"/>
                      <a:pt x="10781" y="56072"/>
                    </a:cubicBezTo>
                    <a:cubicBezTo>
                      <a:pt x="10781" y="53341"/>
                      <a:pt x="11764" y="51092"/>
                      <a:pt x="13732" y="49323"/>
                    </a:cubicBezTo>
                    <a:cubicBezTo>
                      <a:pt x="15667" y="47565"/>
                      <a:pt x="20720" y="45763"/>
                      <a:pt x="28890" y="43916"/>
                    </a:cubicBezTo>
                    <a:cubicBezTo>
                      <a:pt x="37060" y="42070"/>
                      <a:pt x="42665" y="40456"/>
                      <a:pt x="45706" y="39074"/>
                    </a:cubicBezTo>
                    <a:cubicBezTo>
                      <a:pt x="50128" y="37029"/>
                      <a:pt x="53390" y="34442"/>
                      <a:pt x="55490" y="31313"/>
                    </a:cubicBezTo>
                    <a:cubicBezTo>
                      <a:pt x="57602" y="28195"/>
                      <a:pt x="58658" y="24596"/>
                      <a:pt x="58658" y="20517"/>
                    </a:cubicBezTo>
                    <a:cubicBezTo>
                      <a:pt x="58658" y="16470"/>
                      <a:pt x="57502" y="12656"/>
                      <a:pt x="55192" y="9074"/>
                    </a:cubicBezTo>
                    <a:cubicBezTo>
                      <a:pt x="52881" y="5503"/>
                      <a:pt x="49553" y="2723"/>
                      <a:pt x="45208" y="732"/>
                    </a:cubicBezTo>
                    <a:cubicBezTo>
                      <a:pt x="40874" y="-1246"/>
                      <a:pt x="35999" y="-2236"/>
                      <a:pt x="30581" y="-2236"/>
                    </a:cubicBezTo>
                    <a:cubicBezTo>
                      <a:pt x="23705" y="-2236"/>
                      <a:pt x="17939" y="-1235"/>
                      <a:pt x="13285" y="766"/>
                    </a:cubicBezTo>
                    <a:cubicBezTo>
                      <a:pt x="8641" y="2767"/>
                      <a:pt x="4998" y="5779"/>
                      <a:pt x="2356" y="9804"/>
                    </a:cubicBezTo>
                    <a:cubicBezTo>
                      <a:pt x="-286" y="13839"/>
                      <a:pt x="-1674" y="18394"/>
                      <a:pt x="-1807" y="23469"/>
                    </a:cubicBez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FBA4D359-89CA-53C3-4929-3AFD03C2DDCA}"/>
                  </a:ext>
                </a:extLst>
              </p:cNvPr>
              <p:cNvSpPr/>
              <p:nvPr/>
            </p:nvSpPr>
            <p:spPr>
              <a:xfrm flipV="1">
                <a:off x="4412980" y="1570767"/>
                <a:ext cx="72503" cy="75969"/>
              </a:xfrm>
              <a:custGeom>
                <a:avLst/>
                <a:gdLst>
                  <a:gd name="connsiteX0" fmla="*/ -2347 w 72503"/>
                  <a:gd name="connsiteY0" fmla="*/ -2236 h 75969"/>
                  <a:gd name="connsiteX1" fmla="*/ -2347 w 72503"/>
                  <a:gd name="connsiteY1" fmla="*/ 73734 h 75969"/>
                  <a:gd name="connsiteX2" fmla="*/ 12793 w 72503"/>
                  <a:gd name="connsiteY2" fmla="*/ 73734 h 75969"/>
                  <a:gd name="connsiteX3" fmla="*/ 30770 w 72503"/>
                  <a:gd name="connsiteY3" fmla="*/ 19953 h 75969"/>
                  <a:gd name="connsiteX4" fmla="*/ 34402 w 72503"/>
                  <a:gd name="connsiteY4" fmla="*/ 8693 h 75969"/>
                  <a:gd name="connsiteX5" fmla="*/ 38432 w 72503"/>
                  <a:gd name="connsiteY5" fmla="*/ 20882 h 75969"/>
                  <a:gd name="connsiteX6" fmla="*/ 56624 w 72503"/>
                  <a:gd name="connsiteY6" fmla="*/ 73734 h 75969"/>
                  <a:gd name="connsiteX7" fmla="*/ 70156 w 72503"/>
                  <a:gd name="connsiteY7" fmla="*/ 73734 h 75969"/>
                  <a:gd name="connsiteX8" fmla="*/ 70156 w 72503"/>
                  <a:gd name="connsiteY8" fmla="*/ -2236 h 75969"/>
                  <a:gd name="connsiteX9" fmla="*/ 60472 w 72503"/>
                  <a:gd name="connsiteY9" fmla="*/ -2236 h 75969"/>
                  <a:gd name="connsiteX10" fmla="*/ 60472 w 72503"/>
                  <a:gd name="connsiteY10" fmla="*/ 61346 h 75969"/>
                  <a:gd name="connsiteX11" fmla="*/ 38382 w 72503"/>
                  <a:gd name="connsiteY11" fmla="*/ -2236 h 75969"/>
                  <a:gd name="connsiteX12" fmla="*/ 29311 w 72503"/>
                  <a:gd name="connsiteY12" fmla="*/ -2236 h 75969"/>
                  <a:gd name="connsiteX13" fmla="*/ 7337 w 72503"/>
                  <a:gd name="connsiteY13" fmla="*/ 62440 h 75969"/>
                  <a:gd name="connsiteX14" fmla="*/ 7337 w 72503"/>
                  <a:gd name="connsiteY14" fmla="*/ -2236 h 75969"/>
                  <a:gd name="connsiteX15" fmla="*/ -2347 w 72503"/>
                  <a:gd name="connsiteY15" fmla="*/ -2236 h 75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2503" h="75969">
                    <a:moveTo>
                      <a:pt x="-2347" y="-2236"/>
                    </a:moveTo>
                    <a:lnTo>
                      <a:pt x="-2347" y="73734"/>
                    </a:lnTo>
                    <a:lnTo>
                      <a:pt x="12793" y="73734"/>
                    </a:lnTo>
                    <a:lnTo>
                      <a:pt x="30770" y="19953"/>
                    </a:lnTo>
                    <a:cubicBezTo>
                      <a:pt x="32429" y="14934"/>
                      <a:pt x="33639" y="11180"/>
                      <a:pt x="34402" y="8693"/>
                    </a:cubicBezTo>
                    <a:cubicBezTo>
                      <a:pt x="35264" y="11457"/>
                      <a:pt x="36608" y="15520"/>
                      <a:pt x="38432" y="20882"/>
                    </a:cubicBezTo>
                    <a:lnTo>
                      <a:pt x="56624" y="73734"/>
                    </a:lnTo>
                    <a:lnTo>
                      <a:pt x="70156" y="73734"/>
                    </a:lnTo>
                    <a:lnTo>
                      <a:pt x="70156" y="-2236"/>
                    </a:lnTo>
                    <a:lnTo>
                      <a:pt x="60472" y="-2236"/>
                    </a:lnTo>
                    <a:lnTo>
                      <a:pt x="60472" y="61346"/>
                    </a:lnTo>
                    <a:lnTo>
                      <a:pt x="38382" y="-2236"/>
                    </a:lnTo>
                    <a:lnTo>
                      <a:pt x="29311" y="-2236"/>
                    </a:lnTo>
                    <a:lnTo>
                      <a:pt x="7337" y="62440"/>
                    </a:lnTo>
                    <a:lnTo>
                      <a:pt x="7337" y="-2236"/>
                    </a:lnTo>
                    <a:lnTo>
                      <a:pt x="-2347" y="-2236"/>
                    </a:ln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E284879-90BB-AAB2-7F67-6800276DB533}"/>
                  </a:ext>
                </a:extLst>
              </p:cNvPr>
              <p:cNvSpPr/>
              <p:nvPr/>
            </p:nvSpPr>
            <p:spPr>
              <a:xfrm flipV="1">
                <a:off x="4496781" y="1590451"/>
                <a:ext cx="45704" cy="57528"/>
              </a:xfrm>
              <a:custGeom>
                <a:avLst/>
                <a:gdLst>
                  <a:gd name="connsiteX0" fmla="*/ -1254 w 45704"/>
                  <a:gd name="connsiteY0" fmla="*/ 16074 h 57528"/>
                  <a:gd name="connsiteX1" fmla="*/ 7967 w 45704"/>
                  <a:gd name="connsiteY1" fmla="*/ 17517 h 57528"/>
                  <a:gd name="connsiteX2" fmla="*/ 12295 w 45704"/>
                  <a:gd name="connsiteY2" fmla="*/ 9026 h 57528"/>
                  <a:gd name="connsiteX3" fmla="*/ 22229 w 45704"/>
                  <a:gd name="connsiteY3" fmla="*/ 6074 h 57528"/>
                  <a:gd name="connsiteX4" fmla="*/ 31748 w 45704"/>
                  <a:gd name="connsiteY4" fmla="*/ 8678 h 57528"/>
                  <a:gd name="connsiteX5" fmla="*/ 34866 w 45704"/>
                  <a:gd name="connsiteY5" fmla="*/ 14831 h 57528"/>
                  <a:gd name="connsiteX6" fmla="*/ 32113 w 45704"/>
                  <a:gd name="connsiteY6" fmla="*/ 19806 h 57528"/>
                  <a:gd name="connsiteX7" fmla="*/ 22577 w 45704"/>
                  <a:gd name="connsiteY7" fmla="*/ 22957 h 57528"/>
                  <a:gd name="connsiteX8" fmla="*/ 8365 w 45704"/>
                  <a:gd name="connsiteY8" fmla="*/ 27451 h 57528"/>
                  <a:gd name="connsiteX9" fmla="*/ 2345 w 45704"/>
                  <a:gd name="connsiteY9" fmla="*/ 32675 h 57528"/>
                  <a:gd name="connsiteX10" fmla="*/ 305 w 45704"/>
                  <a:gd name="connsiteY10" fmla="*/ 40071 h 57528"/>
                  <a:gd name="connsiteX11" fmla="*/ 1980 w 45704"/>
                  <a:gd name="connsiteY11" fmla="*/ 46870 h 57528"/>
                  <a:gd name="connsiteX12" fmla="*/ 6574 w 45704"/>
                  <a:gd name="connsiteY12" fmla="*/ 52094 h 57528"/>
                  <a:gd name="connsiteX13" fmla="*/ 12494 w 45704"/>
                  <a:gd name="connsiteY13" fmla="*/ 54797 h 57528"/>
                  <a:gd name="connsiteX14" fmla="*/ 20571 w 45704"/>
                  <a:gd name="connsiteY14" fmla="*/ 55925 h 57528"/>
                  <a:gd name="connsiteX15" fmla="*/ 31930 w 45704"/>
                  <a:gd name="connsiteY15" fmla="*/ 54051 h 57528"/>
                  <a:gd name="connsiteX16" fmla="*/ 39161 w 45704"/>
                  <a:gd name="connsiteY16" fmla="*/ 48993 h 57528"/>
                  <a:gd name="connsiteX17" fmla="*/ 42378 w 45704"/>
                  <a:gd name="connsiteY17" fmla="*/ 40486 h 57528"/>
                  <a:gd name="connsiteX18" fmla="*/ 33257 w 45704"/>
                  <a:gd name="connsiteY18" fmla="*/ 39242 h 57528"/>
                  <a:gd name="connsiteX19" fmla="*/ 29658 w 45704"/>
                  <a:gd name="connsiteY19" fmla="*/ 45859 h 57528"/>
                  <a:gd name="connsiteX20" fmla="*/ 21234 w 45704"/>
                  <a:gd name="connsiteY20" fmla="*/ 48247 h 57528"/>
                  <a:gd name="connsiteX21" fmla="*/ 12063 w 45704"/>
                  <a:gd name="connsiteY21" fmla="*/ 46124 h 57528"/>
                  <a:gd name="connsiteX22" fmla="*/ 9310 w 45704"/>
                  <a:gd name="connsiteY22" fmla="*/ 41149 h 57528"/>
                  <a:gd name="connsiteX23" fmla="*/ 10455 w 45704"/>
                  <a:gd name="connsiteY23" fmla="*/ 37882 h 57528"/>
                  <a:gd name="connsiteX24" fmla="*/ 14037 w 45704"/>
                  <a:gd name="connsiteY24" fmla="*/ 35394 h 57528"/>
                  <a:gd name="connsiteX25" fmla="*/ 22279 w 45704"/>
                  <a:gd name="connsiteY25" fmla="*/ 33023 h 57528"/>
                  <a:gd name="connsiteX26" fmla="*/ 36076 w 45704"/>
                  <a:gd name="connsiteY26" fmla="*/ 28678 h 57528"/>
                  <a:gd name="connsiteX27" fmla="*/ 42212 w 45704"/>
                  <a:gd name="connsiteY27" fmla="*/ 23786 h 57528"/>
                  <a:gd name="connsiteX28" fmla="*/ 44451 w 45704"/>
                  <a:gd name="connsiteY28" fmla="*/ 15809 h 57528"/>
                  <a:gd name="connsiteX29" fmla="*/ 41731 w 45704"/>
                  <a:gd name="connsiteY29" fmla="*/ 7020 h 57528"/>
                  <a:gd name="connsiteX30" fmla="*/ 33871 w 45704"/>
                  <a:gd name="connsiteY30" fmla="*/ 652 h 57528"/>
                  <a:gd name="connsiteX31" fmla="*/ 22279 w 45704"/>
                  <a:gd name="connsiteY31" fmla="*/ -1604 h 57528"/>
                  <a:gd name="connsiteX32" fmla="*/ 5927 w 45704"/>
                  <a:gd name="connsiteY32" fmla="*/ 2857 h 57528"/>
                  <a:gd name="connsiteX33" fmla="*/ -1254 w 45704"/>
                  <a:gd name="connsiteY33" fmla="*/ 16074 h 57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5704" h="57528">
                    <a:moveTo>
                      <a:pt x="-1254" y="16074"/>
                    </a:moveTo>
                    <a:lnTo>
                      <a:pt x="7967" y="17517"/>
                    </a:lnTo>
                    <a:cubicBezTo>
                      <a:pt x="8487" y="13825"/>
                      <a:pt x="9929" y="10994"/>
                      <a:pt x="12295" y="9026"/>
                    </a:cubicBezTo>
                    <a:cubicBezTo>
                      <a:pt x="14661" y="7058"/>
                      <a:pt x="17972" y="6074"/>
                      <a:pt x="22229" y="6074"/>
                    </a:cubicBezTo>
                    <a:cubicBezTo>
                      <a:pt x="26508" y="6074"/>
                      <a:pt x="29681" y="6942"/>
                      <a:pt x="31748" y="8678"/>
                    </a:cubicBezTo>
                    <a:cubicBezTo>
                      <a:pt x="33826" y="10425"/>
                      <a:pt x="34866" y="12476"/>
                      <a:pt x="34866" y="14831"/>
                    </a:cubicBezTo>
                    <a:cubicBezTo>
                      <a:pt x="34866" y="16931"/>
                      <a:pt x="33948" y="18590"/>
                      <a:pt x="32113" y="19806"/>
                    </a:cubicBezTo>
                    <a:cubicBezTo>
                      <a:pt x="30841" y="20635"/>
                      <a:pt x="27663" y="21685"/>
                      <a:pt x="22577" y="22957"/>
                    </a:cubicBezTo>
                    <a:cubicBezTo>
                      <a:pt x="15745" y="24692"/>
                      <a:pt x="11007" y="26190"/>
                      <a:pt x="8365" y="27451"/>
                    </a:cubicBezTo>
                    <a:cubicBezTo>
                      <a:pt x="5723" y="28711"/>
                      <a:pt x="3716" y="30452"/>
                      <a:pt x="2345" y="32675"/>
                    </a:cubicBezTo>
                    <a:cubicBezTo>
                      <a:pt x="985" y="34908"/>
                      <a:pt x="305" y="37373"/>
                      <a:pt x="305" y="40071"/>
                    </a:cubicBezTo>
                    <a:cubicBezTo>
                      <a:pt x="305" y="42514"/>
                      <a:pt x="864" y="44781"/>
                      <a:pt x="1980" y="46870"/>
                    </a:cubicBezTo>
                    <a:cubicBezTo>
                      <a:pt x="3108" y="48971"/>
                      <a:pt x="4639" y="50712"/>
                      <a:pt x="6574" y="52094"/>
                    </a:cubicBezTo>
                    <a:cubicBezTo>
                      <a:pt x="8022" y="53156"/>
                      <a:pt x="9996" y="54057"/>
                      <a:pt x="12494" y="54797"/>
                    </a:cubicBezTo>
                    <a:cubicBezTo>
                      <a:pt x="15004" y="55549"/>
                      <a:pt x="17696" y="55925"/>
                      <a:pt x="20571" y="55925"/>
                    </a:cubicBezTo>
                    <a:cubicBezTo>
                      <a:pt x="24882" y="55925"/>
                      <a:pt x="28669" y="55300"/>
                      <a:pt x="31930" y="54051"/>
                    </a:cubicBezTo>
                    <a:cubicBezTo>
                      <a:pt x="35203" y="52813"/>
                      <a:pt x="37613" y="51127"/>
                      <a:pt x="39161" y="48993"/>
                    </a:cubicBezTo>
                    <a:cubicBezTo>
                      <a:pt x="40720" y="46870"/>
                      <a:pt x="41792" y="44035"/>
                      <a:pt x="42378" y="40486"/>
                    </a:cubicBezTo>
                    <a:lnTo>
                      <a:pt x="33257" y="39242"/>
                    </a:lnTo>
                    <a:cubicBezTo>
                      <a:pt x="32848" y="42072"/>
                      <a:pt x="31649" y="44278"/>
                      <a:pt x="29658" y="45859"/>
                    </a:cubicBezTo>
                    <a:cubicBezTo>
                      <a:pt x="27668" y="47451"/>
                      <a:pt x="24860" y="48247"/>
                      <a:pt x="21234" y="48247"/>
                    </a:cubicBezTo>
                    <a:cubicBezTo>
                      <a:pt x="16955" y="48247"/>
                      <a:pt x="13898" y="47539"/>
                      <a:pt x="12063" y="46124"/>
                    </a:cubicBezTo>
                    <a:cubicBezTo>
                      <a:pt x="10228" y="44709"/>
                      <a:pt x="9310" y="43051"/>
                      <a:pt x="9310" y="41149"/>
                    </a:cubicBezTo>
                    <a:cubicBezTo>
                      <a:pt x="9310" y="39944"/>
                      <a:pt x="9692" y="38855"/>
                      <a:pt x="10455" y="37882"/>
                    </a:cubicBezTo>
                    <a:cubicBezTo>
                      <a:pt x="11217" y="36887"/>
                      <a:pt x="12411" y="36058"/>
                      <a:pt x="14037" y="35394"/>
                    </a:cubicBezTo>
                    <a:cubicBezTo>
                      <a:pt x="14965" y="35052"/>
                      <a:pt x="17713" y="34261"/>
                      <a:pt x="22279" y="33023"/>
                    </a:cubicBezTo>
                    <a:cubicBezTo>
                      <a:pt x="28879" y="31254"/>
                      <a:pt x="33478" y="29806"/>
                      <a:pt x="36076" y="28678"/>
                    </a:cubicBezTo>
                    <a:cubicBezTo>
                      <a:pt x="38686" y="27561"/>
                      <a:pt x="40731" y="25931"/>
                      <a:pt x="42212" y="23786"/>
                    </a:cubicBezTo>
                    <a:cubicBezTo>
                      <a:pt x="43705" y="21652"/>
                      <a:pt x="44451" y="18993"/>
                      <a:pt x="44451" y="15809"/>
                    </a:cubicBezTo>
                    <a:cubicBezTo>
                      <a:pt x="44451" y="12702"/>
                      <a:pt x="43545" y="9773"/>
                      <a:pt x="41731" y="7020"/>
                    </a:cubicBezTo>
                    <a:cubicBezTo>
                      <a:pt x="39918" y="4278"/>
                      <a:pt x="37298" y="2155"/>
                      <a:pt x="33871" y="652"/>
                    </a:cubicBezTo>
                    <a:cubicBezTo>
                      <a:pt x="30455" y="-852"/>
                      <a:pt x="26591" y="-1604"/>
                      <a:pt x="22279" y="-1604"/>
                    </a:cubicBezTo>
                    <a:cubicBezTo>
                      <a:pt x="15126" y="-1604"/>
                      <a:pt x="9675" y="-117"/>
                      <a:pt x="5927" y="2857"/>
                    </a:cubicBezTo>
                    <a:cubicBezTo>
                      <a:pt x="2179" y="5831"/>
                      <a:pt x="-214" y="10237"/>
                      <a:pt x="-1254" y="16074"/>
                    </a:cubicBezTo>
                    <a:close/>
                  </a:path>
                </a:pathLst>
              </a:custGeom>
              <a:solidFill>
                <a:srgbClr val="262626"/>
              </a:solidFill>
              <a:ln w="17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245" name="Title 1">
            <a:extLst>
              <a:ext uri="{FF2B5EF4-FFF2-40B4-BE49-F238E27FC236}">
                <a16:creationId xmlns:a16="http://schemas.microsoft.com/office/drawing/2014/main" id="{6D2F4A86-DE46-195A-5DB1-207BC56A7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TIMS²Rescore combines the full workflow in </a:t>
            </a:r>
            <a:b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ProteoScape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(and is also available as a Python package)</a:t>
            </a:r>
            <a:endParaRPr lang="en-BE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FDCDD9A6-B857-ABF4-9925-DA945A1F9C06}"/>
              </a:ext>
            </a:extLst>
          </p:cNvPr>
          <p:cNvGrpSpPr/>
          <p:nvPr/>
        </p:nvGrpSpPr>
        <p:grpSpPr>
          <a:xfrm>
            <a:off x="9237134" y="98694"/>
            <a:ext cx="2482544" cy="777632"/>
            <a:chOff x="8636000" y="2115671"/>
            <a:chExt cx="2482544" cy="777632"/>
          </a:xfrm>
        </p:grpSpPr>
        <p:pic>
          <p:nvPicPr>
            <p:cNvPr id="247" name="Picture 246">
              <a:extLst>
                <a:ext uri="{FF2B5EF4-FFF2-40B4-BE49-F238E27FC236}">
                  <a16:creationId xmlns:a16="http://schemas.microsoft.com/office/drawing/2014/main" id="{CE429215-5C7B-01B1-3684-FE28C6AF1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636000" y="2115671"/>
              <a:ext cx="777632" cy="777632"/>
            </a:xfrm>
            <a:prstGeom prst="ellipse">
              <a:avLst/>
            </a:prstGeom>
          </p:spPr>
        </p:pic>
        <p:pic>
          <p:nvPicPr>
            <p:cNvPr id="248" name="Picture 247" descr="A person smiling for a picture&#10;&#10;Description automatically generated">
              <a:extLst>
                <a:ext uri="{FF2B5EF4-FFF2-40B4-BE49-F238E27FC236}">
                  <a16:creationId xmlns:a16="http://schemas.microsoft.com/office/drawing/2014/main" id="{DA61279E-BF9C-0B92-A6A0-0FF61982A4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88456" y="2115671"/>
              <a:ext cx="777632" cy="777632"/>
            </a:xfrm>
            <a:prstGeom prst="ellipse">
              <a:avLst/>
            </a:prstGeom>
          </p:spPr>
        </p:pic>
        <p:pic>
          <p:nvPicPr>
            <p:cNvPr id="249" name="Picture 248">
              <a:extLst>
                <a:ext uri="{FF2B5EF4-FFF2-40B4-BE49-F238E27FC236}">
                  <a16:creationId xmlns:a16="http://schemas.microsoft.com/office/drawing/2014/main" id="{A36EB9A8-A240-A2FD-065F-B8EF2E498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340912" y="2115671"/>
              <a:ext cx="777632" cy="777632"/>
            </a:xfrm>
            <a:prstGeom prst="ellipse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34971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97728-624A-6763-F065-F725E1E38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itle 1">
            <a:extLst>
              <a:ext uri="{FF2B5EF4-FFF2-40B4-BE49-F238E27FC236}">
                <a16:creationId xmlns:a16="http://schemas.microsoft.com/office/drawing/2014/main" id="{A5AAE525-24A7-E0D2-3147-50445D495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MS²Rescore is an open and freely available </a:t>
            </a:r>
            <a:b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(and is also available as a Python package)</a:t>
            </a:r>
            <a:endParaRPr lang="en-BE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2E904E59-CB72-098E-EE44-CA275BDB66E4}"/>
              </a:ext>
            </a:extLst>
          </p:cNvPr>
          <p:cNvGrpSpPr/>
          <p:nvPr/>
        </p:nvGrpSpPr>
        <p:grpSpPr>
          <a:xfrm>
            <a:off x="9237134" y="98694"/>
            <a:ext cx="2482544" cy="777632"/>
            <a:chOff x="8636000" y="2115671"/>
            <a:chExt cx="2482544" cy="777632"/>
          </a:xfrm>
        </p:grpSpPr>
        <p:pic>
          <p:nvPicPr>
            <p:cNvPr id="247" name="Picture 246">
              <a:extLst>
                <a:ext uri="{FF2B5EF4-FFF2-40B4-BE49-F238E27FC236}">
                  <a16:creationId xmlns:a16="http://schemas.microsoft.com/office/drawing/2014/main" id="{0B6366FC-DEB0-7B96-E67D-BA8ABC779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636000" y="2115671"/>
              <a:ext cx="777632" cy="777632"/>
            </a:xfrm>
            <a:prstGeom prst="ellipse">
              <a:avLst/>
            </a:prstGeom>
          </p:spPr>
        </p:pic>
        <p:pic>
          <p:nvPicPr>
            <p:cNvPr id="248" name="Picture 247" descr="A person smiling for a picture&#10;&#10;Description automatically generated">
              <a:extLst>
                <a:ext uri="{FF2B5EF4-FFF2-40B4-BE49-F238E27FC236}">
                  <a16:creationId xmlns:a16="http://schemas.microsoft.com/office/drawing/2014/main" id="{8B7192E7-4D50-2E0F-88AF-BFF3455B5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88456" y="2115671"/>
              <a:ext cx="777632" cy="777632"/>
            </a:xfrm>
            <a:prstGeom prst="ellipse">
              <a:avLst/>
            </a:prstGeom>
          </p:spPr>
        </p:pic>
        <p:pic>
          <p:nvPicPr>
            <p:cNvPr id="249" name="Picture 248">
              <a:extLst>
                <a:ext uri="{FF2B5EF4-FFF2-40B4-BE49-F238E27FC236}">
                  <a16:creationId xmlns:a16="http://schemas.microsoft.com/office/drawing/2014/main" id="{4E1140CB-C1FA-DF9B-54DC-43258E61B4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340912" y="2115671"/>
              <a:ext cx="777632" cy="777632"/>
            </a:xfrm>
            <a:prstGeom prst="ellipse">
              <a:avLst/>
            </a:prstGeom>
          </p:spPr>
        </p:pic>
      </p:grpSp>
      <p:sp>
        <p:nvSpPr>
          <p:cNvPr id="241" name="TextBox 240">
            <a:extLst>
              <a:ext uri="{FF2B5EF4-FFF2-40B4-BE49-F238E27FC236}">
                <a16:creationId xmlns:a16="http://schemas.microsoft.com/office/drawing/2014/main" id="{7075EEE1-9B3C-B476-FEFD-CA82022ABC63}"/>
              </a:ext>
            </a:extLst>
          </p:cNvPr>
          <p:cNvSpPr txBox="1"/>
          <p:nvPr/>
        </p:nvSpPr>
        <p:spPr>
          <a:xfrm>
            <a:off x="1" y="5765730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NL" sz="3600" dirty="0">
                <a:hlinkClick r:id="rId6"/>
              </a:rPr>
              <a:t>https://github.com/compomics/ms2rescore</a:t>
            </a:r>
            <a:endParaRPr lang="en-US" sz="3600" dirty="0"/>
          </a:p>
        </p:txBody>
      </p:sp>
      <p:pic>
        <p:nvPicPr>
          <p:cNvPr id="243" name="Picture 242">
            <a:extLst>
              <a:ext uri="{FF2B5EF4-FFF2-40B4-BE49-F238E27FC236}">
                <a16:creationId xmlns:a16="http://schemas.microsoft.com/office/drawing/2014/main" id="{88C84D6C-DA54-4C12-0213-A9BC6495D9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66591" y="1769155"/>
            <a:ext cx="6658818" cy="3953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475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CEDBD-8E48-9A8D-0273-576D3983B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Networks or graphs to represent peptides; the next big thing in behavior prediction</a:t>
            </a:r>
            <a:endParaRPr lang="en-NL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05E74-108D-8479-F8CE-BE1653E47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17</a:t>
            </a:fld>
            <a:endParaRPr lang="nl-BE"/>
          </a:p>
        </p:txBody>
      </p:sp>
      <p:pic>
        <p:nvPicPr>
          <p:cNvPr id="1026" name="Picture 2" descr="The STRING protein-protein interaction network queried with DNAJC5.... |  Download Scientific Diagram">
            <a:extLst>
              <a:ext uri="{FF2B5EF4-FFF2-40B4-BE49-F238E27FC236}">
                <a16:creationId xmlns:a16="http://schemas.microsoft.com/office/drawing/2014/main" id="{F0AD3076-980C-8883-84FC-1171973D9D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0412" y="1919287"/>
            <a:ext cx="5591175" cy="461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21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8FC294-DA12-0B61-40E0-ADB812F8A9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18</a:t>
            </a:fld>
            <a:endParaRPr lang="nl-B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7F0A6C-3E6E-1173-B82B-9813F41C7522}"/>
              </a:ext>
            </a:extLst>
          </p:cNvPr>
          <p:cNvSpPr txBox="1">
            <a:spLocks/>
          </p:cNvSpPr>
          <p:nvPr/>
        </p:nvSpPr>
        <p:spPr>
          <a:xfrm>
            <a:off x="578735" y="259609"/>
            <a:ext cx="10775066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improved representation with graph neural networks; respecting full structural impact</a:t>
            </a:r>
            <a:endParaRPr kumimoji="0" lang="x-none" sz="3200" b="1" i="0" u="none" strike="noStrike" kern="1200" cap="none" spc="0" normalizeH="0" baseline="0" noProof="0" dirty="0">
              <a:ln>
                <a:noFill/>
              </a:ln>
              <a:solidFill>
                <a:srgbClr val="1B2944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 descr="A diagram of a graphing process&#10;&#10;Description automatically generated">
            <a:extLst>
              <a:ext uri="{FF2B5EF4-FFF2-40B4-BE49-F238E27FC236}">
                <a16:creationId xmlns:a16="http://schemas.microsoft.com/office/drawing/2014/main" id="{2E204F2A-1420-04F4-5B63-3476305F4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805" y="1365440"/>
            <a:ext cx="4428555" cy="4990910"/>
          </a:xfrm>
          <a:prstGeom prst="rect">
            <a:avLst/>
          </a:prstGeom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969DA7-424A-048D-94DC-6E5BF7F60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35" y="1682078"/>
            <a:ext cx="4743891" cy="43576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E1D2C4-AAA5-CC06-ED62-4673F71912C9}"/>
              </a:ext>
            </a:extLst>
          </p:cNvPr>
          <p:cNvSpPr txBox="1"/>
          <p:nvPr/>
        </p:nvSpPr>
        <p:spPr>
          <a:xfrm>
            <a:off x="2076920" y="2357120"/>
            <a:ext cx="873760" cy="37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Nodes</a:t>
            </a:r>
            <a:endParaRPr lang="en-N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0DF5BC-57C2-7335-1477-FED415170148}"/>
              </a:ext>
            </a:extLst>
          </p:cNvPr>
          <p:cNvSpPr txBox="1"/>
          <p:nvPr/>
        </p:nvSpPr>
        <p:spPr>
          <a:xfrm>
            <a:off x="985520" y="4185920"/>
            <a:ext cx="873760" cy="37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Edges</a:t>
            </a:r>
            <a:endParaRPr lang="en-NL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6AD6943-B47B-CDE7-A69A-274AF724C5F4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2306320" y="2733040"/>
            <a:ext cx="207480" cy="894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A9D89AE-23C2-412E-4EAB-AACC3CA34235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2513800" y="2733040"/>
            <a:ext cx="436880" cy="294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93ED06-A90B-3116-33F0-121BE5E837C4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1422400" y="3627120"/>
            <a:ext cx="345440" cy="558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6E454F9-77FC-3AA1-EC96-D6BF5B543994}"/>
              </a:ext>
            </a:extLst>
          </p:cNvPr>
          <p:cNvCxnSpPr>
            <a:cxnSpLocks/>
            <a:stCxn id="11" idx="0"/>
          </p:cNvCxnSpPr>
          <p:nvPr/>
        </p:nvCxnSpPr>
        <p:spPr>
          <a:xfrm>
            <a:off x="1422400" y="4185920"/>
            <a:ext cx="751840" cy="187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Picture 3" descr="A person with a beard and mustache&#10;&#10;Description automatically generated">
            <a:extLst>
              <a:ext uri="{FF2B5EF4-FFF2-40B4-BE49-F238E27FC236}">
                <a16:creationId xmlns:a16="http://schemas.microsoft.com/office/drawing/2014/main" id="{20102B78-7212-6FEF-8D32-65B83E063F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2193" y="259609"/>
            <a:ext cx="1001072" cy="1001070"/>
          </a:xfrm>
          <a:prstGeom prst="ellipse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CA3250-1902-C618-C380-E1784E1289E3}"/>
              </a:ext>
            </a:extLst>
          </p:cNvPr>
          <p:cNvSpPr txBox="1"/>
          <p:nvPr/>
        </p:nvSpPr>
        <p:spPr>
          <a:xfrm>
            <a:off x="10358018" y="1285806"/>
            <a:ext cx="1509617" cy="30463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Alexander </a:t>
            </a:r>
            <a:r>
              <a:rPr kumimoji="0" lang="en-US" sz="1100" b="1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Kensert</a:t>
            </a:r>
            <a:endParaRPr kumimoji="0" lang="LID4096" sz="11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Open Sans SemiBold" pitchFamily="2" charset="0"/>
              <a:ea typeface="Open Sans SemiBold" pitchFamily="2" charset="0"/>
              <a:cs typeface="Open Sans SemiBold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83F6EE-531C-8614-E57F-A29E97035D22}"/>
              </a:ext>
            </a:extLst>
          </p:cNvPr>
          <p:cNvSpPr/>
          <p:nvPr/>
        </p:nvSpPr>
        <p:spPr>
          <a:xfrm>
            <a:off x="1176141" y="1927860"/>
            <a:ext cx="865218" cy="960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DE4AF4-FB83-9499-F82D-F728FE024F71}"/>
              </a:ext>
            </a:extLst>
          </p:cNvPr>
          <p:cNvSpPr/>
          <p:nvPr/>
        </p:nvSpPr>
        <p:spPr>
          <a:xfrm>
            <a:off x="3029326" y="1920240"/>
            <a:ext cx="865218" cy="960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E9073F-C8AB-0CCC-9F95-0C0BAD7348B9}"/>
              </a:ext>
            </a:extLst>
          </p:cNvPr>
          <p:cNvSpPr/>
          <p:nvPr/>
        </p:nvSpPr>
        <p:spPr>
          <a:xfrm>
            <a:off x="4309001" y="3490701"/>
            <a:ext cx="865218" cy="960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D9FE4A-9134-CFB9-077A-F2C6221AC833}"/>
              </a:ext>
            </a:extLst>
          </p:cNvPr>
          <p:cNvSpPr/>
          <p:nvPr/>
        </p:nvSpPr>
        <p:spPr>
          <a:xfrm>
            <a:off x="2596717" y="3799840"/>
            <a:ext cx="865218" cy="960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E89277-7F5A-874E-0449-E2A38A73DD86}"/>
              </a:ext>
            </a:extLst>
          </p:cNvPr>
          <p:cNvSpPr/>
          <p:nvPr/>
        </p:nvSpPr>
        <p:spPr>
          <a:xfrm>
            <a:off x="2608208" y="4899252"/>
            <a:ext cx="865218" cy="960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5961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8FC294-DA12-0B61-40E0-ADB812F8A9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19</a:t>
            </a:fld>
            <a:endParaRPr lang="nl-B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7F0A6C-3E6E-1173-B82B-9813F41C7522}"/>
              </a:ext>
            </a:extLst>
          </p:cNvPr>
          <p:cNvSpPr txBox="1">
            <a:spLocks/>
          </p:cNvSpPr>
          <p:nvPr/>
        </p:nvSpPr>
        <p:spPr>
          <a:xfrm>
            <a:off x="578735" y="259609"/>
            <a:ext cx="10180705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B294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representation slightly improves performance;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importantly structure contribution interpretation</a:t>
            </a:r>
            <a:endParaRPr kumimoji="0" lang="x-none" sz="3200" b="1" i="0" u="none" strike="noStrike" kern="1200" cap="none" spc="0" normalizeH="0" baseline="0" noProof="0" dirty="0">
              <a:ln>
                <a:noFill/>
              </a:ln>
              <a:solidFill>
                <a:srgbClr val="1B2944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018DA0-38B7-634B-54E9-A93E560D69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7475"/>
          <a:stretch/>
        </p:blipFill>
        <p:spPr>
          <a:xfrm>
            <a:off x="838199" y="1491613"/>
            <a:ext cx="3124201" cy="4958297"/>
          </a:xfrm>
          <a:prstGeom prst="rect">
            <a:avLst/>
          </a:prstGeom>
        </p:spPr>
      </p:pic>
      <p:pic>
        <p:nvPicPr>
          <p:cNvPr id="6" name="Picture 5" descr="A structure of a molecule&#10;&#10;Description automatically generated">
            <a:extLst>
              <a:ext uri="{FF2B5EF4-FFF2-40B4-BE49-F238E27FC236}">
                <a16:creationId xmlns:a16="http://schemas.microsoft.com/office/drawing/2014/main" id="{EBC5C698-236C-A7D1-85CB-9E81217E2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410" y="2445320"/>
            <a:ext cx="7110232" cy="2857920"/>
          </a:xfrm>
          <a:prstGeom prst="rect">
            <a:avLst/>
          </a:prstGeom>
          <a:ln>
            <a:noFill/>
          </a:ln>
        </p:spPr>
      </p:pic>
      <p:pic>
        <p:nvPicPr>
          <p:cNvPr id="8" name="Picture 7" descr="A structure of a chemical formula&#10;&#10;Description automatically generated">
            <a:extLst>
              <a:ext uri="{FF2B5EF4-FFF2-40B4-BE49-F238E27FC236}">
                <a16:creationId xmlns:a16="http://schemas.microsoft.com/office/drawing/2014/main" id="{F8AD6368-B4C6-C1EA-08DB-F2BE223FE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0526" y="1422493"/>
            <a:ext cx="3131092" cy="1185506"/>
          </a:xfrm>
          <a:prstGeom prst="rect">
            <a:avLst/>
          </a:prstGeom>
          <a:ln>
            <a:noFill/>
          </a:ln>
        </p:spPr>
      </p:pic>
      <p:pic>
        <p:nvPicPr>
          <p:cNvPr id="16" name="Picture 15" descr="A structure of a chemical formula&#10;&#10;Description automatically generated">
            <a:extLst>
              <a:ext uri="{FF2B5EF4-FFF2-40B4-BE49-F238E27FC236}">
                <a16:creationId xmlns:a16="http://schemas.microsoft.com/office/drawing/2014/main" id="{7C0C2789-A3A0-6EB5-C100-FC82F8F4A1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7324" y="4111533"/>
            <a:ext cx="3544734" cy="1373354"/>
          </a:xfrm>
          <a:prstGeom prst="rect">
            <a:avLst/>
          </a:prstGeom>
          <a:ln>
            <a:noFill/>
          </a:ln>
        </p:spPr>
      </p:pic>
      <p:pic>
        <p:nvPicPr>
          <p:cNvPr id="2" name="Picture 1" descr="A person with a beard and mustache&#10;&#10;Description automatically generated">
            <a:extLst>
              <a:ext uri="{FF2B5EF4-FFF2-40B4-BE49-F238E27FC236}">
                <a16:creationId xmlns:a16="http://schemas.microsoft.com/office/drawing/2014/main" id="{D27F8A2C-348C-51EF-8E4D-6B81BF8C4EF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2193" y="259609"/>
            <a:ext cx="1001072" cy="1001070"/>
          </a:xfrm>
          <a:prstGeom prst="ellipse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442A0D-A84F-FA54-FE97-58229830F430}"/>
              </a:ext>
            </a:extLst>
          </p:cNvPr>
          <p:cNvSpPr txBox="1"/>
          <p:nvPr/>
        </p:nvSpPr>
        <p:spPr>
          <a:xfrm>
            <a:off x="10358018" y="1285806"/>
            <a:ext cx="1509617" cy="30463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Alexander </a:t>
            </a:r>
            <a:r>
              <a:rPr kumimoji="0" lang="en-US" sz="1100" b="1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Kensert</a:t>
            </a:r>
            <a:endParaRPr kumimoji="0" lang="LID4096" sz="11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Open Sans SemiBold" pitchFamily="2" charset="0"/>
              <a:ea typeface="Open Sans SemiBold" pitchFamily="2" charset="0"/>
              <a:cs typeface="Open Sans SemiBold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E8F0C8-85C4-DC54-E79D-BFAAD5484AB4}"/>
              </a:ext>
            </a:extLst>
          </p:cNvPr>
          <p:cNvSpPr/>
          <p:nvPr/>
        </p:nvSpPr>
        <p:spPr>
          <a:xfrm>
            <a:off x="8641079" y="5435507"/>
            <a:ext cx="3226556" cy="7693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866E5EF-22B2-9888-CE99-2CFB8D17247A}"/>
              </a:ext>
            </a:extLst>
          </p:cNvPr>
          <p:cNvGrpSpPr/>
          <p:nvPr/>
        </p:nvGrpSpPr>
        <p:grpSpPr>
          <a:xfrm>
            <a:off x="8745457" y="5487687"/>
            <a:ext cx="3478972" cy="693564"/>
            <a:chOff x="5353686" y="1217711"/>
            <a:chExt cx="3478972" cy="69356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028482E-F5CD-7D7A-CB76-F65D120DCE49}"/>
                </a:ext>
              </a:extLst>
            </p:cNvPr>
            <p:cNvSpPr/>
            <p:nvPr/>
          </p:nvSpPr>
          <p:spPr>
            <a:xfrm>
              <a:off x="5353686" y="1252968"/>
              <a:ext cx="266040" cy="237417"/>
            </a:xfrm>
            <a:prstGeom prst="rect">
              <a:avLst/>
            </a:prstGeom>
            <a:solidFill>
              <a:srgbClr val="7D9C7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40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5D2DA2D-9F49-0B7B-447C-3F6E1F6135FF}"/>
                </a:ext>
              </a:extLst>
            </p:cNvPr>
            <p:cNvSpPr/>
            <p:nvPr/>
          </p:nvSpPr>
          <p:spPr>
            <a:xfrm>
              <a:off x="5353911" y="1631861"/>
              <a:ext cx="266040" cy="237417"/>
            </a:xfrm>
            <a:prstGeom prst="rect">
              <a:avLst/>
            </a:prstGeom>
            <a:solidFill>
              <a:srgbClr val="D49FB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40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0B1FE5E-5C4D-216A-C48E-7DC6D8BF2421}"/>
                </a:ext>
              </a:extLst>
            </p:cNvPr>
            <p:cNvSpPr txBox="1"/>
            <p:nvPr/>
          </p:nvSpPr>
          <p:spPr>
            <a:xfrm>
              <a:off x="5596336" y="1217711"/>
              <a:ext cx="30019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Positive retention time contribution</a:t>
              </a:r>
              <a:endParaRPr lang="en-NL" sz="14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0F275A3-C048-6D59-A216-2F5F32C9BD31}"/>
                </a:ext>
              </a:extLst>
            </p:cNvPr>
            <p:cNvSpPr txBox="1"/>
            <p:nvPr/>
          </p:nvSpPr>
          <p:spPr>
            <a:xfrm>
              <a:off x="5596336" y="1603498"/>
              <a:ext cx="32363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Negative retention time contribution</a:t>
              </a:r>
              <a:endParaRPr lang="en-NL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15629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8FC294-DA12-0B61-40E0-ADB812F8A9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20</a:t>
            </a:fld>
            <a:endParaRPr lang="nl-B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7F0A6C-3E6E-1173-B82B-9813F41C7522}"/>
              </a:ext>
            </a:extLst>
          </p:cNvPr>
          <p:cNvSpPr txBox="1">
            <a:spLocks/>
          </p:cNvSpPr>
          <p:nvPr/>
        </p:nvSpPr>
        <p:spPr>
          <a:xfrm>
            <a:off x="578735" y="259609"/>
            <a:ext cx="9944485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B294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representation slightly improves performance; more importantly structure contribution interpretation</a:t>
            </a:r>
            <a:endParaRPr kumimoji="0" lang="x-none" sz="3200" b="1" i="0" u="none" strike="noStrike" kern="1200" cap="none" spc="0" normalizeH="0" baseline="0" noProof="0" dirty="0">
              <a:ln>
                <a:noFill/>
              </a:ln>
              <a:solidFill>
                <a:srgbClr val="1B2944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018DA0-38B7-634B-54E9-A93E560D69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7475"/>
          <a:stretch/>
        </p:blipFill>
        <p:spPr>
          <a:xfrm>
            <a:off x="838199" y="1491613"/>
            <a:ext cx="3124201" cy="4958297"/>
          </a:xfrm>
          <a:prstGeom prst="rect">
            <a:avLst/>
          </a:prstGeom>
        </p:spPr>
      </p:pic>
      <p:pic>
        <p:nvPicPr>
          <p:cNvPr id="6" name="Picture 5" descr="A structure of a molecule&#10;&#10;Description automatically generated">
            <a:extLst>
              <a:ext uri="{FF2B5EF4-FFF2-40B4-BE49-F238E27FC236}">
                <a16:creationId xmlns:a16="http://schemas.microsoft.com/office/drawing/2014/main" id="{EBC5C698-236C-A7D1-85CB-9E81217E2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410" y="2445320"/>
            <a:ext cx="7110232" cy="2857920"/>
          </a:xfrm>
          <a:prstGeom prst="rect">
            <a:avLst/>
          </a:prstGeom>
          <a:ln>
            <a:noFill/>
          </a:ln>
        </p:spPr>
      </p:pic>
      <p:pic>
        <p:nvPicPr>
          <p:cNvPr id="8" name="Picture 7" descr="A structure of a chemical formula&#10;&#10;Description automatically generated">
            <a:extLst>
              <a:ext uri="{FF2B5EF4-FFF2-40B4-BE49-F238E27FC236}">
                <a16:creationId xmlns:a16="http://schemas.microsoft.com/office/drawing/2014/main" id="{F8AD6368-B4C6-C1EA-08DB-F2BE223FE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0526" y="1422493"/>
            <a:ext cx="3131092" cy="1185506"/>
          </a:xfrm>
          <a:prstGeom prst="rect">
            <a:avLst/>
          </a:prstGeom>
          <a:ln>
            <a:noFill/>
          </a:ln>
        </p:spPr>
      </p:pic>
      <p:pic>
        <p:nvPicPr>
          <p:cNvPr id="16" name="Picture 15" descr="A structure of a chemical formula&#10;&#10;Description automatically generated">
            <a:extLst>
              <a:ext uri="{FF2B5EF4-FFF2-40B4-BE49-F238E27FC236}">
                <a16:creationId xmlns:a16="http://schemas.microsoft.com/office/drawing/2014/main" id="{7C0C2789-A3A0-6EB5-C100-FC82F8F4A1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7324" y="4111533"/>
            <a:ext cx="3544734" cy="1373354"/>
          </a:xfrm>
          <a:prstGeom prst="rect">
            <a:avLst/>
          </a:prstGeom>
          <a:ln>
            <a:noFill/>
          </a:ln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9BAF9B02-2ED7-9117-210F-D3CF315DA3B7}"/>
              </a:ext>
            </a:extLst>
          </p:cNvPr>
          <p:cNvSpPr/>
          <p:nvPr/>
        </p:nvSpPr>
        <p:spPr>
          <a:xfrm rot="13881605">
            <a:off x="7278775" y="4323936"/>
            <a:ext cx="1345515" cy="6666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861261D-59A2-3FDC-995A-5A89571B0B53}"/>
              </a:ext>
            </a:extLst>
          </p:cNvPr>
          <p:cNvSpPr/>
          <p:nvPr/>
        </p:nvSpPr>
        <p:spPr>
          <a:xfrm>
            <a:off x="10198759" y="4464901"/>
            <a:ext cx="1267817" cy="6666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4" name="Picture 3" descr="A person with a beard and mustache&#10;&#10;Description automatically generated">
            <a:extLst>
              <a:ext uri="{FF2B5EF4-FFF2-40B4-BE49-F238E27FC236}">
                <a16:creationId xmlns:a16="http://schemas.microsoft.com/office/drawing/2014/main" id="{CFBD2B71-1754-7D93-405C-B4E5AA76B1D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2193" y="259609"/>
            <a:ext cx="1001072" cy="1001070"/>
          </a:xfrm>
          <a:prstGeom prst="ellipse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3D60BB1-AF6D-BDB1-4357-1166BB257DD8}"/>
              </a:ext>
            </a:extLst>
          </p:cNvPr>
          <p:cNvSpPr txBox="1"/>
          <p:nvPr/>
        </p:nvSpPr>
        <p:spPr>
          <a:xfrm>
            <a:off x="10358018" y="1285806"/>
            <a:ext cx="1509617" cy="30463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Alexander </a:t>
            </a:r>
            <a:r>
              <a:rPr kumimoji="0" lang="en-US" sz="1100" b="1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Kensert</a:t>
            </a:r>
            <a:endParaRPr kumimoji="0" lang="LID4096" sz="11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Open Sans SemiBold" pitchFamily="2" charset="0"/>
              <a:ea typeface="Open Sans SemiBold" pitchFamily="2" charset="0"/>
              <a:cs typeface="Open Sans SemiBold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E66A0E-798E-4F56-C260-9C83E4B78E4A}"/>
              </a:ext>
            </a:extLst>
          </p:cNvPr>
          <p:cNvSpPr/>
          <p:nvPr/>
        </p:nvSpPr>
        <p:spPr>
          <a:xfrm>
            <a:off x="8641079" y="5435507"/>
            <a:ext cx="3226556" cy="7693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C4D694-272A-21C7-3179-262546EE5E9C}"/>
              </a:ext>
            </a:extLst>
          </p:cNvPr>
          <p:cNvGrpSpPr/>
          <p:nvPr/>
        </p:nvGrpSpPr>
        <p:grpSpPr>
          <a:xfrm>
            <a:off x="8745457" y="5487687"/>
            <a:ext cx="3478972" cy="693564"/>
            <a:chOff x="5353686" y="1217711"/>
            <a:chExt cx="3478972" cy="69356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AE39940-996B-1EED-D313-51C2137117A6}"/>
                </a:ext>
              </a:extLst>
            </p:cNvPr>
            <p:cNvSpPr/>
            <p:nvPr/>
          </p:nvSpPr>
          <p:spPr>
            <a:xfrm>
              <a:off x="5353686" y="1252968"/>
              <a:ext cx="266040" cy="237417"/>
            </a:xfrm>
            <a:prstGeom prst="rect">
              <a:avLst/>
            </a:prstGeom>
            <a:solidFill>
              <a:srgbClr val="7D9C7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4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82EC670-D832-BFC7-9F0A-9EAA3DF46D3B}"/>
                </a:ext>
              </a:extLst>
            </p:cNvPr>
            <p:cNvSpPr/>
            <p:nvPr/>
          </p:nvSpPr>
          <p:spPr>
            <a:xfrm>
              <a:off x="5353911" y="1631861"/>
              <a:ext cx="266040" cy="237417"/>
            </a:xfrm>
            <a:prstGeom prst="rect">
              <a:avLst/>
            </a:prstGeom>
            <a:solidFill>
              <a:srgbClr val="D49FB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4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3D5BA21-A111-7C7E-20E3-DAE724653CE5}"/>
                </a:ext>
              </a:extLst>
            </p:cNvPr>
            <p:cNvSpPr txBox="1"/>
            <p:nvPr/>
          </p:nvSpPr>
          <p:spPr>
            <a:xfrm>
              <a:off x="5596336" y="1217711"/>
              <a:ext cx="30019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Positive retention time contribution</a:t>
              </a:r>
              <a:endParaRPr lang="en-NL" sz="14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088778B-1767-1F4C-D6E5-9F0666CF0201}"/>
                </a:ext>
              </a:extLst>
            </p:cNvPr>
            <p:cNvSpPr txBox="1"/>
            <p:nvPr/>
          </p:nvSpPr>
          <p:spPr>
            <a:xfrm>
              <a:off x="5596336" y="1603498"/>
              <a:ext cx="32363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Negative retention time contribution</a:t>
              </a:r>
              <a:endParaRPr lang="en-NL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50824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074B4-7029-C87A-CC59-D89F7C65E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/>
              <a:t>The GNNs also bring transfer learning capabilities,</a:t>
            </a:r>
            <a:br>
              <a:rPr lang="en-GB" sz="3200" b="1" dirty="0"/>
            </a:br>
            <a:r>
              <a:rPr lang="en-GB" sz="3200" b="1" dirty="0"/>
              <a:t>allowing these to adapt even better to diversity</a:t>
            </a:r>
            <a:endParaRPr lang="en-BE" sz="320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66F6D80-B9F6-211E-1E59-68D904FE2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454623"/>
            <a:ext cx="9234727" cy="255659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7B78004-B711-E1BC-0FD7-BB5B41106E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374"/>
          <a:stretch/>
        </p:blipFill>
        <p:spPr>
          <a:xfrm>
            <a:off x="5566179" y="4523858"/>
            <a:ext cx="2618425" cy="218910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C4C406C-FC23-4FD4-F108-D89FB7D84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4321" y="4523858"/>
            <a:ext cx="3021160" cy="218910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9F983C3-8CEA-B71B-7F06-8DBC3660D921}"/>
              </a:ext>
            </a:extLst>
          </p:cNvPr>
          <p:cNvSpPr txBox="1"/>
          <p:nvPr/>
        </p:nvSpPr>
        <p:spPr>
          <a:xfrm>
            <a:off x="7515759" y="4209759"/>
            <a:ext cx="1800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B2944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Orbitrap Astral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AD0F52-D947-D84E-D47C-18C928A48955}"/>
              </a:ext>
            </a:extLst>
          </p:cNvPr>
          <p:cNvSpPr txBox="1"/>
          <p:nvPr/>
        </p:nvSpPr>
        <p:spPr>
          <a:xfrm>
            <a:off x="425505" y="6385221"/>
            <a:ext cx="19111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1400" dirty="0">
              <a:latin typeface="Calibri"/>
            </a:endParaRPr>
          </a:p>
          <a:p>
            <a:r>
              <a:rPr lang="en-GB" sz="1400" dirty="0">
                <a:latin typeface="Calibri"/>
              </a:rPr>
              <a:t>Gabriels, </a:t>
            </a:r>
            <a:r>
              <a:rPr lang="en-GB" sz="1400" i="1" dirty="0">
                <a:latin typeface="Calibri"/>
              </a:rPr>
              <a:t>in preparation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D493EC2-80D4-0B8D-2034-44C4B4903C91}"/>
              </a:ext>
            </a:extLst>
          </p:cNvPr>
          <p:cNvGrpSpPr/>
          <p:nvPr/>
        </p:nvGrpSpPr>
        <p:grpSpPr>
          <a:xfrm>
            <a:off x="11568793" y="1200534"/>
            <a:ext cx="548908" cy="685878"/>
            <a:chOff x="5746287" y="1687877"/>
            <a:chExt cx="874155" cy="109228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44C28BC-7176-7180-B81E-AFF9DA44FAF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2233"/>
            <a:stretch/>
          </p:blipFill>
          <p:spPr>
            <a:xfrm>
              <a:off x="5748284" y="1687877"/>
              <a:ext cx="872158" cy="1065853"/>
            </a:xfrm>
            <a:prstGeom prst="rect">
              <a:avLst/>
            </a:prstGeom>
            <a:ln w="38100">
              <a:noFill/>
            </a:ln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786448-BE89-AB48-721A-B5AE510634C4}"/>
                </a:ext>
              </a:extLst>
            </p:cNvPr>
            <p:cNvSpPr/>
            <p:nvPr/>
          </p:nvSpPr>
          <p:spPr bwMode="auto">
            <a:xfrm>
              <a:off x="5746287" y="2708153"/>
              <a:ext cx="873379" cy="72008"/>
            </a:xfrm>
            <a:prstGeom prst="rect">
              <a:avLst/>
            </a:prstGeom>
            <a:solidFill>
              <a:srgbClr val="5E7FB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342900" indent="-342900"/>
              <a:endParaRPr lang="nl-BE" dirty="0">
                <a:solidFill>
                  <a:srgbClr val="003366"/>
                </a:solidFill>
                <a:latin typeface="Tahoma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2419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7C456-72B4-35AD-25BE-58F3F728E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/>
              <a:t>So, we built an online, free, open, and easy-to-use tool</a:t>
            </a:r>
            <a:br>
              <a:rPr lang="en-GB" sz="3200" b="1" dirty="0"/>
            </a:br>
            <a:r>
              <a:rPr lang="en-GB" sz="3200" b="1" dirty="0"/>
              <a:t>to provide proteomics metadata: </a:t>
            </a:r>
            <a:r>
              <a:rPr lang="en-GB" sz="3200" b="1" dirty="0" err="1"/>
              <a:t>lesSDRF</a:t>
            </a:r>
            <a:endParaRPr lang="en-BE" sz="32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A64A405-77F7-4CDA-A0DE-7C442E979882}"/>
              </a:ext>
            </a:extLst>
          </p:cNvPr>
          <p:cNvGrpSpPr/>
          <p:nvPr/>
        </p:nvGrpSpPr>
        <p:grpSpPr>
          <a:xfrm>
            <a:off x="285255" y="1217352"/>
            <a:ext cx="3558594" cy="5065225"/>
            <a:chOff x="-55325" y="22318"/>
            <a:chExt cx="4864628" cy="6924205"/>
          </a:xfrm>
        </p:grpSpPr>
        <p:grpSp>
          <p:nvGrpSpPr>
            <p:cNvPr id="4" name="Groep 5">
              <a:extLst>
                <a:ext uri="{FF2B5EF4-FFF2-40B4-BE49-F238E27FC236}">
                  <a16:creationId xmlns:a16="http://schemas.microsoft.com/office/drawing/2014/main" id="{3000B77D-9CB1-8F41-620A-41AC224D3646}"/>
                </a:ext>
              </a:extLst>
            </p:cNvPr>
            <p:cNvGrpSpPr/>
            <p:nvPr/>
          </p:nvGrpSpPr>
          <p:grpSpPr>
            <a:xfrm>
              <a:off x="232102" y="22318"/>
              <a:ext cx="4442793" cy="2367082"/>
              <a:chOff x="298021" y="5445340"/>
              <a:chExt cx="7063203" cy="3763214"/>
            </a:xfrm>
          </p:grpSpPr>
          <p:sp>
            <p:nvSpPr>
              <p:cNvPr id="11" name="Tekstvak 7">
                <a:extLst>
                  <a:ext uri="{FF2B5EF4-FFF2-40B4-BE49-F238E27FC236}">
                    <a16:creationId xmlns:a16="http://schemas.microsoft.com/office/drawing/2014/main" id="{644C5F15-5FA9-B129-D5AC-29BA51720995}"/>
                  </a:ext>
                </a:extLst>
              </p:cNvPr>
              <p:cNvSpPr txBox="1"/>
              <p:nvPr/>
            </p:nvSpPr>
            <p:spPr>
              <a:xfrm>
                <a:off x="298021" y="8621386"/>
                <a:ext cx="7063203" cy="587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nl-BE" b="1" dirty="0" err="1">
                    <a:latin typeface="Corbel" panose="020B0503020204020204" pitchFamily="34" charset="0"/>
                  </a:rPr>
                  <a:t>Local</a:t>
                </a:r>
                <a:r>
                  <a:rPr lang="nl-BE" b="1" dirty="0">
                    <a:latin typeface="Corbel" panose="020B0503020204020204" pitchFamily="34" charset="0"/>
                  </a:rPr>
                  <a:t> metadata</a:t>
                </a:r>
              </a:p>
            </p:txBody>
          </p:sp>
          <p:pic>
            <p:nvPicPr>
              <p:cNvPr id="12" name="Afbeelding 8" descr="Afbeelding met logo&#10;&#10;Automatisch gegenereerde beschrijving">
                <a:extLst>
                  <a:ext uri="{FF2B5EF4-FFF2-40B4-BE49-F238E27FC236}">
                    <a16:creationId xmlns:a16="http://schemas.microsoft.com/office/drawing/2014/main" id="{DD525381-1628-27B1-07F8-7E3C26B361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75624" y="7159208"/>
                <a:ext cx="967202" cy="793274"/>
              </a:xfrm>
              <a:prstGeom prst="rect">
                <a:avLst/>
              </a:prstGeom>
            </p:spPr>
          </p:pic>
          <p:pic>
            <p:nvPicPr>
              <p:cNvPr id="13" name="Afbeelding 9" descr="Afbeelding met tekst&#10;&#10;Automatisch gegenereerde beschrijving">
                <a:extLst>
                  <a:ext uri="{FF2B5EF4-FFF2-40B4-BE49-F238E27FC236}">
                    <a16:creationId xmlns:a16="http://schemas.microsoft.com/office/drawing/2014/main" id="{A14CE928-EA6E-B657-6B61-1F2D667E77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91824" y="7216087"/>
                <a:ext cx="3524321" cy="447669"/>
              </a:xfrm>
              <a:prstGeom prst="rect">
                <a:avLst/>
              </a:prstGeom>
            </p:spPr>
          </p:pic>
          <p:pic>
            <p:nvPicPr>
              <p:cNvPr id="14" name="Afbeelding 10">
                <a:extLst>
                  <a:ext uri="{FF2B5EF4-FFF2-40B4-BE49-F238E27FC236}">
                    <a16:creationId xmlns:a16="http://schemas.microsoft.com/office/drawing/2014/main" id="{4378FDEF-6A23-768A-FED1-BC7EEB3C62F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4302" b="5224"/>
              <a:stretch/>
            </p:blipFill>
            <p:spPr>
              <a:xfrm>
                <a:off x="5019031" y="7097179"/>
                <a:ext cx="1252134" cy="222841"/>
              </a:xfrm>
              <a:prstGeom prst="rect">
                <a:avLst/>
              </a:prstGeom>
            </p:spPr>
          </p:pic>
          <p:pic>
            <p:nvPicPr>
              <p:cNvPr id="15" name="Afbeelding 11" descr="Afbeelding met tekst, transport, wiel, vectorafbeeldingen&#10;&#10;Automatisch gegenereerde beschrijving">
                <a:extLst>
                  <a:ext uri="{FF2B5EF4-FFF2-40B4-BE49-F238E27FC236}">
                    <a16:creationId xmlns:a16="http://schemas.microsoft.com/office/drawing/2014/main" id="{A36EA625-04BB-2541-7716-B60D7E33C28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3862"/>
              <a:stretch/>
            </p:blipFill>
            <p:spPr>
              <a:xfrm>
                <a:off x="2677962" y="6225684"/>
                <a:ext cx="2341069" cy="785304"/>
              </a:xfrm>
              <a:prstGeom prst="rect">
                <a:avLst/>
              </a:prstGeom>
            </p:spPr>
          </p:pic>
          <p:pic>
            <p:nvPicPr>
              <p:cNvPr id="16" name="Afbeelding 12" descr="Afbeelding met cirkel&#10;&#10;Automatisch gegenereerde beschrijving">
                <a:extLst>
                  <a:ext uri="{FF2B5EF4-FFF2-40B4-BE49-F238E27FC236}">
                    <a16:creationId xmlns:a16="http://schemas.microsoft.com/office/drawing/2014/main" id="{78C2CA7C-FAF5-0F6F-DF57-3575C5F652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82935" y="6248433"/>
                <a:ext cx="980115" cy="696617"/>
              </a:xfrm>
              <a:prstGeom prst="rect">
                <a:avLst/>
              </a:prstGeom>
            </p:spPr>
          </p:pic>
          <p:pic>
            <p:nvPicPr>
              <p:cNvPr id="17" name="Afbeelding 13" descr="Afbeelding met tekst&#10;&#10;Automatisch gegenereerde beschrijving">
                <a:extLst>
                  <a:ext uri="{FF2B5EF4-FFF2-40B4-BE49-F238E27FC236}">
                    <a16:creationId xmlns:a16="http://schemas.microsoft.com/office/drawing/2014/main" id="{6264630D-D7A6-F794-CA0B-B22D516177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20983" y="6092137"/>
                <a:ext cx="1299101" cy="1058041"/>
              </a:xfrm>
              <a:prstGeom prst="rect">
                <a:avLst/>
              </a:prstGeom>
            </p:spPr>
          </p:pic>
          <p:sp>
            <p:nvSpPr>
              <p:cNvPr id="18" name="Tekstvak 14">
                <a:extLst>
                  <a:ext uri="{FF2B5EF4-FFF2-40B4-BE49-F238E27FC236}">
                    <a16:creationId xmlns:a16="http://schemas.microsoft.com/office/drawing/2014/main" id="{2DF374A5-1F04-8A02-B2E9-D1E7BB0DDA10}"/>
                  </a:ext>
                </a:extLst>
              </p:cNvPr>
              <p:cNvSpPr txBox="1"/>
              <p:nvPr/>
            </p:nvSpPr>
            <p:spPr>
              <a:xfrm>
                <a:off x="1320982" y="5445340"/>
                <a:ext cx="4942069" cy="587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nl-BE" b="1" dirty="0" err="1">
                    <a:latin typeface="Corbel" panose="020B0503020204020204" pitchFamily="34" charset="0"/>
                  </a:rPr>
                  <a:t>Ontologies</a:t>
                </a:r>
                <a:endParaRPr lang="nl-BE" b="1" dirty="0">
                  <a:latin typeface="Corbel" panose="020B0503020204020204" pitchFamily="34" charset="0"/>
                </a:endParaRPr>
              </a:p>
            </p:txBody>
          </p:sp>
          <p:sp>
            <p:nvSpPr>
              <p:cNvPr id="19" name="Tekstvak 15">
                <a:extLst>
                  <a:ext uri="{FF2B5EF4-FFF2-40B4-BE49-F238E27FC236}">
                    <a16:creationId xmlns:a16="http://schemas.microsoft.com/office/drawing/2014/main" id="{2680707A-6462-AF30-8745-89E069AEE226}"/>
                  </a:ext>
                </a:extLst>
              </p:cNvPr>
              <p:cNvSpPr txBox="1"/>
              <p:nvPr/>
            </p:nvSpPr>
            <p:spPr>
              <a:xfrm>
                <a:off x="298021" y="7947296"/>
                <a:ext cx="7063203" cy="587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nl-BE" b="1" dirty="0">
                    <a:latin typeface="Corbel" panose="020B0503020204020204" pitchFamily="34" charset="0"/>
                  </a:rPr>
                  <a:t>SDRF </a:t>
                </a:r>
                <a:r>
                  <a:rPr lang="nl-BE" b="1" dirty="0" err="1">
                    <a:latin typeface="Corbel" panose="020B0503020204020204" pitchFamily="34" charset="0"/>
                  </a:rPr>
                  <a:t>guidelines</a:t>
                </a:r>
                <a:endParaRPr lang="nl-BE" b="1" dirty="0">
                  <a:latin typeface="Corbel" panose="020B0503020204020204" pitchFamily="34" charset="0"/>
                </a:endParaRPr>
              </a:p>
            </p:txBody>
          </p:sp>
        </p:grpSp>
        <p:pic>
          <p:nvPicPr>
            <p:cNvPr id="5" name="Graphic 4" descr="Filter silhouet">
              <a:extLst>
                <a:ext uri="{FF2B5EF4-FFF2-40B4-BE49-F238E27FC236}">
                  <a16:creationId xmlns:a16="http://schemas.microsoft.com/office/drawing/2014/main" id="{19E5CFE4-20CD-6FCB-1EAB-06CBE73B81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55325" y="1945979"/>
              <a:ext cx="4864628" cy="3922901"/>
            </a:xfrm>
            <a:prstGeom prst="rect">
              <a:avLst/>
            </a:prstGeom>
          </p:spPr>
        </p:pic>
        <p:grpSp>
          <p:nvGrpSpPr>
            <p:cNvPr id="6" name="Groep 20">
              <a:extLst>
                <a:ext uri="{FF2B5EF4-FFF2-40B4-BE49-F238E27FC236}">
                  <a16:creationId xmlns:a16="http://schemas.microsoft.com/office/drawing/2014/main" id="{70D37C04-E38A-EF39-A115-2FED987E23D0}"/>
                </a:ext>
              </a:extLst>
            </p:cNvPr>
            <p:cNvGrpSpPr/>
            <p:nvPr/>
          </p:nvGrpSpPr>
          <p:grpSpPr>
            <a:xfrm>
              <a:off x="1004466" y="5264173"/>
              <a:ext cx="2781620" cy="1682350"/>
              <a:chOff x="22179646" y="6095109"/>
              <a:chExt cx="5429000" cy="3724593"/>
            </a:xfrm>
            <a:solidFill>
              <a:srgbClr val="DFE7EB"/>
            </a:solidFill>
          </p:grpSpPr>
          <p:grpSp>
            <p:nvGrpSpPr>
              <p:cNvPr id="7" name="Groep 21">
                <a:extLst>
                  <a:ext uri="{FF2B5EF4-FFF2-40B4-BE49-F238E27FC236}">
                    <a16:creationId xmlns:a16="http://schemas.microsoft.com/office/drawing/2014/main" id="{B97C6953-F923-57C3-BBA4-AB6C25153626}"/>
                  </a:ext>
                </a:extLst>
              </p:cNvPr>
              <p:cNvGrpSpPr/>
              <p:nvPr/>
            </p:nvGrpSpPr>
            <p:grpSpPr>
              <a:xfrm>
                <a:off x="22179646" y="6095109"/>
                <a:ext cx="5271366" cy="3724593"/>
                <a:chOff x="18430992" y="7619309"/>
                <a:chExt cx="7611897" cy="4640933"/>
              </a:xfrm>
              <a:grpFill/>
            </p:grpSpPr>
            <p:sp>
              <p:nvSpPr>
                <p:cNvPr id="9" name="Rechthoek: afgeronde hoeken 23">
                  <a:extLst>
                    <a:ext uri="{FF2B5EF4-FFF2-40B4-BE49-F238E27FC236}">
                      <a16:creationId xmlns:a16="http://schemas.microsoft.com/office/drawing/2014/main" id="{2222C8CE-0D73-A950-6B30-CB600F8E98A7}"/>
                    </a:ext>
                  </a:extLst>
                </p:cNvPr>
                <p:cNvSpPr/>
                <p:nvPr/>
              </p:nvSpPr>
              <p:spPr>
                <a:xfrm>
                  <a:off x="19089920" y="7819758"/>
                  <a:ext cx="6565892" cy="3406004"/>
                </a:xfrm>
                <a:prstGeom prst="roundRect">
                  <a:avLst/>
                </a:prstGeom>
                <a:grpFill/>
                <a:ln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nl-BE" sz="4800" dirty="0"/>
                </a:p>
              </p:txBody>
            </p:sp>
            <p:sp>
              <p:nvSpPr>
                <p:cNvPr id="10" name="Tekstvak 24">
                  <a:extLst>
                    <a:ext uri="{FF2B5EF4-FFF2-40B4-BE49-F238E27FC236}">
                      <a16:creationId xmlns:a16="http://schemas.microsoft.com/office/drawing/2014/main" id="{1621A2AD-F805-F942-C7A9-03AD98ADBF2A}"/>
                    </a:ext>
                  </a:extLst>
                </p:cNvPr>
                <p:cNvSpPr txBox="1"/>
                <p:nvPr/>
              </p:nvSpPr>
              <p:spPr>
                <a:xfrm>
                  <a:off x="18430992" y="7619309"/>
                  <a:ext cx="7611897" cy="4640933"/>
                </a:xfrm>
                <a:prstGeom prst="rect">
                  <a:avLst/>
                </a:prstGeom>
                <a:grpFill/>
                <a:ln w="28575">
                  <a:solidFill>
                    <a:schemeClr val="accent3"/>
                  </a:solidFill>
                </a:ln>
              </p:spPr>
              <p:txBody>
                <a:bodyPr wrap="square" rtlCol="0">
                  <a:noAutofit/>
                </a:bodyPr>
                <a:lstStyle/>
                <a:p>
                  <a:pPr algn="ctr"/>
                  <a:r>
                    <a:rPr lang="nl-BE" sz="3200" b="1" dirty="0">
                      <a:solidFill>
                        <a:schemeClr val="accent3"/>
                      </a:solidFill>
                    </a:rPr>
                    <a:t>lesSDRF</a:t>
                  </a:r>
                </a:p>
                <a:p>
                  <a:pPr algn="ctr"/>
                  <a:r>
                    <a:rPr lang="nl-BE" sz="1500" dirty="0" err="1"/>
                    <a:t>freely</a:t>
                  </a:r>
                  <a:r>
                    <a:rPr lang="nl-BE" sz="1500" dirty="0"/>
                    <a:t> </a:t>
                  </a:r>
                  <a:r>
                    <a:rPr lang="nl-BE" sz="1500" dirty="0" err="1"/>
                    <a:t>available</a:t>
                  </a:r>
                  <a:endParaRPr lang="nl-BE" sz="1500" dirty="0"/>
                </a:p>
                <a:p>
                  <a:pPr algn="ctr"/>
                  <a:r>
                    <a:rPr lang="nl-BE" sz="1500" dirty="0"/>
                    <a:t>open source</a:t>
                  </a:r>
                </a:p>
                <a:p>
                  <a:pPr algn="ctr"/>
                  <a:r>
                    <a:rPr lang="nl-BE" sz="1500" dirty="0"/>
                    <a:t>no </a:t>
                  </a:r>
                  <a:r>
                    <a:rPr lang="nl-BE" sz="1500" dirty="0" err="1"/>
                    <a:t>install</a:t>
                  </a:r>
                  <a:r>
                    <a:rPr lang="nl-BE" sz="1500" dirty="0"/>
                    <a:t> </a:t>
                  </a:r>
                  <a:r>
                    <a:rPr lang="nl-BE" sz="1500" dirty="0" err="1"/>
                    <a:t>required</a:t>
                  </a:r>
                  <a:endParaRPr lang="nl-BE" sz="1500" dirty="0"/>
                </a:p>
              </p:txBody>
            </p:sp>
          </p:grpSp>
          <p:pic>
            <p:nvPicPr>
              <p:cNvPr id="8" name="Afbeelding 22" descr="Afbeelding met logo&#10;&#10;Automatisch gegenereerde beschrijving">
                <a:extLst>
                  <a:ext uri="{FF2B5EF4-FFF2-40B4-BE49-F238E27FC236}">
                    <a16:creationId xmlns:a16="http://schemas.microsoft.com/office/drawing/2014/main" id="{223FE1B9-FC9D-826F-FA61-B3E92F7FFA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clrChange>
                  <a:clrFrom>
                    <a:srgbClr val="000000">
                      <a:alpha val="0"/>
                    </a:srgbClr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662242">
                <a:off x="26703821" y="6168855"/>
                <a:ext cx="904825" cy="529369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01A6CD83-F3E4-42CA-2C7B-42DCAD91D858}"/>
              </a:ext>
            </a:extLst>
          </p:cNvPr>
          <p:cNvSpPr txBox="1"/>
          <p:nvPr/>
        </p:nvSpPr>
        <p:spPr>
          <a:xfrm>
            <a:off x="425505" y="6385221"/>
            <a:ext cx="31101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/>
              </a:rPr>
              <a:t>https://github.com/compomics/lesSDRF</a:t>
            </a:r>
          </a:p>
          <a:p>
            <a:r>
              <a:rPr lang="en-GB" sz="1400" dirty="0" err="1">
                <a:latin typeface="Calibri"/>
              </a:rPr>
              <a:t>Claeys</a:t>
            </a:r>
            <a:r>
              <a:rPr lang="en-GB" sz="1400" dirty="0">
                <a:latin typeface="Calibri"/>
              </a:rPr>
              <a:t>, Nature Communications, 2023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B8C1FE2-0A1E-C5C9-E95D-AA7FCE823D32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311"/>
          <a:stretch/>
        </p:blipFill>
        <p:spPr>
          <a:xfrm>
            <a:off x="4868659" y="2001087"/>
            <a:ext cx="5652599" cy="361784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001FFDE-74B4-1085-C223-73A97DF67F8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08301" y="2959149"/>
            <a:ext cx="6527105" cy="35277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4A11C3B9-1518-B2B3-926F-67AB27D1688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58491" y="3274724"/>
            <a:ext cx="4319173" cy="34831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7E7486E0-68D0-86DF-950B-25CF00BA2730}"/>
              </a:ext>
            </a:extLst>
          </p:cNvPr>
          <p:cNvGrpSpPr/>
          <p:nvPr/>
        </p:nvGrpSpPr>
        <p:grpSpPr>
          <a:xfrm>
            <a:off x="11492990" y="1181649"/>
            <a:ext cx="607614" cy="778570"/>
            <a:chOff x="10602485" y="3119004"/>
            <a:chExt cx="856911" cy="1098007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A994CA0-0572-6A46-8839-3D65C3ADCA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602485" y="3119004"/>
              <a:ext cx="856910" cy="1097054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0C8016B-2CD6-1ED5-1555-616CA392A317}"/>
                </a:ext>
              </a:extLst>
            </p:cNvPr>
            <p:cNvSpPr/>
            <p:nvPr/>
          </p:nvSpPr>
          <p:spPr bwMode="auto">
            <a:xfrm>
              <a:off x="10602486" y="4145003"/>
              <a:ext cx="856910" cy="72008"/>
            </a:xfrm>
            <a:prstGeom prst="rect">
              <a:avLst/>
            </a:prstGeom>
            <a:solidFill>
              <a:srgbClr val="5E7FB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342900" indent="-342900"/>
              <a:endParaRPr lang="nl-BE" dirty="0">
                <a:solidFill>
                  <a:srgbClr val="003366"/>
                </a:solidFill>
                <a:latin typeface="Tahoma" charset="0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1A5177E7-1D5D-700E-3CBA-50C281C05DB3}"/>
              </a:ext>
            </a:extLst>
          </p:cNvPr>
          <p:cNvSpPr txBox="1"/>
          <p:nvPr/>
        </p:nvSpPr>
        <p:spPr>
          <a:xfrm>
            <a:off x="4793924" y="1541083"/>
            <a:ext cx="609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E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https://lessdrf.streamlit.app/</a:t>
            </a:r>
          </a:p>
        </p:txBody>
      </p:sp>
    </p:spTree>
    <p:extLst>
      <p:ext uri="{BB962C8B-B14F-4D97-AF65-F5344CB8AC3E}">
        <p14:creationId xmlns:p14="http://schemas.microsoft.com/office/powerpoint/2010/main" val="2265596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C1506-5E6C-405A-9356-18EB655AB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78998"/>
            <a:ext cx="11127873" cy="1142849"/>
          </a:xfrm>
        </p:spPr>
        <p:txBody>
          <a:bodyPr>
            <a:noAutofit/>
          </a:bodyPr>
          <a:lstStyle/>
          <a:p>
            <a:r>
              <a:rPr lang="en-GB" sz="3200" b="1" dirty="0"/>
              <a:t>Public human and mouse data reprocessing using our AI tools</a:t>
            </a:r>
            <a:br>
              <a:rPr lang="en-GB" sz="3200" b="1" dirty="0"/>
            </a:br>
            <a:r>
              <a:rPr lang="en-GB" sz="3200" b="1" dirty="0"/>
              <a:t>reveals a hidden and diverse world of protein modifications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C0C6CAB-DAF6-0409-430A-A59F83E9D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751" y="1646836"/>
            <a:ext cx="10906689" cy="481625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CE2C030-1D1F-994B-7C8C-EF7F3A1B870F}"/>
              </a:ext>
            </a:extLst>
          </p:cNvPr>
          <p:cNvGrpSpPr/>
          <p:nvPr/>
        </p:nvGrpSpPr>
        <p:grpSpPr>
          <a:xfrm>
            <a:off x="10857661" y="1155917"/>
            <a:ext cx="656793" cy="783876"/>
            <a:chOff x="9963029" y="3461590"/>
            <a:chExt cx="884219" cy="1055306"/>
          </a:xfrm>
        </p:grpSpPr>
        <p:pic>
          <p:nvPicPr>
            <p:cNvPr id="4" name="Picture 3" descr="A person smiling for the camera&#10;&#10;Description automatically generated">
              <a:extLst>
                <a:ext uri="{FF2B5EF4-FFF2-40B4-BE49-F238E27FC236}">
                  <a16:creationId xmlns:a16="http://schemas.microsoft.com/office/drawing/2014/main" id="{5FB9AEE9-A387-9649-156D-5B5B03A1F3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956" b="3111"/>
            <a:stretch/>
          </p:blipFill>
          <p:spPr>
            <a:xfrm>
              <a:off x="9963029" y="3461590"/>
              <a:ext cx="884219" cy="1048162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0C7097-FE69-D631-5A27-0985ED14313E}"/>
                </a:ext>
              </a:extLst>
            </p:cNvPr>
            <p:cNvSpPr/>
            <p:nvPr/>
          </p:nvSpPr>
          <p:spPr bwMode="auto">
            <a:xfrm>
              <a:off x="9963029" y="4444888"/>
              <a:ext cx="880791" cy="72008"/>
            </a:xfrm>
            <a:prstGeom prst="rect">
              <a:avLst/>
            </a:prstGeom>
            <a:solidFill>
              <a:srgbClr val="5E7FBF"/>
            </a:solidFill>
            <a:ln w="571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342900" indent="-342900"/>
              <a:endParaRPr lang="nl-BE">
                <a:solidFill>
                  <a:srgbClr val="003366"/>
                </a:solidFill>
                <a:latin typeface="Tahoma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3AEDE4F-C737-FF2A-C2A3-F4766AEA037A}"/>
              </a:ext>
            </a:extLst>
          </p:cNvPr>
          <p:cNvGrpSpPr/>
          <p:nvPr/>
        </p:nvGrpSpPr>
        <p:grpSpPr>
          <a:xfrm>
            <a:off x="11585073" y="1169470"/>
            <a:ext cx="586724" cy="775101"/>
            <a:chOff x="9572111" y="3085884"/>
            <a:chExt cx="856911" cy="1132036"/>
          </a:xfrm>
        </p:grpSpPr>
        <p:pic>
          <p:nvPicPr>
            <p:cNvPr id="7" name="Picture 6" descr="A person smiling for the camera&#10;&#10;Description automatically generated">
              <a:extLst>
                <a:ext uri="{FF2B5EF4-FFF2-40B4-BE49-F238E27FC236}">
                  <a16:creationId xmlns:a16="http://schemas.microsoft.com/office/drawing/2014/main" id="{F37B775F-7F82-107D-01CD-4CD65DB14B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90"/>
            <a:stretch/>
          </p:blipFill>
          <p:spPr>
            <a:xfrm>
              <a:off x="9572111" y="3085884"/>
              <a:ext cx="856910" cy="1093535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135E33F-5029-2F66-B579-040AF98718CD}"/>
                </a:ext>
              </a:extLst>
            </p:cNvPr>
            <p:cNvSpPr/>
            <p:nvPr/>
          </p:nvSpPr>
          <p:spPr bwMode="auto">
            <a:xfrm>
              <a:off x="9572112" y="4145912"/>
              <a:ext cx="856910" cy="72008"/>
            </a:xfrm>
            <a:prstGeom prst="rect">
              <a:avLst/>
            </a:prstGeom>
            <a:solidFill>
              <a:srgbClr val="5E7FB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342900" indent="-342900"/>
              <a:endParaRPr lang="nl-BE" dirty="0">
                <a:solidFill>
                  <a:srgbClr val="003366"/>
                </a:solidFill>
                <a:latin typeface="Tahoma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160B17E-9A27-DD02-8F09-3617604A2487}"/>
              </a:ext>
            </a:extLst>
          </p:cNvPr>
          <p:cNvGrpSpPr/>
          <p:nvPr/>
        </p:nvGrpSpPr>
        <p:grpSpPr>
          <a:xfrm>
            <a:off x="10162508" y="1135632"/>
            <a:ext cx="599147" cy="798854"/>
            <a:chOff x="10597159" y="1671506"/>
            <a:chExt cx="864009" cy="115200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B396865-2E9B-60EC-CB42-D0F62CA85834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25" b="3125"/>
            <a:stretch/>
          </p:blipFill>
          <p:spPr>
            <a:xfrm>
              <a:off x="10597168" y="1671506"/>
              <a:ext cx="864000" cy="108000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8D55F2D-4FCF-496A-E8E8-61DA8C3D468A}"/>
                </a:ext>
              </a:extLst>
            </p:cNvPr>
            <p:cNvSpPr/>
            <p:nvPr/>
          </p:nvSpPr>
          <p:spPr bwMode="auto">
            <a:xfrm>
              <a:off x="10597159" y="2751506"/>
              <a:ext cx="864000" cy="72000"/>
            </a:xfrm>
            <a:prstGeom prst="rect">
              <a:avLst/>
            </a:prstGeom>
            <a:solidFill>
              <a:srgbClr val="5E7FB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18671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6E75B-C4DC-5CBC-2651-9038E37AC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/>
              <a:t>PRIDE will be fully reprocessed using our enhanced ML tools and Scop3PTM disseminates the results</a:t>
            </a:r>
            <a:endParaRPr lang="en-BE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84D41-5CB6-0946-0686-60943EA573B0}"/>
              </a:ext>
            </a:extLst>
          </p:cNvPr>
          <p:cNvSpPr txBox="1"/>
          <p:nvPr/>
        </p:nvSpPr>
        <p:spPr>
          <a:xfrm>
            <a:off x="425505" y="6263301"/>
            <a:ext cx="3866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sz="1200" dirty="0">
              <a:latin typeface="+mj-lt"/>
            </a:endParaRPr>
          </a:p>
          <a:p>
            <a:r>
              <a:rPr lang="nl-BE" sz="1200" dirty="0">
                <a:latin typeface="+mj-lt"/>
              </a:rPr>
              <a:t>https://iomics.ugent.be/scop3ptm/P63244/summary	</a:t>
            </a:r>
          </a:p>
          <a:p>
            <a:r>
              <a:rPr lang="en-GB" sz="1200" dirty="0">
                <a:latin typeface="+mj-lt"/>
              </a:rPr>
              <a:t>Ramasamy, </a:t>
            </a:r>
            <a:r>
              <a:rPr lang="en-GB" sz="1200" i="1" dirty="0">
                <a:latin typeface="+mj-lt"/>
              </a:rPr>
              <a:t>in preparation</a:t>
            </a:r>
            <a:endParaRPr lang="en-GB" sz="1200" i="1" dirty="0">
              <a:latin typeface="Calibri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F7B4723-15F0-3A3A-EE62-DD52EBF8588A}"/>
              </a:ext>
            </a:extLst>
          </p:cNvPr>
          <p:cNvGrpSpPr/>
          <p:nvPr/>
        </p:nvGrpSpPr>
        <p:grpSpPr>
          <a:xfrm>
            <a:off x="11583200" y="1198300"/>
            <a:ext cx="605421" cy="722564"/>
            <a:chOff x="9963029" y="3461590"/>
            <a:chExt cx="884219" cy="1055306"/>
          </a:xfrm>
        </p:grpSpPr>
        <p:pic>
          <p:nvPicPr>
            <p:cNvPr id="14" name="Picture 13" descr="A person smiling for the camera&#10;&#10;Description automatically generated">
              <a:extLst>
                <a:ext uri="{FF2B5EF4-FFF2-40B4-BE49-F238E27FC236}">
                  <a16:creationId xmlns:a16="http://schemas.microsoft.com/office/drawing/2014/main" id="{EC7EB969-3E0A-8180-7DF0-B9C4B3C44B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956" b="3111"/>
            <a:stretch/>
          </p:blipFill>
          <p:spPr>
            <a:xfrm>
              <a:off x="9963029" y="3461590"/>
              <a:ext cx="884219" cy="1048162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FB56BE-7616-854A-F9ED-3C68F68303C6}"/>
                </a:ext>
              </a:extLst>
            </p:cNvPr>
            <p:cNvSpPr/>
            <p:nvPr/>
          </p:nvSpPr>
          <p:spPr bwMode="auto">
            <a:xfrm>
              <a:off x="9963029" y="4444888"/>
              <a:ext cx="880791" cy="72008"/>
            </a:xfrm>
            <a:prstGeom prst="rect">
              <a:avLst/>
            </a:prstGeom>
            <a:solidFill>
              <a:srgbClr val="5E7FBF"/>
            </a:solidFill>
            <a:ln w="571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342900" indent="-342900"/>
              <a:endParaRPr lang="nl-BE">
                <a:solidFill>
                  <a:srgbClr val="003366"/>
                </a:solidFill>
                <a:latin typeface="Tahoma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A11CEB3-094D-7574-E3A8-0023313B9805}"/>
              </a:ext>
            </a:extLst>
          </p:cNvPr>
          <p:cNvGrpSpPr/>
          <p:nvPr/>
        </p:nvGrpSpPr>
        <p:grpSpPr>
          <a:xfrm>
            <a:off x="10931705" y="1203482"/>
            <a:ext cx="576328" cy="712491"/>
            <a:chOff x="6372200" y="2879763"/>
            <a:chExt cx="881002" cy="1089147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86F2A21-2260-5F12-FEF4-AE8D673254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74" r="-372" b="1445"/>
            <a:stretch/>
          </p:blipFill>
          <p:spPr>
            <a:xfrm>
              <a:off x="6372200" y="2879763"/>
              <a:ext cx="881002" cy="1073709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0345E30-DECE-3C7E-B07F-5A7672B8FE7C}"/>
                </a:ext>
              </a:extLst>
            </p:cNvPr>
            <p:cNvSpPr/>
            <p:nvPr/>
          </p:nvSpPr>
          <p:spPr bwMode="auto">
            <a:xfrm>
              <a:off x="6372200" y="3896902"/>
              <a:ext cx="880791" cy="72008"/>
            </a:xfrm>
            <a:prstGeom prst="rect">
              <a:avLst/>
            </a:prstGeom>
            <a:solidFill>
              <a:srgbClr val="5E7FBF"/>
            </a:solidFill>
            <a:ln w="571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342900" indent="-342900"/>
              <a:endParaRPr lang="nl-BE">
                <a:solidFill>
                  <a:srgbClr val="003366"/>
                </a:solidFill>
                <a:latin typeface="Tahoma" charset="0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7C212893-B6F7-2154-0ED3-665FA3DC99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27"/>
          <a:stretch>
            <a:fillRect/>
          </a:stretch>
        </p:blipFill>
        <p:spPr>
          <a:xfrm>
            <a:off x="683967" y="1618976"/>
            <a:ext cx="5324027" cy="298635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557FE60-A0B2-79D8-23A0-DDD99D4851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5792" y="2020817"/>
            <a:ext cx="4452103" cy="387346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25D8B50-F650-2E3F-ADFB-BBF1E826382B}"/>
              </a:ext>
            </a:extLst>
          </p:cNvPr>
          <p:cNvSpPr txBox="1"/>
          <p:nvPr/>
        </p:nvSpPr>
        <p:spPr>
          <a:xfrm>
            <a:off x="8593666" y="2259228"/>
            <a:ext cx="3522134" cy="49805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7R4X: Cryo-EM reconstruction of the human 40S</a:t>
            </a:r>
          </a:p>
          <a:p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           ribosomal subunit - Full map</a:t>
            </a:r>
            <a:endParaRPr lang="en-BE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975F9D-B98F-27F3-4367-11CFA94C64CA}"/>
              </a:ext>
            </a:extLst>
          </p:cNvPr>
          <p:cNvSpPr txBox="1"/>
          <p:nvPr/>
        </p:nvSpPr>
        <p:spPr>
          <a:xfrm>
            <a:off x="683967" y="2020817"/>
            <a:ext cx="2556933" cy="321733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1200" dirty="0">
                <a:latin typeface="Corbel" panose="020B0503020204020204" pitchFamily="34" charset="0"/>
              </a:rPr>
              <a:t>small ribosomal subunit protein RACK1</a:t>
            </a:r>
            <a:endParaRPr lang="en-BE" sz="1200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03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D9D4DC2-F2C7-6421-8D06-6807B0F3B8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587" t="4819" b="67493"/>
          <a:stretch>
            <a:fillRect/>
          </a:stretch>
        </p:blipFill>
        <p:spPr>
          <a:xfrm>
            <a:off x="5555661" y="1545873"/>
            <a:ext cx="5688797" cy="34140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45A90E-0709-A77F-0E4E-D0D625461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 err="1"/>
              <a:t>PTMVision</a:t>
            </a:r>
            <a:r>
              <a:rPr lang="en-GB" sz="3200" b="1" dirty="0"/>
              <a:t> provides really interesting ways to visualise</a:t>
            </a:r>
            <a:br>
              <a:rPr lang="en-GB" sz="3200" b="1" dirty="0"/>
            </a:br>
            <a:r>
              <a:rPr lang="en-GB" sz="3200" b="1" dirty="0"/>
              <a:t>your proteome-wide PTM discovery data</a:t>
            </a:r>
            <a:endParaRPr lang="en-BE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7017FA-1ABD-3C18-B989-4BBAEC292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310" y="1194440"/>
            <a:ext cx="577577" cy="7701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1A3F048-46F5-6199-9887-842E61F6A514}"/>
              </a:ext>
            </a:extLst>
          </p:cNvPr>
          <p:cNvGrpSpPr/>
          <p:nvPr/>
        </p:nvGrpSpPr>
        <p:grpSpPr>
          <a:xfrm>
            <a:off x="11514247" y="1194440"/>
            <a:ext cx="603074" cy="803087"/>
            <a:chOff x="2133337" y="319385"/>
            <a:chExt cx="865088" cy="1152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1CCD820-5B6E-BA4F-DBC5-B1F5B0C36CA1}"/>
                </a:ext>
              </a:extLst>
            </p:cNvPr>
            <p:cNvPicPr>
              <a:picLocks/>
            </p:cNvPicPr>
            <p:nvPr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92" t="-120" r="7992" b="1145"/>
            <a:stretch/>
          </p:blipFill>
          <p:spPr>
            <a:xfrm>
              <a:off x="2134425" y="319385"/>
              <a:ext cx="864000" cy="10800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15EF07D-38B1-7A8B-A65B-3F72254EF812}"/>
                </a:ext>
              </a:extLst>
            </p:cNvPr>
            <p:cNvSpPr/>
            <p:nvPr/>
          </p:nvSpPr>
          <p:spPr bwMode="auto">
            <a:xfrm>
              <a:off x="2133337" y="1399385"/>
              <a:ext cx="864000" cy="72000"/>
            </a:xfrm>
            <a:prstGeom prst="rect">
              <a:avLst/>
            </a:prstGeom>
            <a:solidFill>
              <a:srgbClr val="5E7FB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3CD5EF1-6A4E-5834-BD68-011AB4337B8C}"/>
              </a:ext>
            </a:extLst>
          </p:cNvPr>
          <p:cNvSpPr txBox="1"/>
          <p:nvPr/>
        </p:nvSpPr>
        <p:spPr>
          <a:xfrm>
            <a:off x="425505" y="6263301"/>
            <a:ext cx="30468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sz="1200" dirty="0">
              <a:latin typeface="+mj-lt"/>
            </a:endParaRPr>
          </a:p>
          <a:p>
            <a:r>
              <a:rPr lang="en-GB" sz="1200" dirty="0">
                <a:latin typeface="+mj-lt"/>
              </a:rPr>
              <a:t>https://ptmvision-tuevis.cs.uni-tuebingen.de/</a:t>
            </a:r>
          </a:p>
          <a:p>
            <a:r>
              <a:rPr lang="en-GB" sz="1200" dirty="0">
                <a:latin typeface="+mj-lt"/>
              </a:rPr>
              <a:t>Hackl, Journal of Proteome Research, 2025</a:t>
            </a:r>
            <a:endParaRPr lang="en-GB" sz="1200" dirty="0">
              <a:latin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BAF7F1-E5C2-749A-76DA-7C077B35FE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51" t="79982"/>
          <a:stretch/>
        </p:blipFill>
        <p:spPr>
          <a:xfrm>
            <a:off x="5430487" y="5106124"/>
            <a:ext cx="5880011" cy="102244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DC010C4-5BBB-01D1-01A1-7AFE45A314ED}"/>
              </a:ext>
            </a:extLst>
          </p:cNvPr>
          <p:cNvGrpSpPr/>
          <p:nvPr/>
        </p:nvGrpSpPr>
        <p:grpSpPr>
          <a:xfrm>
            <a:off x="544027" y="1348754"/>
            <a:ext cx="4684882" cy="5141535"/>
            <a:chOff x="346449" y="1298178"/>
            <a:chExt cx="4666422" cy="512127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4848F33-08CF-BE1B-19F1-BD84AE7BA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41124" b="19579"/>
            <a:stretch/>
          </p:blipFill>
          <p:spPr>
            <a:xfrm>
              <a:off x="346449" y="1298178"/>
              <a:ext cx="4503137" cy="512127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1A884A7-5A6E-0D33-231C-B12A835E1B00}"/>
                </a:ext>
              </a:extLst>
            </p:cNvPr>
            <p:cNvSpPr/>
            <p:nvPr/>
          </p:nvSpPr>
          <p:spPr>
            <a:xfrm>
              <a:off x="4631871" y="1462882"/>
              <a:ext cx="381000" cy="3169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A769BF2-9E79-FB7A-E4F0-1BE3146138A9}"/>
                </a:ext>
              </a:extLst>
            </p:cNvPr>
            <p:cNvSpPr/>
            <p:nvPr/>
          </p:nvSpPr>
          <p:spPr>
            <a:xfrm>
              <a:off x="810985" y="1494519"/>
              <a:ext cx="381000" cy="3169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AFD9E0-99C7-AD76-8901-3A48472D3A48}"/>
                </a:ext>
              </a:extLst>
            </p:cNvPr>
            <p:cNvSpPr/>
            <p:nvPr/>
          </p:nvSpPr>
          <p:spPr>
            <a:xfrm>
              <a:off x="810985" y="6003699"/>
              <a:ext cx="381000" cy="3169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7117DCE-F94B-5ADD-1B12-FAF9E84158B3}"/>
                </a:ext>
              </a:extLst>
            </p:cNvPr>
            <p:cNvSpPr/>
            <p:nvPr/>
          </p:nvSpPr>
          <p:spPr>
            <a:xfrm>
              <a:off x="1212940" y="2101731"/>
              <a:ext cx="381000" cy="3169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3740163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30917-8438-0CF1-3AF6-35E180659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/>
              <a:t>We built a machine learning-based tissue predictor,</a:t>
            </a:r>
            <a:br>
              <a:rPr lang="en-GB" sz="3200" b="1" dirty="0"/>
            </a:br>
            <a:r>
              <a:rPr lang="en-GB" sz="3200" b="1" dirty="0"/>
              <a:t>capable of knowledge extraction and hypothesis generation</a:t>
            </a:r>
            <a:endParaRPr lang="en-BE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052977-06F3-3631-3F36-16F5E276DE9F}"/>
              </a:ext>
            </a:extLst>
          </p:cNvPr>
          <p:cNvSpPr/>
          <p:nvPr/>
        </p:nvSpPr>
        <p:spPr>
          <a:xfrm>
            <a:off x="11358338" y="4567006"/>
            <a:ext cx="149544" cy="89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51DD15E-B56E-F83F-8147-9D6C06ED2A09}"/>
              </a:ext>
            </a:extLst>
          </p:cNvPr>
          <p:cNvGrpSpPr/>
          <p:nvPr/>
        </p:nvGrpSpPr>
        <p:grpSpPr>
          <a:xfrm>
            <a:off x="530129" y="1278734"/>
            <a:ext cx="5731236" cy="5468486"/>
            <a:chOff x="457199" y="1518515"/>
            <a:chExt cx="5731236" cy="5468486"/>
          </a:xfrm>
        </p:grpSpPr>
        <p:pic>
          <p:nvPicPr>
            <p:cNvPr id="42" name="Afbeelding 45">
              <a:extLst>
                <a:ext uri="{FF2B5EF4-FFF2-40B4-BE49-F238E27FC236}">
                  <a16:creationId xmlns:a16="http://schemas.microsoft.com/office/drawing/2014/main" id="{B4BD287D-430A-1827-640B-825CD9E600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457199" y="1518515"/>
              <a:ext cx="5450841" cy="54684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Afbeelding 45">
              <a:extLst>
                <a:ext uri="{FF2B5EF4-FFF2-40B4-BE49-F238E27FC236}">
                  <a16:creationId xmlns:a16="http://schemas.microsoft.com/office/drawing/2014/main" id="{198C7061-7634-45C5-A94F-A7365A9337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-3628"/>
            <a:stretch/>
          </p:blipFill>
          <p:spPr bwMode="auto">
            <a:xfrm>
              <a:off x="5688606" y="1518515"/>
              <a:ext cx="499829" cy="54684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BB607209-0310-A84B-04CD-6FEDE3A96F9B}"/>
              </a:ext>
            </a:extLst>
          </p:cNvPr>
          <p:cNvSpPr txBox="1"/>
          <p:nvPr/>
        </p:nvSpPr>
        <p:spPr>
          <a:xfrm>
            <a:off x="425505" y="6263301"/>
            <a:ext cx="16591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sz="1200" dirty="0">
              <a:latin typeface="+mj-lt"/>
            </a:endParaRPr>
          </a:p>
          <a:p>
            <a:endParaRPr lang="en-GB" sz="1200" dirty="0">
              <a:latin typeface="+mj-lt"/>
            </a:endParaRPr>
          </a:p>
          <a:p>
            <a:r>
              <a:rPr lang="en-GB" sz="1200" dirty="0" err="1">
                <a:latin typeface="+mj-lt"/>
              </a:rPr>
              <a:t>Claeys</a:t>
            </a:r>
            <a:r>
              <a:rPr lang="en-GB" sz="1200" dirty="0">
                <a:latin typeface="+mj-lt"/>
              </a:rPr>
              <a:t>, J </a:t>
            </a:r>
            <a:r>
              <a:rPr lang="en-GB" sz="1200" dirty="0" err="1">
                <a:latin typeface="+mj-lt"/>
              </a:rPr>
              <a:t>Prot</a:t>
            </a:r>
            <a:r>
              <a:rPr lang="en-GB" sz="1200" dirty="0">
                <a:latin typeface="+mj-lt"/>
              </a:rPr>
              <a:t> Res, 2022</a:t>
            </a:r>
            <a:endParaRPr lang="en-GB" sz="1200" dirty="0">
              <a:latin typeface="Calibri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C2C0178-D2BB-36C2-669A-40F4CC87BD70}"/>
              </a:ext>
            </a:extLst>
          </p:cNvPr>
          <p:cNvGrpSpPr/>
          <p:nvPr/>
        </p:nvGrpSpPr>
        <p:grpSpPr>
          <a:xfrm>
            <a:off x="11661871" y="1102485"/>
            <a:ext cx="504728" cy="646736"/>
            <a:chOff x="10602485" y="3119004"/>
            <a:chExt cx="856911" cy="109800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2E39726-042C-2759-0FD4-C30AE8A523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602485" y="3119004"/>
              <a:ext cx="856910" cy="1097054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156D0B7-0284-4CBE-6CB9-68EC82B0CE03}"/>
                </a:ext>
              </a:extLst>
            </p:cNvPr>
            <p:cNvSpPr/>
            <p:nvPr/>
          </p:nvSpPr>
          <p:spPr bwMode="auto">
            <a:xfrm>
              <a:off x="10602486" y="4145003"/>
              <a:ext cx="856910" cy="72008"/>
            </a:xfrm>
            <a:prstGeom prst="rect">
              <a:avLst/>
            </a:prstGeom>
            <a:solidFill>
              <a:srgbClr val="5E7FB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342900" indent="-342900"/>
              <a:endParaRPr lang="nl-BE" dirty="0">
                <a:solidFill>
                  <a:srgbClr val="003366"/>
                </a:solidFill>
                <a:latin typeface="Tahoma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28825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 11">
            <a:extLst>
              <a:ext uri="{FF2B5EF4-FFF2-40B4-BE49-F238E27FC236}">
                <a16:creationId xmlns:a16="http://schemas.microsoft.com/office/drawing/2014/main" id="{020DD801-1778-5761-5601-E5562E23BDDD}"/>
              </a:ext>
            </a:extLst>
          </p:cNvPr>
          <p:cNvGraphicFramePr>
            <a:graphicFrameLocks noGrp="1"/>
          </p:cNvGraphicFramePr>
          <p:nvPr/>
        </p:nvGraphicFramePr>
        <p:xfrm>
          <a:off x="848888" y="5223411"/>
          <a:ext cx="6335189" cy="11988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87240">
                  <a:extLst>
                    <a:ext uri="{9D8B030D-6E8A-4147-A177-3AD203B41FA5}">
                      <a16:colId xmlns:a16="http://schemas.microsoft.com/office/drawing/2014/main" val="2306655207"/>
                    </a:ext>
                  </a:extLst>
                </a:gridCol>
                <a:gridCol w="2428811">
                  <a:extLst>
                    <a:ext uri="{9D8B030D-6E8A-4147-A177-3AD203B41FA5}">
                      <a16:colId xmlns:a16="http://schemas.microsoft.com/office/drawing/2014/main" val="3624176029"/>
                    </a:ext>
                  </a:extLst>
                </a:gridCol>
                <a:gridCol w="2519138">
                  <a:extLst>
                    <a:ext uri="{9D8B030D-6E8A-4147-A177-3AD203B41FA5}">
                      <a16:colId xmlns:a16="http://schemas.microsoft.com/office/drawing/2014/main" val="28430104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BE" sz="1200" b="0" dirty="0"/>
                        <a:t>P12724</a:t>
                      </a:r>
                    </a:p>
                  </a:txBody>
                  <a:tcPr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88E5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1200" b="0" dirty="0" err="1"/>
                        <a:t>Eosinophil</a:t>
                      </a:r>
                      <a:r>
                        <a:rPr lang="nl-BE" sz="1200" b="0" dirty="0"/>
                        <a:t> </a:t>
                      </a:r>
                      <a:r>
                        <a:rPr lang="nl-BE" sz="1200" b="0" dirty="0" err="1"/>
                        <a:t>cationic</a:t>
                      </a:r>
                      <a:r>
                        <a:rPr lang="nl-BE" sz="1200" b="0" dirty="0"/>
                        <a:t> </a:t>
                      </a:r>
                      <a:r>
                        <a:rPr lang="nl-BE" sz="1200" b="0" dirty="0" err="1"/>
                        <a:t>protein</a:t>
                      </a:r>
                      <a:endParaRPr lang="nl-BE" sz="1200" b="0" dirty="0"/>
                    </a:p>
                  </a:txBody>
                  <a:tcPr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88E5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dirty="0"/>
                        <a:t>Immune related (eosinophiles)</a:t>
                      </a:r>
                      <a:endParaRPr lang="nl-BE" sz="1200" b="0" dirty="0"/>
                    </a:p>
                  </a:txBody>
                  <a:tcPr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88E5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49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200"/>
                        <a:t>P11678</a:t>
                      </a:r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88E5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/>
                        <a:t>Eosinophil peroxidase</a:t>
                      </a:r>
                      <a:endParaRPr lang="nl-BE" sz="1200" dirty="0"/>
                    </a:p>
                  </a:txBody>
                  <a:tcPr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88E5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dirty="0"/>
                        <a:t>Immune related (eosinophiles)</a:t>
                      </a:r>
                      <a:endParaRPr lang="nl-BE" sz="1200" dirty="0"/>
                    </a:p>
                  </a:txBody>
                  <a:tcPr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88E5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893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200"/>
                        <a:t>Q05315</a:t>
                      </a:r>
                      <a:endParaRPr lang="nl-BE" sz="1200" dirty="0"/>
                    </a:p>
                  </a:txBody>
                  <a:tcPr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88E5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1200"/>
                        <a:t>Galectin-10</a:t>
                      </a:r>
                      <a:endParaRPr lang="nl-BE" sz="1200" dirty="0"/>
                    </a:p>
                  </a:txBody>
                  <a:tcPr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88E5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1200" dirty="0"/>
                        <a:t>Immune </a:t>
                      </a:r>
                      <a:r>
                        <a:rPr lang="nl-BE" sz="1200" dirty="0" err="1"/>
                        <a:t>related</a:t>
                      </a:r>
                      <a:r>
                        <a:rPr lang="nl-BE" sz="1200" dirty="0"/>
                        <a:t> (</a:t>
                      </a:r>
                      <a:r>
                        <a:rPr lang="nl-BE" sz="1200" dirty="0" err="1"/>
                        <a:t>eosinophiles</a:t>
                      </a:r>
                      <a:r>
                        <a:rPr lang="nl-BE" sz="1200" dirty="0"/>
                        <a:t>), </a:t>
                      </a:r>
                      <a:r>
                        <a:rPr lang="nl-BE" sz="1200" b="1" dirty="0" err="1"/>
                        <a:t>known</a:t>
                      </a:r>
                      <a:r>
                        <a:rPr lang="nl-BE" sz="1200" b="1" dirty="0"/>
                        <a:t> </a:t>
                      </a:r>
                      <a:r>
                        <a:rPr lang="nl-BE" sz="1200" b="1" dirty="0" err="1"/>
                        <a:t>celiac</a:t>
                      </a:r>
                      <a:r>
                        <a:rPr lang="nl-BE" sz="1200" b="1" dirty="0"/>
                        <a:t> </a:t>
                      </a:r>
                      <a:r>
                        <a:rPr lang="nl-BE" sz="1200" b="1" dirty="0" err="1"/>
                        <a:t>disease</a:t>
                      </a:r>
                      <a:r>
                        <a:rPr lang="nl-BE" sz="1200" b="1" dirty="0"/>
                        <a:t> marker</a:t>
                      </a:r>
                    </a:p>
                  </a:txBody>
                  <a:tcPr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88E5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790656"/>
                  </a:ext>
                </a:extLst>
              </a:tr>
            </a:tbl>
          </a:graphicData>
        </a:graphic>
      </p:graphicFrame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ABFFD88C-4077-94E3-7FCD-F573521CB6EB}"/>
              </a:ext>
            </a:extLst>
          </p:cNvPr>
          <p:cNvGraphicFramePr>
            <a:graphicFrameLocks noGrp="1"/>
          </p:cNvGraphicFramePr>
          <p:nvPr/>
        </p:nvGraphicFramePr>
        <p:xfrm>
          <a:off x="845614" y="4394391"/>
          <a:ext cx="6342728" cy="8280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90198">
                  <a:extLst>
                    <a:ext uri="{9D8B030D-6E8A-4147-A177-3AD203B41FA5}">
                      <a16:colId xmlns:a16="http://schemas.microsoft.com/office/drawing/2014/main" val="441300147"/>
                    </a:ext>
                  </a:extLst>
                </a:gridCol>
                <a:gridCol w="2431026">
                  <a:extLst>
                    <a:ext uri="{9D8B030D-6E8A-4147-A177-3AD203B41FA5}">
                      <a16:colId xmlns:a16="http://schemas.microsoft.com/office/drawing/2014/main" val="1847030072"/>
                    </a:ext>
                  </a:extLst>
                </a:gridCol>
                <a:gridCol w="2521504">
                  <a:extLst>
                    <a:ext uri="{9D8B030D-6E8A-4147-A177-3AD203B41FA5}">
                      <a16:colId xmlns:a16="http://schemas.microsoft.com/office/drawing/2014/main" val="10937741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200" b="0" dirty="0"/>
                        <a:t>P14410</a:t>
                      </a:r>
                    </a:p>
                    <a:p>
                      <a:endParaRPr lang="nl-BE" sz="1200" b="0" dirty="0"/>
                    </a:p>
                  </a:txBody>
                  <a:tcPr>
                    <a:lnL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D57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1200" b="0" dirty="0" err="1"/>
                        <a:t>Sucrase-isomaltase</a:t>
                      </a:r>
                      <a:endParaRPr lang="nl-BE" sz="1200" b="0" dirty="0"/>
                    </a:p>
                  </a:txBody>
                  <a:tcPr>
                    <a:lnL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D57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dirty="0"/>
                        <a:t>Small intestine specific</a:t>
                      </a:r>
                      <a:endParaRPr lang="nl-BE" sz="1200" b="0" dirty="0"/>
                    </a:p>
                  </a:txBody>
                  <a:tcPr>
                    <a:lnL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D57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30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200" dirty="0"/>
                        <a:t>Q99795</a:t>
                      </a:r>
                    </a:p>
                  </a:txBody>
                  <a:tcPr>
                    <a:lnL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D57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Cell surface A33 antigen</a:t>
                      </a:r>
                    </a:p>
                  </a:txBody>
                  <a:tcPr>
                    <a:lnL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D57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1200" dirty="0" err="1"/>
                        <a:t>Gastrointestinal</a:t>
                      </a:r>
                      <a:r>
                        <a:rPr lang="nl-BE" sz="1200" dirty="0"/>
                        <a:t> epithelium</a:t>
                      </a:r>
                    </a:p>
                  </a:txBody>
                  <a:tcPr>
                    <a:lnL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D57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40526"/>
                  </a:ext>
                </a:extLst>
              </a:tr>
            </a:tbl>
          </a:graphicData>
        </a:graphic>
      </p:graphicFrame>
      <p:graphicFrame>
        <p:nvGraphicFramePr>
          <p:cNvPr id="13" name="Tabel 12">
            <a:extLst>
              <a:ext uri="{FF2B5EF4-FFF2-40B4-BE49-F238E27FC236}">
                <a16:creationId xmlns:a16="http://schemas.microsoft.com/office/drawing/2014/main" id="{F40AB4B2-F42F-6044-BA15-8865C2953165}"/>
              </a:ext>
            </a:extLst>
          </p:cNvPr>
          <p:cNvGraphicFramePr>
            <a:graphicFrameLocks noGrp="1"/>
          </p:cNvGraphicFramePr>
          <p:nvPr/>
        </p:nvGraphicFramePr>
        <p:xfrm>
          <a:off x="847728" y="3963058"/>
          <a:ext cx="6336349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85730">
                  <a:extLst>
                    <a:ext uri="{9D8B030D-6E8A-4147-A177-3AD203B41FA5}">
                      <a16:colId xmlns:a16="http://schemas.microsoft.com/office/drawing/2014/main" val="2704028646"/>
                    </a:ext>
                  </a:extLst>
                </a:gridCol>
                <a:gridCol w="2432643">
                  <a:extLst>
                    <a:ext uri="{9D8B030D-6E8A-4147-A177-3AD203B41FA5}">
                      <a16:colId xmlns:a16="http://schemas.microsoft.com/office/drawing/2014/main" val="2538325733"/>
                    </a:ext>
                  </a:extLst>
                </a:gridCol>
                <a:gridCol w="2517976">
                  <a:extLst>
                    <a:ext uri="{9D8B030D-6E8A-4147-A177-3AD203B41FA5}">
                      <a16:colId xmlns:a16="http://schemas.microsoft.com/office/drawing/2014/main" val="6713780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300" dirty="0"/>
                        <a:t>Protein</a:t>
                      </a:r>
                      <a:endParaRPr lang="nl-BE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dirty="0"/>
                        <a:t>Protein name</a:t>
                      </a:r>
                      <a:endParaRPr lang="nl-BE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dirty="0"/>
                        <a:t>Tissue specificity (HPA, Uniprot)</a:t>
                      </a:r>
                      <a:endParaRPr lang="nl-BE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75972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72D4320-3156-379E-873B-20904A4A41AB}"/>
              </a:ext>
            </a:extLst>
          </p:cNvPr>
          <p:cNvSpPr txBox="1"/>
          <p:nvPr/>
        </p:nvSpPr>
        <p:spPr>
          <a:xfrm>
            <a:off x="425505" y="6263301"/>
            <a:ext cx="53910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sz="1200" dirty="0">
              <a:latin typeface="+mj-lt"/>
            </a:endParaRPr>
          </a:p>
          <a:p>
            <a:endParaRPr lang="en-GB" sz="12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Claeys, </a:t>
            </a:r>
            <a:r>
              <a:rPr lang="en-GB" sz="1200" i="1" dirty="0">
                <a:latin typeface="Calibri" panose="020F0502020204030204" pitchFamily="34" charset="0"/>
                <a:cs typeface="Calibri" panose="020F0502020204030204" pitchFamily="34" charset="0"/>
              </a:rPr>
              <a:t>submitted</a:t>
            </a:r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GB" sz="1200" i="1" dirty="0">
                <a:latin typeface="Calibri" panose="020F0502020204030204" pitchFamily="34" charset="0"/>
                <a:cs typeface="Calibri" panose="020F0502020204030204" pitchFamily="34" charset="0"/>
              </a:rPr>
              <a:t> https://www.biorxiv.org/content/10.1101/2025.06.10.658642v1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36C0C3E-36FA-45BE-3D27-F33E25406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/>
              <a:t>Strikingly, the predictor functions as a reliable detector</a:t>
            </a:r>
            <a:br>
              <a:rPr lang="en-GB" sz="3200" b="1" dirty="0"/>
            </a:br>
            <a:r>
              <a:rPr lang="en-GB" sz="3200" b="1" dirty="0"/>
              <a:t>of the molecular changes in a diseased tissue</a:t>
            </a:r>
            <a:endParaRPr lang="en-BE" sz="3200" b="1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7105A6-48F7-E62F-8686-C89817A69E32}"/>
              </a:ext>
            </a:extLst>
          </p:cNvPr>
          <p:cNvSpPr txBox="1"/>
          <p:nvPr/>
        </p:nvSpPr>
        <p:spPr>
          <a:xfrm>
            <a:off x="2475669" y="1444480"/>
            <a:ext cx="7034991" cy="53043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GB" sz="2500" dirty="0">
                <a:solidFill>
                  <a:srgbClr val="C00000"/>
                </a:solidFill>
                <a:latin typeface="Corbel" panose="020B0503020204020204" pitchFamily="34" charset="0"/>
              </a:rPr>
              <a:t>With </a:t>
            </a:r>
            <a:r>
              <a:rPr lang="en-GB" sz="2500" b="1" dirty="0">
                <a:solidFill>
                  <a:srgbClr val="C00000"/>
                </a:solidFill>
                <a:latin typeface="Corbel" panose="020B0503020204020204" pitchFamily="34" charset="0"/>
              </a:rPr>
              <a:t>celiac disease</a:t>
            </a:r>
            <a:r>
              <a:rPr lang="en-GB" sz="2500" dirty="0">
                <a:solidFill>
                  <a:srgbClr val="C00000"/>
                </a:solidFill>
                <a:latin typeface="Corbel" panose="020B0503020204020204" pitchFamily="34" charset="0"/>
              </a:rPr>
              <a:t> proteome (PXD008992) as input</a:t>
            </a:r>
            <a:endParaRPr lang="en-BE" sz="2500" dirty="0">
              <a:solidFill>
                <a:srgbClr val="C00000"/>
              </a:solidFill>
              <a:latin typeface="Corbel" panose="020B0503020204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C9FAAA0-CC63-7A50-5D62-08DDD941C197}"/>
              </a:ext>
            </a:extLst>
          </p:cNvPr>
          <p:cNvGrpSpPr/>
          <p:nvPr/>
        </p:nvGrpSpPr>
        <p:grpSpPr>
          <a:xfrm>
            <a:off x="1462142" y="1921704"/>
            <a:ext cx="9081167" cy="1697164"/>
            <a:chOff x="554669" y="1970193"/>
            <a:chExt cx="11252994" cy="2103053"/>
          </a:xfrm>
        </p:grpSpPr>
        <p:pic>
          <p:nvPicPr>
            <p:cNvPr id="4" name="Afbeelding 4" descr="Afbeelding met tekst, apparaat&#10;&#10;Automatisch gegenereerde beschrijving">
              <a:extLst>
                <a:ext uri="{FF2B5EF4-FFF2-40B4-BE49-F238E27FC236}">
                  <a16:creationId xmlns:a16="http://schemas.microsoft.com/office/drawing/2014/main" id="{E6637167-6BA5-45D0-E939-DD48A14BFB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26" r="7701" b="44618"/>
            <a:stretch/>
          </p:blipFill>
          <p:spPr>
            <a:xfrm>
              <a:off x="554669" y="1970193"/>
              <a:ext cx="11252994" cy="951995"/>
            </a:xfrm>
            <a:prstGeom prst="rect">
              <a:avLst/>
            </a:prstGeom>
          </p:spPr>
        </p:pic>
        <p:pic>
          <p:nvPicPr>
            <p:cNvPr id="5" name="Afbeelding 5">
              <a:extLst>
                <a:ext uri="{FF2B5EF4-FFF2-40B4-BE49-F238E27FC236}">
                  <a16:creationId xmlns:a16="http://schemas.microsoft.com/office/drawing/2014/main" id="{79AC82BF-0E2B-AABD-C2C8-33C2FB3F5E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32" r="8529" b="45313"/>
            <a:stretch/>
          </p:blipFill>
          <p:spPr>
            <a:xfrm>
              <a:off x="655475" y="3121251"/>
              <a:ext cx="11152188" cy="951995"/>
            </a:xfrm>
            <a:prstGeom prst="rect">
              <a:avLst/>
            </a:prstGeom>
          </p:spPr>
        </p:pic>
        <p:sp>
          <p:nvSpPr>
            <p:cNvPr id="8" name="Tekstvak 6">
              <a:extLst>
                <a:ext uri="{FF2B5EF4-FFF2-40B4-BE49-F238E27FC236}">
                  <a16:creationId xmlns:a16="http://schemas.microsoft.com/office/drawing/2014/main" id="{66E1373A-BA6B-90DE-915C-FD785E79CE7C}"/>
                </a:ext>
              </a:extLst>
            </p:cNvPr>
            <p:cNvSpPr txBox="1"/>
            <p:nvPr/>
          </p:nvSpPr>
          <p:spPr>
            <a:xfrm>
              <a:off x="1286433" y="2115378"/>
              <a:ext cx="1558746" cy="6483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B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small </a:t>
              </a:r>
              <a:r>
                <a:rPr kumimoji="0" lang="nl-B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intestine</a:t>
              </a:r>
              <a:endParaRPr kumimoji="0" lang="nl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nl-BE" sz="1400" dirty="0">
                  <a:solidFill>
                    <a:prstClr val="black"/>
                  </a:solidFill>
                  <a:latin typeface="Calibri" panose="020F0502020204030204"/>
                </a:rPr>
                <a:t>26%</a:t>
              </a:r>
              <a:endParaRPr kumimoji="0" lang="nl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Tekstvak 7">
              <a:extLst>
                <a:ext uri="{FF2B5EF4-FFF2-40B4-BE49-F238E27FC236}">
                  <a16:creationId xmlns:a16="http://schemas.microsoft.com/office/drawing/2014/main" id="{08B77A6E-B08A-0672-886F-677B18C3E7FA}"/>
                </a:ext>
              </a:extLst>
            </p:cNvPr>
            <p:cNvSpPr txBox="1"/>
            <p:nvPr/>
          </p:nvSpPr>
          <p:spPr>
            <a:xfrm>
              <a:off x="1286433" y="3272581"/>
              <a:ext cx="1340087" cy="6483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B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nasal</a:t>
              </a:r>
              <a:r>
                <a:rPr kumimoji="0" lang="nl-B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nl-B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polyps</a:t>
              </a:r>
              <a:endParaRPr kumimoji="0" lang="nl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nl-BE" sz="1400" dirty="0">
                  <a:solidFill>
                    <a:prstClr val="black"/>
                  </a:solidFill>
                  <a:latin typeface="Calibri" panose="020F0502020204030204"/>
                </a:rPr>
                <a:t>14%</a:t>
              </a:r>
              <a:endParaRPr kumimoji="0" lang="nl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254F9C74-52BD-6EE7-52C9-A6FD994BD567}"/>
              </a:ext>
            </a:extLst>
          </p:cNvPr>
          <p:cNvCxnSpPr/>
          <p:nvPr/>
        </p:nvCxnSpPr>
        <p:spPr>
          <a:xfrm rot="5400000">
            <a:off x="116531" y="3035826"/>
            <a:ext cx="2503659" cy="1045571"/>
          </a:xfrm>
          <a:prstGeom prst="bentConnector4">
            <a:avLst>
              <a:gd name="adj1" fmla="val 506"/>
              <a:gd name="adj2" fmla="val 121864"/>
            </a:avLst>
          </a:prstGeom>
          <a:ln w="38100">
            <a:solidFill>
              <a:srgbClr val="FF306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8CA0B12-4FAD-AC13-8F6F-AC5B4847AB5F}"/>
              </a:ext>
            </a:extLst>
          </p:cNvPr>
          <p:cNvCxnSpPr>
            <a:cxnSpLocks/>
            <a:endCxn id="3" idx="3"/>
          </p:cNvCxnSpPr>
          <p:nvPr/>
        </p:nvCxnSpPr>
        <p:spPr>
          <a:xfrm rot="10800000" flipV="1">
            <a:off x="7184077" y="2972733"/>
            <a:ext cx="3359234" cy="2850118"/>
          </a:xfrm>
          <a:prstGeom prst="bentConnector3">
            <a:avLst>
              <a:gd name="adj1" fmla="val -6709"/>
            </a:avLst>
          </a:prstGeom>
          <a:ln w="38100">
            <a:solidFill>
              <a:srgbClr val="1E88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AFACFA42-8FA8-D0A3-7B03-933B20185029}"/>
              </a:ext>
            </a:extLst>
          </p:cNvPr>
          <p:cNvGrpSpPr/>
          <p:nvPr/>
        </p:nvGrpSpPr>
        <p:grpSpPr>
          <a:xfrm>
            <a:off x="11661871" y="1102485"/>
            <a:ext cx="504728" cy="646736"/>
            <a:chOff x="10602485" y="3119004"/>
            <a:chExt cx="856911" cy="109800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33FB478-A90F-15EF-9EAF-EB89286AF8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602485" y="3119004"/>
              <a:ext cx="856910" cy="1097054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2590696-1D03-925F-7A36-B75CEE66DB78}"/>
                </a:ext>
              </a:extLst>
            </p:cNvPr>
            <p:cNvSpPr/>
            <p:nvPr/>
          </p:nvSpPr>
          <p:spPr bwMode="auto">
            <a:xfrm>
              <a:off x="10602486" y="4145003"/>
              <a:ext cx="856910" cy="72008"/>
            </a:xfrm>
            <a:prstGeom prst="rect">
              <a:avLst/>
            </a:prstGeom>
            <a:solidFill>
              <a:srgbClr val="5E7FB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342900" indent="-342900"/>
              <a:endParaRPr lang="nl-BE" dirty="0">
                <a:solidFill>
                  <a:srgbClr val="003366"/>
                </a:solidFill>
                <a:latin typeface="Tahoma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71819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 11">
            <a:extLst>
              <a:ext uri="{FF2B5EF4-FFF2-40B4-BE49-F238E27FC236}">
                <a16:creationId xmlns:a16="http://schemas.microsoft.com/office/drawing/2014/main" id="{020DD801-1778-5761-5601-E5562E23BDDD}"/>
              </a:ext>
            </a:extLst>
          </p:cNvPr>
          <p:cNvGraphicFramePr>
            <a:graphicFrameLocks noGrp="1"/>
          </p:cNvGraphicFramePr>
          <p:nvPr/>
        </p:nvGraphicFramePr>
        <p:xfrm>
          <a:off x="846622" y="5222459"/>
          <a:ext cx="10482649" cy="11988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388891">
                  <a:extLst>
                    <a:ext uri="{9D8B030D-6E8A-4147-A177-3AD203B41FA5}">
                      <a16:colId xmlns:a16="http://schemas.microsoft.com/office/drawing/2014/main" val="2306655207"/>
                    </a:ext>
                  </a:extLst>
                </a:gridCol>
                <a:gridCol w="2431701">
                  <a:extLst>
                    <a:ext uri="{9D8B030D-6E8A-4147-A177-3AD203B41FA5}">
                      <a16:colId xmlns:a16="http://schemas.microsoft.com/office/drawing/2014/main" val="3624176029"/>
                    </a:ext>
                  </a:extLst>
                </a:gridCol>
                <a:gridCol w="2523916">
                  <a:extLst>
                    <a:ext uri="{9D8B030D-6E8A-4147-A177-3AD203B41FA5}">
                      <a16:colId xmlns:a16="http://schemas.microsoft.com/office/drawing/2014/main" val="2843010417"/>
                    </a:ext>
                  </a:extLst>
                </a:gridCol>
                <a:gridCol w="4138141">
                  <a:extLst>
                    <a:ext uri="{9D8B030D-6E8A-4147-A177-3AD203B41FA5}">
                      <a16:colId xmlns:a16="http://schemas.microsoft.com/office/drawing/2014/main" val="10619619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BE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P12724</a:t>
                      </a:r>
                    </a:p>
                  </a:txBody>
                  <a:tcPr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Eosinophil</a:t>
                      </a:r>
                      <a:r>
                        <a:rPr lang="nl-BE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nl-BE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cationic</a:t>
                      </a:r>
                      <a:r>
                        <a:rPr lang="nl-BE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nl-BE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protein</a:t>
                      </a:r>
                      <a:endParaRPr lang="nl-BE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Immune related (eosinophiles)</a:t>
                      </a:r>
                      <a:endParaRPr lang="nl-BE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Significantly</a:t>
                      </a:r>
                      <a:r>
                        <a:rPr lang="nl-BE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nl-BE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upregulated</a:t>
                      </a:r>
                      <a:endParaRPr lang="nl-BE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49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P11678</a:t>
                      </a:r>
                      <a:endParaRPr lang="en-GB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Eosinophil</a:t>
                      </a:r>
                      <a:r>
                        <a:rPr lang="nl-BE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peroxidase</a:t>
                      </a:r>
                    </a:p>
                  </a:txBody>
                  <a:tcPr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Immune related (eosinophiles)</a:t>
                      </a:r>
                      <a:endParaRPr lang="nl-BE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Significantly</a:t>
                      </a:r>
                      <a:r>
                        <a:rPr lang="nl-BE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nl-BE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upregulated</a:t>
                      </a:r>
                      <a:endParaRPr lang="nl-BE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893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Q05315</a:t>
                      </a:r>
                    </a:p>
                  </a:txBody>
                  <a:tcPr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Galectin-10</a:t>
                      </a:r>
                    </a:p>
                  </a:txBody>
                  <a:tcPr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Immune </a:t>
                      </a:r>
                      <a:r>
                        <a:rPr lang="nl-BE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related</a:t>
                      </a:r>
                      <a:r>
                        <a:rPr lang="nl-BE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nl-BE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eosinophiles</a:t>
                      </a:r>
                      <a:r>
                        <a:rPr lang="nl-BE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nl-BE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known</a:t>
                      </a:r>
                      <a:r>
                        <a:rPr lang="nl-BE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nl-BE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celiac</a:t>
                      </a:r>
                      <a:r>
                        <a:rPr lang="nl-BE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nl-BE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disease</a:t>
                      </a:r>
                      <a:r>
                        <a:rPr lang="nl-BE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marker</a:t>
                      </a:r>
                    </a:p>
                  </a:txBody>
                  <a:tcPr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Below </a:t>
                      </a:r>
                      <a:r>
                        <a:rPr lang="nl-BE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threshold</a:t>
                      </a:r>
                      <a:r>
                        <a:rPr lang="nl-BE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of </a:t>
                      </a:r>
                      <a:r>
                        <a:rPr lang="nl-BE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upregulation</a:t>
                      </a:r>
                      <a:endParaRPr lang="nl-BE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8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790656"/>
                  </a:ext>
                </a:extLst>
              </a:tr>
            </a:tbl>
          </a:graphicData>
        </a:graphic>
      </p:graphicFrame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ABFFD88C-4077-94E3-7FCD-F573521CB6EB}"/>
              </a:ext>
            </a:extLst>
          </p:cNvPr>
          <p:cNvGraphicFramePr>
            <a:graphicFrameLocks noGrp="1"/>
          </p:cNvGraphicFramePr>
          <p:nvPr/>
        </p:nvGraphicFramePr>
        <p:xfrm>
          <a:off x="845577" y="4396421"/>
          <a:ext cx="10480430" cy="8280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91077">
                  <a:extLst>
                    <a:ext uri="{9D8B030D-6E8A-4147-A177-3AD203B41FA5}">
                      <a16:colId xmlns:a16="http://schemas.microsoft.com/office/drawing/2014/main" val="441300147"/>
                    </a:ext>
                  </a:extLst>
                </a:gridCol>
                <a:gridCol w="2432564">
                  <a:extLst>
                    <a:ext uri="{9D8B030D-6E8A-4147-A177-3AD203B41FA5}">
                      <a16:colId xmlns:a16="http://schemas.microsoft.com/office/drawing/2014/main" val="1847030072"/>
                    </a:ext>
                  </a:extLst>
                </a:gridCol>
                <a:gridCol w="2523099">
                  <a:extLst>
                    <a:ext uri="{9D8B030D-6E8A-4147-A177-3AD203B41FA5}">
                      <a16:colId xmlns:a16="http://schemas.microsoft.com/office/drawing/2014/main" val="1093774121"/>
                    </a:ext>
                  </a:extLst>
                </a:gridCol>
                <a:gridCol w="4133690">
                  <a:extLst>
                    <a:ext uri="{9D8B030D-6E8A-4147-A177-3AD203B41FA5}">
                      <a16:colId xmlns:a16="http://schemas.microsoft.com/office/drawing/2014/main" val="41134487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200" b="0" dirty="0"/>
                        <a:t>P14410</a:t>
                      </a:r>
                    </a:p>
                    <a:p>
                      <a:endParaRPr lang="nl-BE" sz="1200" b="0" dirty="0"/>
                    </a:p>
                  </a:txBody>
                  <a:tcPr>
                    <a:lnL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D57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1200" b="0" dirty="0" err="1"/>
                        <a:t>Sucrase-isomaltase</a:t>
                      </a:r>
                      <a:endParaRPr lang="nl-BE" sz="1200" b="0" dirty="0"/>
                    </a:p>
                  </a:txBody>
                  <a:tcPr>
                    <a:lnL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D57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dirty="0"/>
                        <a:t>Small intestine specific</a:t>
                      </a:r>
                      <a:endParaRPr lang="nl-BE" sz="1200" b="0" dirty="0"/>
                    </a:p>
                  </a:txBody>
                  <a:tcPr>
                    <a:lnL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D57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dirty="0"/>
                        <a:t>Significantly downregulated </a:t>
                      </a:r>
                      <a:endParaRPr lang="nl-BE" sz="1200" b="0" dirty="0"/>
                    </a:p>
                  </a:txBody>
                  <a:tcPr>
                    <a:lnL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D57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30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200" dirty="0"/>
                        <a:t>Q99795</a:t>
                      </a:r>
                    </a:p>
                  </a:txBody>
                  <a:tcPr>
                    <a:lnL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D57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Cell surface A33 antigen</a:t>
                      </a:r>
                    </a:p>
                  </a:txBody>
                  <a:tcPr>
                    <a:lnL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D57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1200" dirty="0" err="1"/>
                        <a:t>Gastrointestinal</a:t>
                      </a:r>
                      <a:r>
                        <a:rPr lang="nl-BE" sz="1200" dirty="0"/>
                        <a:t> epithelium</a:t>
                      </a:r>
                    </a:p>
                  </a:txBody>
                  <a:tcPr>
                    <a:lnL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D57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Below threshold of downregulation</a:t>
                      </a:r>
                    </a:p>
                  </a:txBody>
                  <a:tcPr>
                    <a:lnL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D57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40526"/>
                  </a:ext>
                </a:extLst>
              </a:tr>
            </a:tbl>
          </a:graphicData>
        </a:graphic>
      </p:graphicFrame>
      <p:graphicFrame>
        <p:nvGraphicFramePr>
          <p:cNvPr id="13" name="Tabel 12">
            <a:extLst>
              <a:ext uri="{FF2B5EF4-FFF2-40B4-BE49-F238E27FC236}">
                <a16:creationId xmlns:a16="http://schemas.microsoft.com/office/drawing/2014/main" id="{F40AB4B2-F42F-6044-BA15-8865C2953165}"/>
              </a:ext>
            </a:extLst>
          </p:cNvPr>
          <p:cNvGraphicFramePr>
            <a:graphicFrameLocks noGrp="1"/>
          </p:cNvGraphicFramePr>
          <p:nvPr/>
        </p:nvGraphicFramePr>
        <p:xfrm>
          <a:off x="847731" y="3963059"/>
          <a:ext cx="104804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85730">
                  <a:extLst>
                    <a:ext uri="{9D8B030D-6E8A-4147-A177-3AD203B41FA5}">
                      <a16:colId xmlns:a16="http://schemas.microsoft.com/office/drawing/2014/main" val="2704028646"/>
                    </a:ext>
                  </a:extLst>
                </a:gridCol>
                <a:gridCol w="2432643">
                  <a:extLst>
                    <a:ext uri="{9D8B030D-6E8A-4147-A177-3AD203B41FA5}">
                      <a16:colId xmlns:a16="http://schemas.microsoft.com/office/drawing/2014/main" val="2538325733"/>
                    </a:ext>
                  </a:extLst>
                </a:gridCol>
                <a:gridCol w="2517976">
                  <a:extLst>
                    <a:ext uri="{9D8B030D-6E8A-4147-A177-3AD203B41FA5}">
                      <a16:colId xmlns:a16="http://schemas.microsoft.com/office/drawing/2014/main" val="671378055"/>
                    </a:ext>
                  </a:extLst>
                </a:gridCol>
                <a:gridCol w="4144081">
                  <a:extLst>
                    <a:ext uri="{9D8B030D-6E8A-4147-A177-3AD203B41FA5}">
                      <a16:colId xmlns:a16="http://schemas.microsoft.com/office/drawing/2014/main" val="2740026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300" dirty="0"/>
                        <a:t>Protein</a:t>
                      </a:r>
                      <a:endParaRPr lang="nl-BE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dirty="0"/>
                        <a:t>Protein name</a:t>
                      </a:r>
                      <a:endParaRPr lang="nl-BE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dirty="0"/>
                        <a:t>Tissue specificity (HPA, Uniprot)</a:t>
                      </a:r>
                      <a:endParaRPr lang="nl-BE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300" dirty="0"/>
                        <a:t>Original </a:t>
                      </a:r>
                      <a:r>
                        <a:rPr lang="nl-BE" sz="1300" dirty="0" err="1"/>
                        <a:t>differential</a:t>
                      </a:r>
                      <a:r>
                        <a:rPr lang="nl-BE" sz="1300" dirty="0"/>
                        <a:t> </a:t>
                      </a:r>
                      <a:r>
                        <a:rPr lang="nl-BE" sz="1300" dirty="0" err="1"/>
                        <a:t>expression</a:t>
                      </a:r>
                      <a:r>
                        <a:rPr lang="nl-BE" sz="1300" dirty="0"/>
                        <a:t>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759729"/>
                  </a:ext>
                </a:extLst>
              </a:tr>
            </a:tbl>
          </a:graphicData>
        </a:graphic>
      </p:graphicFrame>
      <p:sp>
        <p:nvSpPr>
          <p:cNvPr id="11" name="Title 10">
            <a:extLst>
              <a:ext uri="{FF2B5EF4-FFF2-40B4-BE49-F238E27FC236}">
                <a16:creationId xmlns:a16="http://schemas.microsoft.com/office/drawing/2014/main" id="{108D71C6-469C-958C-BB74-5EB4F4043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/>
              <a:t>Strikingly, the predictor functions as a reliable detector</a:t>
            </a:r>
            <a:br>
              <a:rPr lang="en-GB" sz="3200" b="1" dirty="0"/>
            </a:br>
            <a:r>
              <a:rPr lang="en-GB" sz="3200" b="1" dirty="0"/>
              <a:t>of the molecular changes in a diseased tissue</a:t>
            </a:r>
            <a:endParaRPr lang="en-BE" sz="3200" b="1" dirty="0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E938597F-84CB-62F8-3893-6D9F37DA7013}"/>
              </a:ext>
            </a:extLst>
          </p:cNvPr>
          <p:cNvCxnSpPr>
            <a:cxnSpLocks/>
            <a:endCxn id="3" idx="3"/>
          </p:cNvCxnSpPr>
          <p:nvPr/>
        </p:nvCxnSpPr>
        <p:spPr>
          <a:xfrm rot="16200000" flipH="1">
            <a:off x="9511708" y="4004336"/>
            <a:ext cx="2849166" cy="785959"/>
          </a:xfrm>
          <a:prstGeom prst="bentConnector4">
            <a:avLst>
              <a:gd name="adj1" fmla="val 822"/>
              <a:gd name="adj2" fmla="val 137899"/>
            </a:avLst>
          </a:prstGeom>
          <a:ln w="38100">
            <a:solidFill>
              <a:srgbClr val="1E88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0E12717-7495-4D59-3506-71303B58E4B2}"/>
              </a:ext>
            </a:extLst>
          </p:cNvPr>
          <p:cNvSpPr txBox="1"/>
          <p:nvPr/>
        </p:nvSpPr>
        <p:spPr>
          <a:xfrm>
            <a:off x="2475669" y="1444480"/>
            <a:ext cx="7034991" cy="53043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GB" sz="2500" dirty="0">
                <a:solidFill>
                  <a:srgbClr val="C00000"/>
                </a:solidFill>
                <a:latin typeface="Corbel" panose="020B0503020204020204" pitchFamily="34" charset="0"/>
              </a:rPr>
              <a:t>With </a:t>
            </a:r>
            <a:r>
              <a:rPr lang="en-GB" sz="2500" b="1" dirty="0">
                <a:solidFill>
                  <a:srgbClr val="C00000"/>
                </a:solidFill>
                <a:latin typeface="Corbel" panose="020B0503020204020204" pitchFamily="34" charset="0"/>
              </a:rPr>
              <a:t>celiac disease</a:t>
            </a:r>
            <a:r>
              <a:rPr lang="en-GB" sz="2500" dirty="0">
                <a:solidFill>
                  <a:srgbClr val="C00000"/>
                </a:solidFill>
                <a:latin typeface="Corbel" panose="020B0503020204020204" pitchFamily="34" charset="0"/>
              </a:rPr>
              <a:t> proteome (PXD008992) as input</a:t>
            </a:r>
            <a:endParaRPr lang="en-BE" sz="2500" dirty="0">
              <a:solidFill>
                <a:srgbClr val="C00000"/>
              </a:solidFill>
              <a:latin typeface="Corbel" panose="020B0503020204020204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62F82DD-EF63-52F2-A7F9-B00E70ADFAE1}"/>
              </a:ext>
            </a:extLst>
          </p:cNvPr>
          <p:cNvGrpSpPr/>
          <p:nvPr/>
        </p:nvGrpSpPr>
        <p:grpSpPr>
          <a:xfrm>
            <a:off x="1462142" y="1921704"/>
            <a:ext cx="9081167" cy="1697164"/>
            <a:chOff x="554669" y="1970193"/>
            <a:chExt cx="11252994" cy="2103053"/>
          </a:xfrm>
        </p:grpSpPr>
        <p:pic>
          <p:nvPicPr>
            <p:cNvPr id="48" name="Afbeelding 4" descr="Afbeelding met tekst, apparaat&#10;&#10;Automatisch gegenereerde beschrijving">
              <a:extLst>
                <a:ext uri="{FF2B5EF4-FFF2-40B4-BE49-F238E27FC236}">
                  <a16:creationId xmlns:a16="http://schemas.microsoft.com/office/drawing/2014/main" id="{D02757F6-79FC-8CEB-BCD4-0364DBBCBD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26" r="7701" b="44618"/>
            <a:stretch/>
          </p:blipFill>
          <p:spPr>
            <a:xfrm>
              <a:off x="554669" y="1970193"/>
              <a:ext cx="11252994" cy="951995"/>
            </a:xfrm>
            <a:prstGeom prst="rect">
              <a:avLst/>
            </a:prstGeom>
          </p:spPr>
        </p:pic>
        <p:pic>
          <p:nvPicPr>
            <p:cNvPr id="49" name="Afbeelding 5">
              <a:extLst>
                <a:ext uri="{FF2B5EF4-FFF2-40B4-BE49-F238E27FC236}">
                  <a16:creationId xmlns:a16="http://schemas.microsoft.com/office/drawing/2014/main" id="{A36F769F-299F-E783-31B9-908BBEF60F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32" r="8529" b="45313"/>
            <a:stretch/>
          </p:blipFill>
          <p:spPr>
            <a:xfrm>
              <a:off x="655475" y="3121251"/>
              <a:ext cx="11152188" cy="951995"/>
            </a:xfrm>
            <a:prstGeom prst="rect">
              <a:avLst/>
            </a:prstGeom>
          </p:spPr>
        </p:pic>
        <p:sp>
          <p:nvSpPr>
            <p:cNvPr id="50" name="Tekstvak 6">
              <a:extLst>
                <a:ext uri="{FF2B5EF4-FFF2-40B4-BE49-F238E27FC236}">
                  <a16:creationId xmlns:a16="http://schemas.microsoft.com/office/drawing/2014/main" id="{B69A014F-D459-0250-9E50-357FDD0EB144}"/>
                </a:ext>
              </a:extLst>
            </p:cNvPr>
            <p:cNvSpPr txBox="1"/>
            <p:nvPr/>
          </p:nvSpPr>
          <p:spPr>
            <a:xfrm>
              <a:off x="1286433" y="2115378"/>
              <a:ext cx="1558746" cy="6483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B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small </a:t>
              </a:r>
              <a:r>
                <a:rPr kumimoji="0" lang="nl-B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intestine</a:t>
              </a:r>
              <a:endParaRPr kumimoji="0" lang="nl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nl-BE" sz="1400" dirty="0">
                  <a:solidFill>
                    <a:prstClr val="black"/>
                  </a:solidFill>
                  <a:latin typeface="Calibri" panose="020F0502020204030204"/>
                </a:rPr>
                <a:t>26%</a:t>
              </a:r>
              <a:endParaRPr kumimoji="0" lang="nl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Tekstvak 7">
              <a:extLst>
                <a:ext uri="{FF2B5EF4-FFF2-40B4-BE49-F238E27FC236}">
                  <a16:creationId xmlns:a16="http://schemas.microsoft.com/office/drawing/2014/main" id="{6D57C9C6-09D6-E615-B8A5-68892C222D42}"/>
                </a:ext>
              </a:extLst>
            </p:cNvPr>
            <p:cNvSpPr txBox="1"/>
            <p:nvPr/>
          </p:nvSpPr>
          <p:spPr>
            <a:xfrm>
              <a:off x="1286433" y="3272581"/>
              <a:ext cx="1340087" cy="6483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B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nasal</a:t>
              </a:r>
              <a:r>
                <a:rPr kumimoji="0" lang="nl-B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nl-B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polyps</a:t>
              </a:r>
              <a:endParaRPr kumimoji="0" lang="nl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nl-BE" sz="1400" dirty="0">
                  <a:solidFill>
                    <a:prstClr val="black"/>
                  </a:solidFill>
                  <a:latin typeface="Calibri" panose="020F0502020204030204"/>
                </a:rPr>
                <a:t>14%</a:t>
              </a:r>
              <a:endParaRPr kumimoji="0" lang="nl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BB575129-CE25-C5C7-ADA5-41B3E2661125}"/>
              </a:ext>
            </a:extLst>
          </p:cNvPr>
          <p:cNvCxnSpPr/>
          <p:nvPr/>
        </p:nvCxnSpPr>
        <p:spPr>
          <a:xfrm rot="5400000">
            <a:off x="116531" y="3035826"/>
            <a:ext cx="2503659" cy="1045571"/>
          </a:xfrm>
          <a:prstGeom prst="bentConnector4">
            <a:avLst>
              <a:gd name="adj1" fmla="val 506"/>
              <a:gd name="adj2" fmla="val 121864"/>
            </a:avLst>
          </a:prstGeom>
          <a:ln w="38100">
            <a:solidFill>
              <a:srgbClr val="FF306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54BCCAC-0488-4B5F-56BE-606153AA8E91}"/>
              </a:ext>
            </a:extLst>
          </p:cNvPr>
          <p:cNvSpPr txBox="1"/>
          <p:nvPr/>
        </p:nvSpPr>
        <p:spPr>
          <a:xfrm>
            <a:off x="425505" y="6263301"/>
            <a:ext cx="53910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sz="1200" dirty="0">
              <a:latin typeface="+mj-lt"/>
            </a:endParaRPr>
          </a:p>
          <a:p>
            <a:endParaRPr lang="en-GB" sz="12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Claeys, </a:t>
            </a:r>
            <a:r>
              <a:rPr lang="en-GB" sz="1200" i="1" dirty="0">
                <a:latin typeface="Calibri" panose="020F0502020204030204" pitchFamily="34" charset="0"/>
                <a:cs typeface="Calibri" panose="020F0502020204030204" pitchFamily="34" charset="0"/>
              </a:rPr>
              <a:t>submitted</a:t>
            </a:r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GB" sz="1200" i="1" dirty="0">
                <a:latin typeface="Calibri" panose="020F0502020204030204" pitchFamily="34" charset="0"/>
                <a:cs typeface="Calibri" panose="020F0502020204030204" pitchFamily="34" charset="0"/>
              </a:rPr>
              <a:t> https://www.biorxiv.org/content/10.1101/2025.06.10.658642v1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3B87C94-84D3-FEB8-72E3-3228EC350622}"/>
              </a:ext>
            </a:extLst>
          </p:cNvPr>
          <p:cNvGrpSpPr/>
          <p:nvPr/>
        </p:nvGrpSpPr>
        <p:grpSpPr>
          <a:xfrm>
            <a:off x="11661871" y="1102485"/>
            <a:ext cx="504728" cy="646736"/>
            <a:chOff x="10602485" y="3119004"/>
            <a:chExt cx="856911" cy="109800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802E737-1B79-1B7C-EAF1-D889F31DD6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602485" y="3119004"/>
              <a:ext cx="856910" cy="1097054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DCBFFE1-1BBD-94C7-F003-AD0902C6C046}"/>
                </a:ext>
              </a:extLst>
            </p:cNvPr>
            <p:cNvSpPr/>
            <p:nvPr/>
          </p:nvSpPr>
          <p:spPr bwMode="auto">
            <a:xfrm>
              <a:off x="10602486" y="4145003"/>
              <a:ext cx="856910" cy="72008"/>
            </a:xfrm>
            <a:prstGeom prst="rect">
              <a:avLst/>
            </a:prstGeom>
            <a:solidFill>
              <a:srgbClr val="5E7FB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342900" indent="-342900"/>
              <a:endParaRPr lang="nl-BE" dirty="0">
                <a:solidFill>
                  <a:srgbClr val="003366"/>
                </a:solidFill>
                <a:latin typeface="Tahoma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54643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59408-F37A-2369-8CE2-18D32E156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/>
              <a:t>Modification-dependent protein association (</a:t>
            </a:r>
            <a:r>
              <a:rPr lang="en-GB" sz="3200" b="1" dirty="0" err="1"/>
              <a:t>MoDPA</a:t>
            </a:r>
            <a:r>
              <a:rPr lang="en-GB" sz="3200" b="1" dirty="0"/>
              <a:t>) networks have been built using a modified FAVA approach</a:t>
            </a:r>
            <a:endParaRPr lang="en-BE" sz="3200" b="1" dirty="0"/>
          </a:p>
        </p:txBody>
      </p:sp>
      <p:pic>
        <p:nvPicPr>
          <p:cNvPr id="3" name="Content Placeholder 9">
            <a:extLst>
              <a:ext uri="{FF2B5EF4-FFF2-40B4-BE49-F238E27FC236}">
                <a16:creationId xmlns:a16="http://schemas.microsoft.com/office/drawing/2014/main" id="{4127A18F-DB05-AA94-8105-6257534BB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01" y="1609601"/>
            <a:ext cx="3607699" cy="167065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6C75F85-4C6D-DBB3-A869-5FF3E90FFB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039"/>
          <a:stretch/>
        </p:blipFill>
        <p:spPr>
          <a:xfrm>
            <a:off x="5059204" y="1147391"/>
            <a:ext cx="7050432" cy="2386775"/>
          </a:xfrm>
          <a:prstGeom prst="rect">
            <a:avLst/>
          </a:prstGeom>
        </p:spPr>
      </p:pic>
      <p:pic>
        <p:nvPicPr>
          <p:cNvPr id="11" name="Content Placeholder 9">
            <a:extLst>
              <a:ext uri="{FF2B5EF4-FFF2-40B4-BE49-F238E27FC236}">
                <a16:creationId xmlns:a16="http://schemas.microsoft.com/office/drawing/2014/main" id="{082AB522-D519-33F0-83A9-9E5EB1EC17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8622" y="3655444"/>
            <a:ext cx="2840541" cy="1502844"/>
          </a:xfrm>
          <a:prstGeom prst="rect">
            <a:avLst/>
          </a:prstGeom>
        </p:spPr>
      </p:pic>
      <p:pic>
        <p:nvPicPr>
          <p:cNvPr id="12" name="Content Placeholder 6">
            <a:extLst>
              <a:ext uri="{FF2B5EF4-FFF2-40B4-BE49-F238E27FC236}">
                <a16:creationId xmlns:a16="http://schemas.microsoft.com/office/drawing/2014/main" id="{E021E4B3-029C-D935-624A-14708538F4A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63556" y="5095966"/>
            <a:ext cx="3291162" cy="1675031"/>
          </a:xfrm>
          <a:prstGeom prst="rect">
            <a:avLst/>
          </a:prstGeom>
        </p:spPr>
      </p:pic>
      <p:pic>
        <p:nvPicPr>
          <p:cNvPr id="14" name="Content Placeholder 11" descr="A diagram of a network&#10;&#10;Description automatically generated with medium confidence">
            <a:extLst>
              <a:ext uri="{FF2B5EF4-FFF2-40B4-BE49-F238E27FC236}">
                <a16:creationId xmlns:a16="http://schemas.microsoft.com/office/drawing/2014/main" id="{8BC959A0-8603-477D-E951-DAA79D8219C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76" y="3852833"/>
            <a:ext cx="4089024" cy="274686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6C36963-2FE9-B4CE-F577-48C593D4EF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502" y="3471961"/>
            <a:ext cx="5034957" cy="219675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72931E1-DDC3-8D85-94B1-5B90C2CBCC27}"/>
              </a:ext>
            </a:extLst>
          </p:cNvPr>
          <p:cNvSpPr/>
          <p:nvPr/>
        </p:nvSpPr>
        <p:spPr>
          <a:xfrm>
            <a:off x="7767320" y="5212080"/>
            <a:ext cx="121920" cy="14376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15" name="Content Placeholder 1">
            <a:extLst>
              <a:ext uri="{FF2B5EF4-FFF2-40B4-BE49-F238E27FC236}">
                <a16:creationId xmlns:a16="http://schemas.microsoft.com/office/drawing/2014/main" id="{98A8A20D-9F86-7D2B-C9B8-C3E53566ADC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2220"/>
          <a:stretch/>
        </p:blipFill>
        <p:spPr>
          <a:xfrm>
            <a:off x="7454402" y="3761678"/>
            <a:ext cx="4660654" cy="309580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B51F09D-51AD-EFBC-8117-48F704090960}"/>
              </a:ext>
            </a:extLst>
          </p:cNvPr>
          <p:cNvSpPr txBox="1"/>
          <p:nvPr/>
        </p:nvSpPr>
        <p:spPr>
          <a:xfrm>
            <a:off x="9400682" y="1510057"/>
            <a:ext cx="16979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GO analysis for </a:t>
            </a:r>
            <a:r>
              <a:rPr lang="en-GB" sz="800" dirty="0" err="1"/>
              <a:t>gProfiler</a:t>
            </a:r>
            <a:r>
              <a:rPr lang="en-GB" sz="800" dirty="0"/>
              <a:t> cluster 202</a:t>
            </a:r>
            <a:endParaRPr lang="en-BE" sz="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1F0E0D-BC03-F964-5EC8-AEA48ABEAE84}"/>
              </a:ext>
            </a:extLst>
          </p:cNvPr>
          <p:cNvSpPr txBox="1"/>
          <p:nvPr/>
        </p:nvSpPr>
        <p:spPr>
          <a:xfrm>
            <a:off x="425505" y="6263301"/>
            <a:ext cx="21088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sz="1200" dirty="0">
              <a:latin typeface="+mj-lt"/>
            </a:endParaRPr>
          </a:p>
          <a:p>
            <a:endParaRPr lang="en-GB" sz="1200" dirty="0">
              <a:latin typeface="+mj-lt"/>
            </a:endParaRPr>
          </a:p>
          <a:p>
            <a:r>
              <a:rPr lang="en-GB" sz="1200" dirty="0" err="1">
                <a:latin typeface="+mj-lt"/>
              </a:rPr>
              <a:t>Koutrouli</a:t>
            </a:r>
            <a:r>
              <a:rPr lang="en-GB" sz="1200" dirty="0">
                <a:latin typeface="+mj-lt"/>
              </a:rPr>
              <a:t>,</a:t>
            </a:r>
            <a:r>
              <a:rPr lang="en-GB" sz="1200" i="1" dirty="0">
                <a:latin typeface="+mj-lt"/>
              </a:rPr>
              <a:t> Bioinformatics, 2024</a:t>
            </a:r>
            <a:endParaRPr lang="en-GB" sz="1200" i="1" dirty="0">
              <a:latin typeface="Calibri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1C7BE1D-4F6B-857C-1B2F-DB8541155925}"/>
              </a:ext>
            </a:extLst>
          </p:cNvPr>
          <p:cNvCxnSpPr>
            <a:cxnSpLocks/>
          </p:cNvCxnSpPr>
          <p:nvPr/>
        </p:nvCxnSpPr>
        <p:spPr>
          <a:xfrm flipV="1">
            <a:off x="2781300" y="1911350"/>
            <a:ext cx="0" cy="584200"/>
          </a:xfrm>
          <a:prstGeom prst="straightConnector1">
            <a:avLst/>
          </a:prstGeom>
          <a:ln w="19050">
            <a:solidFill>
              <a:srgbClr val="38568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BF08185-5758-2EEF-4AC3-E4A9EBC2E6F6}"/>
              </a:ext>
            </a:extLst>
          </p:cNvPr>
          <p:cNvSpPr txBox="1"/>
          <p:nvPr/>
        </p:nvSpPr>
        <p:spPr>
          <a:xfrm>
            <a:off x="2673351" y="1687206"/>
            <a:ext cx="576221" cy="3519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GB" sz="1400" b="1" i="1" dirty="0">
                <a:solidFill>
                  <a:srgbClr val="38568E"/>
                </a:solidFill>
              </a:rPr>
              <a:t>PCC</a:t>
            </a:r>
            <a:endParaRPr lang="en-BE" sz="1400" b="1" i="1" dirty="0">
              <a:solidFill>
                <a:srgbClr val="38568E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CC1C09E-8E28-4354-A648-A00CCF58D021}"/>
              </a:ext>
            </a:extLst>
          </p:cNvPr>
          <p:cNvGrpSpPr/>
          <p:nvPr/>
        </p:nvGrpSpPr>
        <p:grpSpPr>
          <a:xfrm>
            <a:off x="11707557" y="1102485"/>
            <a:ext cx="460121" cy="613488"/>
            <a:chOff x="10597159" y="1671506"/>
            <a:chExt cx="864009" cy="1152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8418987-4BF1-3158-DCF1-49C6C53ED5A9}"/>
                </a:ext>
              </a:extLst>
            </p:cNvPr>
            <p:cNvPicPr>
              <a:picLocks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25" b="3125"/>
            <a:stretch/>
          </p:blipFill>
          <p:spPr>
            <a:xfrm>
              <a:off x="10597168" y="1671506"/>
              <a:ext cx="864000" cy="108000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4C32AC-0AF5-EFF7-3DBA-BD150BD553E0}"/>
                </a:ext>
              </a:extLst>
            </p:cNvPr>
            <p:cNvSpPr/>
            <p:nvPr/>
          </p:nvSpPr>
          <p:spPr bwMode="auto">
            <a:xfrm>
              <a:off x="10597159" y="2751506"/>
              <a:ext cx="864000" cy="72000"/>
            </a:xfrm>
            <a:prstGeom prst="rect">
              <a:avLst/>
            </a:prstGeom>
            <a:solidFill>
              <a:srgbClr val="5E7FB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29313F3-693A-83B0-A679-BD3F90E21782}"/>
              </a:ext>
            </a:extLst>
          </p:cNvPr>
          <p:cNvGrpSpPr/>
          <p:nvPr/>
        </p:nvGrpSpPr>
        <p:grpSpPr>
          <a:xfrm>
            <a:off x="11210314" y="1100816"/>
            <a:ext cx="460476" cy="607913"/>
            <a:chOff x="6368933" y="322463"/>
            <a:chExt cx="865771" cy="114297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5E7F164-04AF-1EC1-BA6E-6A70863F9704}"/>
                </a:ext>
              </a:extLst>
            </p:cNvPr>
            <p:cNvPicPr>
              <a:picLocks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32" t="3123" b="3123"/>
            <a:stretch/>
          </p:blipFill>
          <p:spPr>
            <a:xfrm>
              <a:off x="6369601" y="322463"/>
              <a:ext cx="865103" cy="1080000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C7820C1-E241-3EFC-7E65-DB6CB17CB344}"/>
                </a:ext>
              </a:extLst>
            </p:cNvPr>
            <p:cNvSpPr/>
            <p:nvPr/>
          </p:nvSpPr>
          <p:spPr bwMode="auto">
            <a:xfrm>
              <a:off x="6368933" y="1393439"/>
              <a:ext cx="865747" cy="720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96686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D9F0D-506B-DA80-2711-A4A6BCBA2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/>
              <a:t>Our online Tabloid Proteome has been updated</a:t>
            </a:r>
            <a:br>
              <a:rPr lang="en-GB" sz="3200" b="1" dirty="0"/>
            </a:br>
            <a:r>
              <a:rPr lang="en-GB" sz="3200" b="1" dirty="0"/>
              <a:t>to disseminate our </a:t>
            </a:r>
            <a:r>
              <a:rPr lang="en-GB" sz="3200" b="1" dirty="0" err="1"/>
              <a:t>MoDPA</a:t>
            </a:r>
            <a:r>
              <a:rPr lang="en-GB" sz="3200" b="1" dirty="0"/>
              <a:t> results</a:t>
            </a:r>
            <a:endParaRPr lang="en-BE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210BDC-764C-843A-501A-EDCF76E7D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685" y="1451384"/>
            <a:ext cx="8834630" cy="5114786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38ED76C-F68C-5B51-00CC-C5C1A911EAAD}"/>
              </a:ext>
            </a:extLst>
          </p:cNvPr>
          <p:cNvGrpSpPr/>
          <p:nvPr/>
        </p:nvGrpSpPr>
        <p:grpSpPr>
          <a:xfrm>
            <a:off x="11707557" y="1102485"/>
            <a:ext cx="460121" cy="613488"/>
            <a:chOff x="10597159" y="1671506"/>
            <a:chExt cx="864009" cy="1152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479A5E1-6120-9CE1-0E56-153930592A5E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25" b="3125"/>
            <a:stretch/>
          </p:blipFill>
          <p:spPr>
            <a:xfrm>
              <a:off x="10597168" y="1671506"/>
              <a:ext cx="864000" cy="10800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EF9DCFB-D40B-D01B-3831-6EECCF0B8AD5}"/>
                </a:ext>
              </a:extLst>
            </p:cNvPr>
            <p:cNvSpPr/>
            <p:nvPr/>
          </p:nvSpPr>
          <p:spPr bwMode="auto">
            <a:xfrm>
              <a:off x="10597159" y="2751506"/>
              <a:ext cx="864000" cy="72000"/>
            </a:xfrm>
            <a:prstGeom prst="rect">
              <a:avLst/>
            </a:prstGeom>
            <a:solidFill>
              <a:srgbClr val="5E7FB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C0114B2-D495-FE6E-7717-A91624646E36}"/>
              </a:ext>
            </a:extLst>
          </p:cNvPr>
          <p:cNvGrpSpPr/>
          <p:nvPr/>
        </p:nvGrpSpPr>
        <p:grpSpPr>
          <a:xfrm>
            <a:off x="11164212" y="1102484"/>
            <a:ext cx="509694" cy="608315"/>
            <a:chOff x="9963029" y="3461590"/>
            <a:chExt cx="884219" cy="1055306"/>
          </a:xfrm>
        </p:grpSpPr>
        <p:pic>
          <p:nvPicPr>
            <p:cNvPr id="9" name="Picture 8" descr="A person smiling for the camera&#10;&#10;Description automatically generated">
              <a:extLst>
                <a:ext uri="{FF2B5EF4-FFF2-40B4-BE49-F238E27FC236}">
                  <a16:creationId xmlns:a16="http://schemas.microsoft.com/office/drawing/2014/main" id="{37494362-81A5-86A0-1D58-B3C3DB4D84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956" b="3111"/>
            <a:stretch/>
          </p:blipFill>
          <p:spPr>
            <a:xfrm>
              <a:off x="9963029" y="3461590"/>
              <a:ext cx="884219" cy="1048162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4751E89-4FCD-85D2-C9F6-20428F3985E7}"/>
                </a:ext>
              </a:extLst>
            </p:cNvPr>
            <p:cNvSpPr/>
            <p:nvPr/>
          </p:nvSpPr>
          <p:spPr bwMode="auto">
            <a:xfrm>
              <a:off x="9963029" y="4444888"/>
              <a:ext cx="880791" cy="72008"/>
            </a:xfrm>
            <a:prstGeom prst="rect">
              <a:avLst/>
            </a:prstGeom>
            <a:solidFill>
              <a:srgbClr val="5E7FBF"/>
            </a:solidFill>
            <a:ln w="571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342900" indent="-342900"/>
              <a:endParaRPr lang="nl-BE">
                <a:solidFill>
                  <a:srgbClr val="003366"/>
                </a:solidFill>
                <a:latin typeface="Tahoma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5E3C814-348A-A7F1-4614-EDF1E9AF9308}"/>
              </a:ext>
            </a:extLst>
          </p:cNvPr>
          <p:cNvSpPr txBox="1"/>
          <p:nvPr/>
        </p:nvSpPr>
        <p:spPr>
          <a:xfrm>
            <a:off x="425505" y="6263301"/>
            <a:ext cx="3562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nl-BE" sz="1200" dirty="0">
              <a:latin typeface="+mj-lt"/>
            </a:endParaRPr>
          </a:p>
          <a:p>
            <a:r>
              <a:rPr lang="en-GB" sz="1200" dirty="0">
                <a:latin typeface="+mj-lt"/>
              </a:rPr>
              <a:t>http://www.tabloidproteome.com</a:t>
            </a:r>
          </a:p>
          <a:p>
            <a:r>
              <a:rPr lang="en-GB" sz="1200" dirty="0" err="1">
                <a:latin typeface="+mj-lt"/>
              </a:rPr>
              <a:t>Tichshenko</a:t>
            </a:r>
            <a:r>
              <a:rPr lang="en-GB" sz="1200" dirty="0">
                <a:latin typeface="+mj-lt"/>
              </a:rPr>
              <a:t> and </a:t>
            </a:r>
            <a:r>
              <a:rPr lang="en-GB" sz="1200" dirty="0" err="1">
                <a:latin typeface="+mj-lt"/>
              </a:rPr>
              <a:t>Massignani</a:t>
            </a:r>
            <a:r>
              <a:rPr lang="en-GB" sz="1200" dirty="0">
                <a:latin typeface="+mj-lt"/>
              </a:rPr>
              <a:t>,</a:t>
            </a:r>
            <a:r>
              <a:rPr lang="en-GB" sz="1200" i="1" dirty="0">
                <a:latin typeface="+mj-lt"/>
              </a:rPr>
              <a:t> in preparation</a:t>
            </a:r>
            <a:endParaRPr lang="en-GB" sz="1200" i="1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436740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D5C92-A92A-D4BB-D509-C7FD5C376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/>
              <a:t>The new </a:t>
            </a:r>
            <a:r>
              <a:rPr lang="en-GB" sz="3200" b="1" dirty="0" err="1"/>
              <a:t>TabloidProteome</a:t>
            </a:r>
            <a:r>
              <a:rPr lang="en-GB" sz="3200" b="1" dirty="0"/>
              <a:t> also brings insights into</a:t>
            </a:r>
            <a:br>
              <a:rPr lang="en-GB" sz="3200" b="1" dirty="0"/>
            </a:br>
            <a:r>
              <a:rPr lang="en-GB" sz="3200" b="1" dirty="0"/>
              <a:t>alternative gene products, by incorporating </a:t>
            </a:r>
            <a:r>
              <a:rPr lang="en-GB" sz="3200" b="1" dirty="0" err="1"/>
              <a:t>sORFs</a:t>
            </a:r>
            <a:r>
              <a:rPr lang="en-GB" sz="3200" b="1" dirty="0"/>
              <a:t>.</a:t>
            </a:r>
            <a:endParaRPr lang="en-BE" sz="32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C9A4F9D-4823-5595-521F-22A49F023E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4" t="3315" r="1643" b="6996"/>
          <a:stretch>
            <a:fillRect/>
          </a:stretch>
        </p:blipFill>
        <p:spPr bwMode="auto">
          <a:xfrm>
            <a:off x="1626001" y="1523437"/>
            <a:ext cx="8939998" cy="5063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F419778-3130-8CEE-29E0-39ADA8FF8292}"/>
              </a:ext>
            </a:extLst>
          </p:cNvPr>
          <p:cNvGrpSpPr/>
          <p:nvPr/>
        </p:nvGrpSpPr>
        <p:grpSpPr>
          <a:xfrm>
            <a:off x="11707557" y="1102485"/>
            <a:ext cx="460121" cy="613488"/>
            <a:chOff x="10597159" y="1671506"/>
            <a:chExt cx="864009" cy="1152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3D7FAFA-6738-772D-2C42-7C7332ECF5A1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25" b="3125"/>
            <a:stretch/>
          </p:blipFill>
          <p:spPr>
            <a:xfrm>
              <a:off x="10597168" y="1671506"/>
              <a:ext cx="864000" cy="10800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2A2EDC1-2F7E-FE20-BE9F-30CB1CB57A3C}"/>
                </a:ext>
              </a:extLst>
            </p:cNvPr>
            <p:cNvSpPr/>
            <p:nvPr/>
          </p:nvSpPr>
          <p:spPr bwMode="auto">
            <a:xfrm>
              <a:off x="10597159" y="2751506"/>
              <a:ext cx="864000" cy="72000"/>
            </a:xfrm>
            <a:prstGeom prst="rect">
              <a:avLst/>
            </a:prstGeom>
            <a:solidFill>
              <a:srgbClr val="5E7FB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2E087CF-F8A2-2251-C800-08FB8ADF3B97}"/>
              </a:ext>
            </a:extLst>
          </p:cNvPr>
          <p:cNvGrpSpPr/>
          <p:nvPr/>
        </p:nvGrpSpPr>
        <p:grpSpPr>
          <a:xfrm>
            <a:off x="11164212" y="1102484"/>
            <a:ext cx="509694" cy="608315"/>
            <a:chOff x="9963029" y="3461590"/>
            <a:chExt cx="884219" cy="1055306"/>
          </a:xfrm>
        </p:grpSpPr>
        <p:pic>
          <p:nvPicPr>
            <p:cNvPr id="7" name="Picture 6" descr="A person smiling for the camera&#10;&#10;Description automatically generated">
              <a:extLst>
                <a:ext uri="{FF2B5EF4-FFF2-40B4-BE49-F238E27FC236}">
                  <a16:creationId xmlns:a16="http://schemas.microsoft.com/office/drawing/2014/main" id="{36C102B9-3824-76B0-5C44-27ACC4D2E3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956" b="3111"/>
            <a:stretch/>
          </p:blipFill>
          <p:spPr>
            <a:xfrm>
              <a:off x="9963029" y="3461590"/>
              <a:ext cx="884219" cy="1048162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D2894FD-0DF4-42F0-FC09-05A1FEE68E30}"/>
                </a:ext>
              </a:extLst>
            </p:cNvPr>
            <p:cNvSpPr/>
            <p:nvPr/>
          </p:nvSpPr>
          <p:spPr bwMode="auto">
            <a:xfrm>
              <a:off x="9963029" y="4444888"/>
              <a:ext cx="880791" cy="72008"/>
            </a:xfrm>
            <a:prstGeom prst="rect">
              <a:avLst/>
            </a:prstGeom>
            <a:solidFill>
              <a:srgbClr val="5E7FBF"/>
            </a:solidFill>
            <a:ln w="571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342900" indent="-342900"/>
              <a:endParaRPr lang="nl-BE">
                <a:solidFill>
                  <a:srgbClr val="003366"/>
                </a:solidFill>
                <a:latin typeface="Tahoma" charset="0"/>
              </a:endParaRP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935E29E-815C-C3A6-83E7-B5AEDEB7CBD1}"/>
              </a:ext>
            </a:extLst>
          </p:cNvPr>
          <p:cNvCxnSpPr>
            <a:cxnSpLocks/>
          </p:cNvCxnSpPr>
          <p:nvPr/>
        </p:nvCxnSpPr>
        <p:spPr>
          <a:xfrm flipH="1">
            <a:off x="5511020" y="2512200"/>
            <a:ext cx="366925" cy="291210"/>
          </a:xfrm>
          <a:prstGeom prst="straightConnector1">
            <a:avLst/>
          </a:prstGeom>
          <a:ln>
            <a:solidFill>
              <a:srgbClr val="35CC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ABD799C-7A5A-6A39-B5AA-DFF634E7E0DF}"/>
              </a:ext>
            </a:extLst>
          </p:cNvPr>
          <p:cNvSpPr txBox="1"/>
          <p:nvPr/>
        </p:nvSpPr>
        <p:spPr>
          <a:xfrm>
            <a:off x="5813235" y="2282625"/>
            <a:ext cx="2450743" cy="62407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fr-FR" sz="1100" dirty="0">
                <a:solidFill>
                  <a:srgbClr val="35CC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large ribosomal </a:t>
            </a:r>
            <a:r>
              <a:rPr lang="fr-FR" sz="1100" dirty="0" err="1">
                <a:solidFill>
                  <a:srgbClr val="35CC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subunit</a:t>
            </a:r>
            <a:r>
              <a:rPr lang="fr-FR" sz="1100" dirty="0">
                <a:solidFill>
                  <a:srgbClr val="35CC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100" dirty="0" err="1">
                <a:solidFill>
                  <a:srgbClr val="35CC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protein</a:t>
            </a:r>
            <a:r>
              <a:rPr lang="fr-FR" sz="1100" dirty="0">
                <a:solidFill>
                  <a:srgbClr val="35CC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uL13</a:t>
            </a:r>
          </a:p>
          <a:p>
            <a:pPr algn="l"/>
            <a:r>
              <a:rPr lang="fr-FR" sz="1100" i="1" dirty="0">
                <a:solidFill>
                  <a:srgbClr val="35CC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100" dirty="0">
                <a:solidFill>
                  <a:srgbClr val="35CCCC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fr-FR" sz="1100" dirty="0">
                <a:solidFill>
                  <a:srgbClr val="35CC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100" i="1" dirty="0" err="1">
                <a:solidFill>
                  <a:srgbClr val="35CC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known</a:t>
            </a:r>
            <a:r>
              <a:rPr lang="fr-FR" sz="1100" i="1" dirty="0">
                <a:solidFill>
                  <a:srgbClr val="35CC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ubiquitinylation and </a:t>
            </a:r>
            <a:r>
              <a:rPr lang="fr-FR" sz="1100" i="1" dirty="0" err="1">
                <a:solidFill>
                  <a:srgbClr val="35CC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acetylation</a:t>
            </a:r>
            <a:endParaRPr lang="fr-FR" sz="1100" i="1" dirty="0">
              <a:solidFill>
                <a:srgbClr val="35CCC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100" i="1" dirty="0">
                <a:solidFill>
                  <a:srgbClr val="35CC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on K159</a:t>
            </a:r>
            <a:endParaRPr lang="en-BE" sz="1100" i="1" dirty="0">
              <a:solidFill>
                <a:srgbClr val="35CCC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F1FC83-9139-074D-6763-0E084E2D92A6}"/>
              </a:ext>
            </a:extLst>
          </p:cNvPr>
          <p:cNvSpPr txBox="1"/>
          <p:nvPr/>
        </p:nvSpPr>
        <p:spPr>
          <a:xfrm>
            <a:off x="425505" y="6263301"/>
            <a:ext cx="3562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nl-BE" sz="1200" dirty="0">
              <a:latin typeface="+mj-lt"/>
            </a:endParaRPr>
          </a:p>
          <a:p>
            <a:r>
              <a:rPr lang="en-GB" sz="1200" dirty="0">
                <a:latin typeface="+mj-lt"/>
              </a:rPr>
              <a:t>http://www.tabloidproteome.com</a:t>
            </a:r>
          </a:p>
          <a:p>
            <a:r>
              <a:rPr lang="en-GB" sz="1200" dirty="0" err="1">
                <a:latin typeface="+mj-lt"/>
              </a:rPr>
              <a:t>Tichshenko</a:t>
            </a:r>
            <a:r>
              <a:rPr lang="en-GB" sz="1200" dirty="0">
                <a:latin typeface="+mj-lt"/>
              </a:rPr>
              <a:t> and </a:t>
            </a:r>
            <a:r>
              <a:rPr lang="en-GB" sz="1200" dirty="0" err="1">
                <a:latin typeface="+mj-lt"/>
              </a:rPr>
              <a:t>Massignani</a:t>
            </a:r>
            <a:r>
              <a:rPr lang="en-GB" sz="1200" dirty="0">
                <a:latin typeface="+mj-lt"/>
              </a:rPr>
              <a:t>,</a:t>
            </a:r>
            <a:r>
              <a:rPr lang="en-GB" sz="1200" i="1" dirty="0">
                <a:latin typeface="+mj-lt"/>
              </a:rPr>
              <a:t> in preparation</a:t>
            </a:r>
            <a:endParaRPr lang="en-GB" sz="1200" i="1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134200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1D3E2-D856-42E8-A1F2-329416251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  and outlook</a:t>
            </a:r>
            <a:endParaRPr lang="en-NL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F42C5-B5A7-4AA4-9876-6B9D02275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3659"/>
            <a:ext cx="10815320" cy="546496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Predicted behavior can help to increase sensitivity and specificity rescoring for the identification of (non-tryptic) peptides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Graph neural networks naturally support the structure of peptides and allow for interpretation through saliency maps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Reprocessing allows for deeper interpretation of the proteome, but the right tools are required to visualize and interpret the data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Be ready for the AI wave that will empower (non-)coders to analyze proteomics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AB4B6-7F18-47FD-962C-24ECFE758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9230" y="6356350"/>
            <a:ext cx="11045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B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Dens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E3F558-74D7-4DE7-865B-0F3399673619}" type="slidenum">
              <a:rPr lang="nl-BE" smtClean="0"/>
              <a:pPr/>
              <a:t>32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76043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49C10-680C-56B6-516C-461348842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4422791-BE8E-53E8-86BA-443A7DA25172}"/>
              </a:ext>
            </a:extLst>
          </p:cNvPr>
          <p:cNvSpPr/>
          <p:nvPr/>
        </p:nvSpPr>
        <p:spPr>
          <a:xfrm>
            <a:off x="520211" y="5906833"/>
            <a:ext cx="11151578" cy="666634"/>
          </a:xfrm>
          <a:prstGeom prst="round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55BA82E-148E-AFE9-84F9-989A419B8AEC}"/>
              </a:ext>
            </a:extLst>
          </p:cNvPr>
          <p:cNvGrpSpPr/>
          <p:nvPr/>
        </p:nvGrpSpPr>
        <p:grpSpPr>
          <a:xfrm>
            <a:off x="848359" y="5911569"/>
            <a:ext cx="3061128" cy="711200"/>
            <a:chOff x="645925" y="6007596"/>
            <a:chExt cx="3061128" cy="7112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264D45A-B1D8-B476-9D17-778DDF3DF9E4}"/>
                </a:ext>
              </a:extLst>
            </p:cNvPr>
            <p:cNvGrpSpPr/>
            <p:nvPr/>
          </p:nvGrpSpPr>
          <p:grpSpPr>
            <a:xfrm>
              <a:off x="1810985" y="6007596"/>
              <a:ext cx="1896068" cy="711200"/>
              <a:chOff x="2048377" y="5912374"/>
              <a:chExt cx="2280203" cy="855286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EDCC9161-56B1-F370-8F3E-A9654CBBCAB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48377" y="5912374"/>
                <a:ext cx="1068882" cy="855286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38C240F7-4097-72D3-88BA-A4205B557CE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17259" y="5960181"/>
                <a:ext cx="1211321" cy="640233"/>
              </a:xfrm>
              <a:prstGeom prst="rect">
                <a:avLst/>
              </a:prstGeom>
            </p:spPr>
          </p:pic>
        </p:grp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1021C1C5-698E-C37F-DC2E-D878DE00AE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925" y="6072661"/>
              <a:ext cx="914400" cy="485775"/>
            </a:xfrm>
            <a:prstGeom prst="rect">
              <a:avLst/>
            </a:prstGeom>
          </p:spPr>
        </p:pic>
      </p:grpSp>
      <p:sp>
        <p:nvSpPr>
          <p:cNvPr id="200" name="Vrije vorm: vorm 4">
            <a:extLst>
              <a:ext uri="{FF2B5EF4-FFF2-40B4-BE49-F238E27FC236}">
                <a16:creationId xmlns:a16="http://schemas.microsoft.com/office/drawing/2014/main" id="{018D9EC7-407E-086B-DEEB-E178BED002CB}"/>
              </a:ext>
            </a:extLst>
          </p:cNvPr>
          <p:cNvSpPr/>
          <p:nvPr/>
        </p:nvSpPr>
        <p:spPr>
          <a:xfrm rot="10800000">
            <a:off x="11628223" y="5951322"/>
            <a:ext cx="288828" cy="577656"/>
          </a:xfrm>
          <a:custGeom>
            <a:avLst/>
            <a:gdLst>
              <a:gd name="connsiteX0" fmla="*/ 1143013 w 1143013"/>
              <a:gd name="connsiteY0" fmla="*/ 0 h 2286025"/>
              <a:gd name="connsiteX1" fmla="*/ 1143013 w 1143013"/>
              <a:gd name="connsiteY1" fmla="*/ 2286026 h 2286025"/>
              <a:gd name="connsiteX2" fmla="*/ 0 w 1143013"/>
              <a:gd name="connsiteY2" fmla="*/ 1143013 h 2286025"/>
              <a:gd name="connsiteX3" fmla="*/ 1143013 w 1143013"/>
              <a:gd name="connsiteY3" fmla="*/ 0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13" h="2286025">
                <a:moveTo>
                  <a:pt x="1143013" y="0"/>
                </a:moveTo>
                <a:lnTo>
                  <a:pt x="1143013" y="2286026"/>
                </a:lnTo>
                <a:cubicBezTo>
                  <a:pt x="511785" y="2286026"/>
                  <a:pt x="0" y="1774241"/>
                  <a:pt x="0" y="1143013"/>
                </a:cubicBezTo>
                <a:cubicBezTo>
                  <a:pt x="0" y="511785"/>
                  <a:pt x="511785" y="0"/>
                  <a:pt x="1143013" y="0"/>
                </a:cubicBezTo>
                <a:close/>
              </a:path>
            </a:pathLst>
          </a:custGeom>
          <a:solidFill>
            <a:srgbClr val="00A3A6">
              <a:alpha val="69804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01" name="Vrije vorm: vorm 19">
            <a:extLst>
              <a:ext uri="{FF2B5EF4-FFF2-40B4-BE49-F238E27FC236}">
                <a16:creationId xmlns:a16="http://schemas.microsoft.com/office/drawing/2014/main" id="{A866F0C2-16D7-6758-557C-A7819EFCBDD1}"/>
              </a:ext>
            </a:extLst>
          </p:cNvPr>
          <p:cNvSpPr/>
          <p:nvPr/>
        </p:nvSpPr>
        <p:spPr>
          <a:xfrm>
            <a:off x="281618" y="5951322"/>
            <a:ext cx="288828" cy="577656"/>
          </a:xfrm>
          <a:custGeom>
            <a:avLst/>
            <a:gdLst>
              <a:gd name="connsiteX0" fmla="*/ 1143013 w 1143013"/>
              <a:gd name="connsiteY0" fmla="*/ 0 h 2286025"/>
              <a:gd name="connsiteX1" fmla="*/ 1143013 w 1143013"/>
              <a:gd name="connsiteY1" fmla="*/ 2286026 h 2286025"/>
              <a:gd name="connsiteX2" fmla="*/ 0 w 1143013"/>
              <a:gd name="connsiteY2" fmla="*/ 1143013 h 2286025"/>
              <a:gd name="connsiteX3" fmla="*/ 1143013 w 1143013"/>
              <a:gd name="connsiteY3" fmla="*/ 0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13" h="2286025">
                <a:moveTo>
                  <a:pt x="1143013" y="0"/>
                </a:moveTo>
                <a:lnTo>
                  <a:pt x="1143013" y="2286026"/>
                </a:lnTo>
                <a:cubicBezTo>
                  <a:pt x="511785" y="2286026"/>
                  <a:pt x="0" y="1774241"/>
                  <a:pt x="0" y="1143013"/>
                </a:cubicBezTo>
                <a:cubicBezTo>
                  <a:pt x="0" y="511785"/>
                  <a:pt x="511785" y="0"/>
                  <a:pt x="1143013" y="0"/>
                </a:cubicBezTo>
                <a:close/>
              </a:path>
            </a:pathLst>
          </a:custGeom>
          <a:solidFill>
            <a:srgbClr val="ED631C">
              <a:alpha val="69804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218" name="Vrije vorm: vorm 25">
            <a:extLst>
              <a:ext uri="{FF2B5EF4-FFF2-40B4-BE49-F238E27FC236}">
                <a16:creationId xmlns:a16="http://schemas.microsoft.com/office/drawing/2014/main" id="{BD573C4E-1C8A-FEF2-BB54-BA17254B3116}"/>
              </a:ext>
            </a:extLst>
          </p:cNvPr>
          <p:cNvSpPr/>
          <p:nvPr/>
        </p:nvSpPr>
        <p:spPr>
          <a:xfrm rot="8100000">
            <a:off x="11626" y="159872"/>
            <a:ext cx="577656" cy="288828"/>
          </a:xfrm>
          <a:custGeom>
            <a:avLst/>
            <a:gdLst>
              <a:gd name="connsiteX0" fmla="*/ 0 w 2286025"/>
              <a:gd name="connsiteY0" fmla="*/ 1143013 h 1143012"/>
              <a:gd name="connsiteX1" fmla="*/ 2286026 w 2286025"/>
              <a:gd name="connsiteY1" fmla="*/ 1143013 h 1143012"/>
              <a:gd name="connsiteX2" fmla="*/ 1143013 w 2286025"/>
              <a:gd name="connsiteY2" fmla="*/ 0 h 1143012"/>
              <a:gd name="connsiteX3" fmla="*/ 0 w 2286025"/>
              <a:gd name="connsiteY3" fmla="*/ 1143013 h 114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2">
                <a:moveTo>
                  <a:pt x="0" y="1143013"/>
                </a:moveTo>
                <a:lnTo>
                  <a:pt x="2286026" y="1143013"/>
                </a:lnTo>
                <a:lnTo>
                  <a:pt x="1143013" y="0"/>
                </a:lnTo>
                <a:lnTo>
                  <a:pt x="0" y="1143013"/>
                </a:lnTo>
                <a:close/>
              </a:path>
            </a:pathLst>
          </a:custGeom>
          <a:solidFill>
            <a:srgbClr val="5E7FB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19" name="Vrije vorm: vorm 25">
            <a:extLst>
              <a:ext uri="{FF2B5EF4-FFF2-40B4-BE49-F238E27FC236}">
                <a16:creationId xmlns:a16="http://schemas.microsoft.com/office/drawing/2014/main" id="{018702B3-8F63-7EB9-3CC4-1120AF6706B1}"/>
              </a:ext>
            </a:extLst>
          </p:cNvPr>
          <p:cNvSpPr/>
          <p:nvPr/>
        </p:nvSpPr>
        <p:spPr>
          <a:xfrm rot="13500000" flipH="1">
            <a:off x="11599365" y="151271"/>
            <a:ext cx="577656" cy="288828"/>
          </a:xfrm>
          <a:custGeom>
            <a:avLst/>
            <a:gdLst>
              <a:gd name="connsiteX0" fmla="*/ 0 w 2286025"/>
              <a:gd name="connsiteY0" fmla="*/ 1143013 h 1143012"/>
              <a:gd name="connsiteX1" fmla="*/ 2286026 w 2286025"/>
              <a:gd name="connsiteY1" fmla="*/ 1143013 h 1143012"/>
              <a:gd name="connsiteX2" fmla="*/ 1143013 w 2286025"/>
              <a:gd name="connsiteY2" fmla="*/ 0 h 1143012"/>
              <a:gd name="connsiteX3" fmla="*/ 0 w 2286025"/>
              <a:gd name="connsiteY3" fmla="*/ 1143013 h 114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2">
                <a:moveTo>
                  <a:pt x="0" y="1143013"/>
                </a:moveTo>
                <a:lnTo>
                  <a:pt x="2286026" y="1143013"/>
                </a:lnTo>
                <a:lnTo>
                  <a:pt x="1143013" y="0"/>
                </a:lnTo>
                <a:lnTo>
                  <a:pt x="0" y="1143013"/>
                </a:lnTo>
                <a:close/>
              </a:path>
            </a:pathLst>
          </a:custGeom>
          <a:solidFill>
            <a:srgbClr val="5E7FB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20" name="Vrije vorm: vorm 25">
            <a:extLst>
              <a:ext uri="{FF2B5EF4-FFF2-40B4-BE49-F238E27FC236}">
                <a16:creationId xmlns:a16="http://schemas.microsoft.com/office/drawing/2014/main" id="{3E36B4BD-FE54-FC96-2810-1F91702459E2}"/>
              </a:ext>
            </a:extLst>
          </p:cNvPr>
          <p:cNvSpPr/>
          <p:nvPr/>
        </p:nvSpPr>
        <p:spPr>
          <a:xfrm rot="8100000" flipH="1" flipV="1">
            <a:off x="-190983" y="-43478"/>
            <a:ext cx="577656" cy="288828"/>
          </a:xfrm>
          <a:custGeom>
            <a:avLst/>
            <a:gdLst>
              <a:gd name="connsiteX0" fmla="*/ 0 w 2286025"/>
              <a:gd name="connsiteY0" fmla="*/ 1143013 h 1143012"/>
              <a:gd name="connsiteX1" fmla="*/ 2286026 w 2286025"/>
              <a:gd name="connsiteY1" fmla="*/ 1143013 h 1143012"/>
              <a:gd name="connsiteX2" fmla="*/ 1143013 w 2286025"/>
              <a:gd name="connsiteY2" fmla="*/ 0 h 1143012"/>
              <a:gd name="connsiteX3" fmla="*/ 0 w 2286025"/>
              <a:gd name="connsiteY3" fmla="*/ 1143013 h 114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2">
                <a:moveTo>
                  <a:pt x="0" y="1143013"/>
                </a:moveTo>
                <a:lnTo>
                  <a:pt x="2286026" y="1143013"/>
                </a:lnTo>
                <a:lnTo>
                  <a:pt x="1143013" y="0"/>
                </a:lnTo>
                <a:lnTo>
                  <a:pt x="0" y="1143013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21" name="Vrije vorm: vorm 25">
            <a:extLst>
              <a:ext uri="{FF2B5EF4-FFF2-40B4-BE49-F238E27FC236}">
                <a16:creationId xmlns:a16="http://schemas.microsoft.com/office/drawing/2014/main" id="{5802A37F-0F4C-7F55-B60A-2BA97FC19ED2}"/>
              </a:ext>
            </a:extLst>
          </p:cNvPr>
          <p:cNvSpPr/>
          <p:nvPr/>
        </p:nvSpPr>
        <p:spPr>
          <a:xfrm rot="13500000" flipV="1">
            <a:off x="11804725" y="-51015"/>
            <a:ext cx="577656" cy="288828"/>
          </a:xfrm>
          <a:custGeom>
            <a:avLst/>
            <a:gdLst>
              <a:gd name="connsiteX0" fmla="*/ 0 w 2286025"/>
              <a:gd name="connsiteY0" fmla="*/ 1143013 h 1143012"/>
              <a:gd name="connsiteX1" fmla="*/ 2286026 w 2286025"/>
              <a:gd name="connsiteY1" fmla="*/ 1143013 h 1143012"/>
              <a:gd name="connsiteX2" fmla="*/ 1143013 w 2286025"/>
              <a:gd name="connsiteY2" fmla="*/ 0 h 1143012"/>
              <a:gd name="connsiteX3" fmla="*/ 0 w 2286025"/>
              <a:gd name="connsiteY3" fmla="*/ 1143013 h 114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2">
                <a:moveTo>
                  <a:pt x="0" y="1143013"/>
                </a:moveTo>
                <a:lnTo>
                  <a:pt x="2286026" y="1143013"/>
                </a:lnTo>
                <a:lnTo>
                  <a:pt x="1143013" y="0"/>
                </a:lnTo>
                <a:lnTo>
                  <a:pt x="0" y="1143013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12" name="Vrije vorm: vorm 4">
            <a:extLst>
              <a:ext uri="{FF2B5EF4-FFF2-40B4-BE49-F238E27FC236}">
                <a16:creationId xmlns:a16="http://schemas.microsoft.com/office/drawing/2014/main" id="{F56D535D-970A-401E-A601-3A798F30C72D}"/>
              </a:ext>
            </a:extLst>
          </p:cNvPr>
          <p:cNvSpPr/>
          <p:nvPr/>
        </p:nvSpPr>
        <p:spPr>
          <a:xfrm rot="16200000">
            <a:off x="4021174" y="6390810"/>
            <a:ext cx="304634" cy="577656"/>
          </a:xfrm>
          <a:custGeom>
            <a:avLst/>
            <a:gdLst>
              <a:gd name="connsiteX0" fmla="*/ 1143013 w 1143013"/>
              <a:gd name="connsiteY0" fmla="*/ 0 h 2286025"/>
              <a:gd name="connsiteX1" fmla="*/ 1143013 w 1143013"/>
              <a:gd name="connsiteY1" fmla="*/ 2286026 h 2286025"/>
              <a:gd name="connsiteX2" fmla="*/ 0 w 1143013"/>
              <a:gd name="connsiteY2" fmla="*/ 1143013 h 2286025"/>
              <a:gd name="connsiteX3" fmla="*/ 1143013 w 1143013"/>
              <a:gd name="connsiteY3" fmla="*/ 0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13" h="2286025">
                <a:moveTo>
                  <a:pt x="1143013" y="0"/>
                </a:moveTo>
                <a:lnTo>
                  <a:pt x="1143013" y="2286026"/>
                </a:lnTo>
                <a:cubicBezTo>
                  <a:pt x="511785" y="2286026"/>
                  <a:pt x="0" y="1774241"/>
                  <a:pt x="0" y="1143013"/>
                </a:cubicBezTo>
                <a:cubicBezTo>
                  <a:pt x="0" y="511785"/>
                  <a:pt x="511785" y="0"/>
                  <a:pt x="1143013" y="0"/>
                </a:cubicBezTo>
                <a:close/>
              </a:path>
            </a:pathLst>
          </a:custGeom>
          <a:solidFill>
            <a:srgbClr val="E82E4F">
              <a:alpha val="69804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214" name="Vrije vorm: vorm 4">
            <a:extLst>
              <a:ext uri="{FF2B5EF4-FFF2-40B4-BE49-F238E27FC236}">
                <a16:creationId xmlns:a16="http://schemas.microsoft.com/office/drawing/2014/main" id="{34CC0DEC-786F-CF7E-6F07-E6CFCA739CB7}"/>
              </a:ext>
            </a:extLst>
          </p:cNvPr>
          <p:cNvSpPr/>
          <p:nvPr/>
        </p:nvSpPr>
        <p:spPr>
          <a:xfrm rot="16200000">
            <a:off x="7874096" y="6391270"/>
            <a:ext cx="288828" cy="577656"/>
          </a:xfrm>
          <a:custGeom>
            <a:avLst/>
            <a:gdLst>
              <a:gd name="connsiteX0" fmla="*/ 1143013 w 1143013"/>
              <a:gd name="connsiteY0" fmla="*/ 0 h 2286025"/>
              <a:gd name="connsiteX1" fmla="*/ 1143013 w 1143013"/>
              <a:gd name="connsiteY1" fmla="*/ 2286026 h 2286025"/>
              <a:gd name="connsiteX2" fmla="*/ 0 w 1143013"/>
              <a:gd name="connsiteY2" fmla="*/ 1143013 h 2286025"/>
              <a:gd name="connsiteX3" fmla="*/ 1143013 w 1143013"/>
              <a:gd name="connsiteY3" fmla="*/ 0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13" h="2286025">
                <a:moveTo>
                  <a:pt x="1143013" y="0"/>
                </a:moveTo>
                <a:lnTo>
                  <a:pt x="1143013" y="2286026"/>
                </a:lnTo>
                <a:cubicBezTo>
                  <a:pt x="511785" y="2286026"/>
                  <a:pt x="0" y="1774241"/>
                  <a:pt x="0" y="1143013"/>
                </a:cubicBezTo>
                <a:cubicBezTo>
                  <a:pt x="0" y="511785"/>
                  <a:pt x="511785" y="0"/>
                  <a:pt x="1143013" y="0"/>
                </a:cubicBezTo>
                <a:close/>
              </a:path>
            </a:pathLst>
          </a:custGeom>
          <a:solidFill>
            <a:srgbClr val="FBB60C">
              <a:alpha val="69804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0" name="Vrije vorm: vorm 4">
            <a:extLst>
              <a:ext uri="{FF2B5EF4-FFF2-40B4-BE49-F238E27FC236}">
                <a16:creationId xmlns:a16="http://schemas.microsoft.com/office/drawing/2014/main" id="{81FD056A-37C5-22BA-5107-3914A149B57E}"/>
              </a:ext>
            </a:extLst>
          </p:cNvPr>
          <p:cNvSpPr/>
          <p:nvPr/>
        </p:nvSpPr>
        <p:spPr>
          <a:xfrm rot="5400000" flipV="1">
            <a:off x="5951587" y="5521859"/>
            <a:ext cx="288828" cy="577656"/>
          </a:xfrm>
          <a:custGeom>
            <a:avLst/>
            <a:gdLst>
              <a:gd name="connsiteX0" fmla="*/ 1143013 w 1143013"/>
              <a:gd name="connsiteY0" fmla="*/ 0 h 2286025"/>
              <a:gd name="connsiteX1" fmla="*/ 1143013 w 1143013"/>
              <a:gd name="connsiteY1" fmla="*/ 2286026 h 2286025"/>
              <a:gd name="connsiteX2" fmla="*/ 0 w 1143013"/>
              <a:gd name="connsiteY2" fmla="*/ 1143013 h 2286025"/>
              <a:gd name="connsiteX3" fmla="*/ 1143013 w 1143013"/>
              <a:gd name="connsiteY3" fmla="*/ 0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13" h="2286025">
                <a:moveTo>
                  <a:pt x="1143013" y="0"/>
                </a:moveTo>
                <a:lnTo>
                  <a:pt x="1143013" y="2286026"/>
                </a:lnTo>
                <a:cubicBezTo>
                  <a:pt x="511785" y="2286026"/>
                  <a:pt x="0" y="1774241"/>
                  <a:pt x="0" y="1143013"/>
                </a:cubicBezTo>
                <a:cubicBezTo>
                  <a:pt x="0" y="511785"/>
                  <a:pt x="511785" y="0"/>
                  <a:pt x="1143013" y="0"/>
                </a:cubicBezTo>
                <a:close/>
              </a:path>
            </a:pathLst>
          </a:custGeom>
          <a:solidFill>
            <a:srgbClr val="68398E">
              <a:alpha val="69804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7B8BA69-AAE2-FD13-B280-6E8635A2417A}"/>
              </a:ext>
            </a:extLst>
          </p:cNvPr>
          <p:cNvGrpSpPr/>
          <p:nvPr/>
        </p:nvGrpSpPr>
        <p:grpSpPr>
          <a:xfrm>
            <a:off x="8393285" y="5926356"/>
            <a:ext cx="3062968" cy="634922"/>
            <a:chOff x="194608" y="48211"/>
            <a:chExt cx="4739286" cy="982405"/>
          </a:xfrm>
        </p:grpSpPr>
        <p:pic>
          <p:nvPicPr>
            <p:cNvPr id="6" name="Picture 5" descr="A logo with a black background&#10;&#10;AI-generated content may be incorrect.">
              <a:extLst>
                <a:ext uri="{FF2B5EF4-FFF2-40B4-BE49-F238E27FC236}">
                  <a16:creationId xmlns:a16="http://schemas.microsoft.com/office/drawing/2014/main" id="{21A3EAC1-57D8-19FE-C99D-2F0CB2B96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104" b="12380"/>
            <a:stretch/>
          </p:blipFill>
          <p:spPr>
            <a:xfrm>
              <a:off x="194608" y="48211"/>
              <a:ext cx="1455065" cy="982405"/>
            </a:xfrm>
            <a:prstGeom prst="rect">
              <a:avLst/>
            </a:prstGeom>
          </p:spPr>
        </p:pic>
        <p:pic>
          <p:nvPicPr>
            <p:cNvPr id="10" name="Picture 9" descr="A white and black sign with black text&#10;&#10;AI-generated content may be incorrect.">
              <a:extLst>
                <a:ext uri="{FF2B5EF4-FFF2-40B4-BE49-F238E27FC236}">
                  <a16:creationId xmlns:a16="http://schemas.microsoft.com/office/drawing/2014/main" id="{CCBF75C5-6450-1467-8F46-9DEECDC3B2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9283" y="179566"/>
              <a:ext cx="1764611" cy="641274"/>
            </a:xfrm>
            <a:prstGeom prst="rect">
              <a:avLst/>
            </a:prstGeom>
          </p:spPr>
        </p:pic>
        <p:pic>
          <p:nvPicPr>
            <p:cNvPr id="11" name="Picture 10" descr="A blue circle with white text&#10;&#10;AI-generated content may be incorrect.">
              <a:extLst>
                <a:ext uri="{FF2B5EF4-FFF2-40B4-BE49-F238E27FC236}">
                  <a16:creationId xmlns:a16="http://schemas.microsoft.com/office/drawing/2014/main" id="{81D14865-38B4-342C-6066-34A15C2C62B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8787" y="74705"/>
              <a:ext cx="945890" cy="94589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3EB6009-7BA4-1458-9BA2-778402F37E34}"/>
              </a:ext>
            </a:extLst>
          </p:cNvPr>
          <p:cNvGrpSpPr/>
          <p:nvPr/>
        </p:nvGrpSpPr>
        <p:grpSpPr>
          <a:xfrm>
            <a:off x="1625303" y="452962"/>
            <a:ext cx="1509617" cy="1370598"/>
            <a:chOff x="1625303" y="452962"/>
            <a:chExt cx="1509617" cy="1370598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A9F3724-7362-E383-6D72-FE5AE71EDCB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79576" y="452962"/>
              <a:ext cx="1001070" cy="1001070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CFF4583-B306-900A-F58A-4F8DD41C7E2F}"/>
                </a:ext>
              </a:extLst>
            </p:cNvPr>
            <p:cNvSpPr txBox="1"/>
            <p:nvPr/>
          </p:nvSpPr>
          <p:spPr>
            <a:xfrm>
              <a:off x="1625303" y="1518926"/>
              <a:ext cx="1509617" cy="30463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Alireza </a:t>
              </a:r>
              <a:r>
                <a:rPr kumimoji="0" lang="en-US" sz="8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Nameni</a:t>
              </a:r>
              <a:endPara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B74F5D0-EC74-ACB1-D9E2-14B7D56EB640}"/>
              </a:ext>
            </a:extLst>
          </p:cNvPr>
          <p:cNvGrpSpPr/>
          <p:nvPr/>
        </p:nvGrpSpPr>
        <p:grpSpPr>
          <a:xfrm>
            <a:off x="3100082" y="452962"/>
            <a:ext cx="1509617" cy="1370598"/>
            <a:chOff x="3100082" y="452962"/>
            <a:chExt cx="1509617" cy="1370598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73B3E2-13CD-4071-67EA-889C5BF1D9C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354354" y="452962"/>
              <a:ext cx="1001070" cy="1001070"/>
            </a:xfrm>
            <a:prstGeom prst="ellipse">
              <a:avLst/>
            </a:prstGeom>
            <a:ln w="38100">
              <a:noFill/>
            </a:ln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14AADAE-B6E9-3564-CEC6-CD6B4C59EB4E}"/>
                </a:ext>
              </a:extLst>
            </p:cNvPr>
            <p:cNvSpPr txBox="1"/>
            <p:nvPr/>
          </p:nvSpPr>
          <p:spPr>
            <a:xfrm>
              <a:off x="3100082" y="1518926"/>
              <a:ext cx="1509617" cy="30463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Arthur Declercq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LID4096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75DE036-A345-B3D6-BA25-E08A4732F738}"/>
              </a:ext>
            </a:extLst>
          </p:cNvPr>
          <p:cNvGrpSpPr/>
          <p:nvPr/>
        </p:nvGrpSpPr>
        <p:grpSpPr>
          <a:xfrm>
            <a:off x="4574861" y="452962"/>
            <a:ext cx="1509617" cy="1370597"/>
            <a:chOff x="4574861" y="452962"/>
            <a:chExt cx="1509617" cy="1370597"/>
          </a:xfrm>
        </p:grpSpPr>
        <p:pic>
          <p:nvPicPr>
            <p:cNvPr id="26" name="Picture 25" descr="A person with red hair smiling&#10;&#10;Description automatically generated">
              <a:extLst>
                <a:ext uri="{FF2B5EF4-FFF2-40B4-BE49-F238E27FC236}">
                  <a16:creationId xmlns:a16="http://schemas.microsoft.com/office/drawing/2014/main" id="{3B5DB3C0-88F3-3235-157E-3DE2D4C67E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29132" y="452962"/>
              <a:ext cx="1001070" cy="1001070"/>
            </a:xfrm>
            <a:prstGeom prst="ellipse">
              <a:avLst/>
            </a:prstGeom>
            <a:ln w="38100">
              <a:noFill/>
            </a:ln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085888E-9892-C0E4-B9FA-7A8768990D4D}"/>
                </a:ext>
              </a:extLst>
            </p:cNvPr>
            <p:cNvSpPr txBox="1"/>
            <p:nvPr/>
          </p:nvSpPr>
          <p:spPr>
            <a:xfrm>
              <a:off x="4574861" y="1518925"/>
              <a:ext cx="1509617" cy="30463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Caroline Jachmann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BE79C4E-6295-7CF0-8423-FBF1E008406B}"/>
              </a:ext>
            </a:extLst>
          </p:cNvPr>
          <p:cNvGrpSpPr/>
          <p:nvPr/>
        </p:nvGrpSpPr>
        <p:grpSpPr>
          <a:xfrm>
            <a:off x="6049640" y="452962"/>
            <a:ext cx="1509617" cy="1370597"/>
            <a:chOff x="6049640" y="452962"/>
            <a:chExt cx="1509617" cy="1370597"/>
          </a:xfrm>
        </p:grpSpPr>
        <p:pic>
          <p:nvPicPr>
            <p:cNvPr id="29" name="Picture 28" descr="A person in a blue sweater&#10;&#10;Description automatically generated">
              <a:extLst>
                <a:ext uri="{FF2B5EF4-FFF2-40B4-BE49-F238E27FC236}">
                  <a16:creationId xmlns:a16="http://schemas.microsoft.com/office/drawing/2014/main" id="{5D268816-1AF0-FFE3-FF8C-8CAFCAEED9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03910" y="452962"/>
              <a:ext cx="1001070" cy="1001070"/>
            </a:xfrm>
            <a:prstGeom prst="ellipse">
              <a:avLst/>
            </a:prstGeom>
            <a:ln w="38100">
              <a:noFill/>
            </a:ln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E0FD245-36C0-162F-DF6D-A2E61FDD6B02}"/>
                </a:ext>
              </a:extLst>
            </p:cNvPr>
            <p:cNvSpPr txBox="1"/>
            <p:nvPr/>
          </p:nvSpPr>
          <p:spPr>
            <a:xfrm>
              <a:off x="6049640" y="1518925"/>
              <a:ext cx="1509617" cy="30463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Enrico </a:t>
              </a:r>
              <a:r>
                <a:rPr kumimoji="0" lang="en-US" sz="8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Massignani</a:t>
              </a:r>
              <a:endPara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6D2BF3D-3909-E2E7-6ABC-3B8BE5D9FDF7}"/>
              </a:ext>
            </a:extLst>
          </p:cNvPr>
          <p:cNvGrpSpPr/>
          <p:nvPr/>
        </p:nvGrpSpPr>
        <p:grpSpPr>
          <a:xfrm>
            <a:off x="7524419" y="452962"/>
            <a:ext cx="1509617" cy="1370597"/>
            <a:chOff x="7524419" y="452962"/>
            <a:chExt cx="1509617" cy="1370597"/>
          </a:xfrm>
        </p:grpSpPr>
        <p:pic>
          <p:nvPicPr>
            <p:cNvPr id="32" name="Picture 31" descr="A person wearing glasses and a white sweater&#10;&#10;Description automatically generated">
              <a:extLst>
                <a:ext uri="{FF2B5EF4-FFF2-40B4-BE49-F238E27FC236}">
                  <a16:creationId xmlns:a16="http://schemas.microsoft.com/office/drawing/2014/main" id="{F80D2F1A-61E5-092A-E3C9-4E815FA517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78688" y="452962"/>
              <a:ext cx="1001070" cy="1001070"/>
            </a:xfrm>
            <a:prstGeom prst="ellipse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2AB53CE-A5C3-BE5E-7188-3E75E9B1AF42}"/>
                </a:ext>
              </a:extLst>
            </p:cNvPr>
            <p:cNvSpPr txBox="1"/>
            <p:nvPr/>
          </p:nvSpPr>
          <p:spPr>
            <a:xfrm>
              <a:off x="7524419" y="1518925"/>
              <a:ext cx="1509617" cy="30463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Harikrishnan </a:t>
              </a:r>
              <a:r>
                <a:rPr kumimoji="0" lang="en-US" sz="800" b="1" i="0" u="none" strike="noStrike" kern="120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Ramadasan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A483F30-495D-C429-876E-5C52E988434C}"/>
              </a:ext>
            </a:extLst>
          </p:cNvPr>
          <p:cNvGrpSpPr/>
          <p:nvPr/>
        </p:nvGrpSpPr>
        <p:grpSpPr>
          <a:xfrm>
            <a:off x="8999198" y="452962"/>
            <a:ext cx="1509617" cy="1370596"/>
            <a:chOff x="8999198" y="452962"/>
            <a:chExt cx="1509617" cy="1370596"/>
          </a:xfrm>
        </p:grpSpPr>
        <p:pic>
          <p:nvPicPr>
            <p:cNvPr id="35" name="Picture 34" descr="A person smiling for a picture&#10;&#10;Description automatically generated">
              <a:extLst>
                <a:ext uri="{FF2B5EF4-FFF2-40B4-BE49-F238E27FC236}">
                  <a16:creationId xmlns:a16="http://schemas.microsoft.com/office/drawing/2014/main" id="{FF7BE346-915A-5F70-2D70-00AC87A4F8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466" y="452962"/>
              <a:ext cx="1001070" cy="1001070"/>
            </a:xfrm>
            <a:prstGeom prst="ellipse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2C8ADED-A599-38E5-A9B5-DC4FFBF1C3CF}"/>
                </a:ext>
              </a:extLst>
            </p:cNvPr>
            <p:cNvSpPr txBox="1"/>
            <p:nvPr/>
          </p:nvSpPr>
          <p:spPr>
            <a:xfrm>
              <a:off x="8999198" y="1518924"/>
              <a:ext cx="1509617" cy="30463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Jasper </a:t>
              </a:r>
              <a:r>
                <a:rPr kumimoji="0" lang="en-US" sz="800" b="1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Zuallaert</a:t>
              </a:r>
              <a:endParaRPr kumimoji="0" lang="LID4096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C07D98A-19DE-A7BD-6095-098F42CBCA59}"/>
              </a:ext>
            </a:extLst>
          </p:cNvPr>
          <p:cNvGrpSpPr/>
          <p:nvPr/>
        </p:nvGrpSpPr>
        <p:grpSpPr>
          <a:xfrm>
            <a:off x="10473974" y="452962"/>
            <a:ext cx="1509617" cy="1370587"/>
            <a:chOff x="10473974" y="452962"/>
            <a:chExt cx="1509617" cy="1370587"/>
          </a:xfrm>
        </p:grpSpPr>
        <p:pic>
          <p:nvPicPr>
            <p:cNvPr id="38" name="Picture 37" descr="A person wearing glasses smiling&#10;&#10;Description automatically generated">
              <a:extLst>
                <a:ext uri="{FF2B5EF4-FFF2-40B4-BE49-F238E27FC236}">
                  <a16:creationId xmlns:a16="http://schemas.microsoft.com/office/drawing/2014/main" id="{79194608-8202-6BD4-4B06-92CDACB04A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8247" y="452962"/>
              <a:ext cx="1001070" cy="1001070"/>
            </a:xfrm>
            <a:prstGeom prst="ellipse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92AD530-FD6C-78D1-18D0-5F0794F2DCF1}"/>
                </a:ext>
              </a:extLst>
            </p:cNvPr>
            <p:cNvSpPr txBox="1"/>
            <p:nvPr/>
          </p:nvSpPr>
          <p:spPr>
            <a:xfrm>
              <a:off x="10473974" y="1518915"/>
              <a:ext cx="1509617" cy="30463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Kevin </a:t>
              </a:r>
              <a:r>
                <a:rPr kumimoji="0" lang="en-US" sz="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Velghe</a:t>
              </a:r>
              <a:endParaRPr kumimoji="0" lang="LID4096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13C4514-A27F-415B-8D69-4E96ACCFE5C8}"/>
              </a:ext>
            </a:extLst>
          </p:cNvPr>
          <p:cNvGrpSpPr/>
          <p:nvPr/>
        </p:nvGrpSpPr>
        <p:grpSpPr>
          <a:xfrm>
            <a:off x="150524" y="2326125"/>
            <a:ext cx="1509617" cy="1378763"/>
            <a:chOff x="150524" y="2326125"/>
            <a:chExt cx="1509617" cy="1378763"/>
          </a:xfrm>
        </p:grpSpPr>
        <p:pic>
          <p:nvPicPr>
            <p:cNvPr id="41" name="Picture 40" descr="A person smiling for a picture&#10;&#10;Description automatically generated">
              <a:extLst>
                <a:ext uri="{FF2B5EF4-FFF2-40B4-BE49-F238E27FC236}">
                  <a16:creationId xmlns:a16="http://schemas.microsoft.com/office/drawing/2014/main" id="{A5E25EE6-914D-6B20-35E0-A4F00D121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4797" y="2326125"/>
              <a:ext cx="1001070" cy="1001070"/>
            </a:xfrm>
            <a:prstGeom prst="ellipse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438B964-E423-49B4-237C-9BA77708CA74}"/>
                </a:ext>
              </a:extLst>
            </p:cNvPr>
            <p:cNvSpPr txBox="1"/>
            <p:nvPr/>
          </p:nvSpPr>
          <p:spPr>
            <a:xfrm>
              <a:off x="150524" y="3400254"/>
              <a:ext cx="1509617" cy="30463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Lyudmila </a:t>
              </a:r>
              <a:r>
                <a:rPr kumimoji="0" lang="en-US" sz="800" b="1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Kovalchuke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2996522-2C16-7879-0ABE-C5675DE3EDFC}"/>
              </a:ext>
            </a:extLst>
          </p:cNvPr>
          <p:cNvGrpSpPr/>
          <p:nvPr/>
        </p:nvGrpSpPr>
        <p:grpSpPr>
          <a:xfrm>
            <a:off x="1625303" y="2326125"/>
            <a:ext cx="1509617" cy="1378763"/>
            <a:chOff x="1625303" y="2326125"/>
            <a:chExt cx="1509617" cy="1378763"/>
          </a:xfrm>
        </p:grpSpPr>
        <p:pic>
          <p:nvPicPr>
            <p:cNvPr id="44" name="Picture 43" descr="A person with blonde hair&#10;&#10;Description automatically generated">
              <a:extLst>
                <a:ext uri="{FF2B5EF4-FFF2-40B4-BE49-F238E27FC236}">
                  <a16:creationId xmlns:a16="http://schemas.microsoft.com/office/drawing/2014/main" id="{50482742-3242-C496-C7DE-623029DC94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9576" y="2326125"/>
              <a:ext cx="1001070" cy="1001070"/>
            </a:xfrm>
            <a:prstGeom prst="ellipse">
              <a:avLst/>
            </a:prstGeom>
            <a:ln w="38100">
              <a:noFill/>
            </a:ln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058C53A-2F94-6CFA-621B-88E87B63253E}"/>
                </a:ext>
              </a:extLst>
            </p:cNvPr>
            <p:cNvSpPr txBox="1"/>
            <p:nvPr/>
          </p:nvSpPr>
          <p:spPr>
            <a:xfrm>
              <a:off x="1625303" y="3400254"/>
              <a:ext cx="1509617" cy="30463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Natalia </a:t>
              </a:r>
              <a:r>
                <a:rPr kumimoji="0" lang="en-US" sz="8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Tichshenko</a:t>
              </a:r>
              <a:endPara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LID4096" sz="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F6D5E8B-A8BC-11E7-7D18-632D9D33A663}"/>
              </a:ext>
            </a:extLst>
          </p:cNvPr>
          <p:cNvGrpSpPr/>
          <p:nvPr/>
        </p:nvGrpSpPr>
        <p:grpSpPr>
          <a:xfrm>
            <a:off x="3100082" y="2326125"/>
            <a:ext cx="1509617" cy="1378763"/>
            <a:chOff x="3100082" y="2326125"/>
            <a:chExt cx="1509617" cy="1378763"/>
          </a:xfrm>
        </p:grpSpPr>
        <p:pic>
          <p:nvPicPr>
            <p:cNvPr id="47" name="Picture 46" descr="A person smiling for the camera&#10;&#10;Description automatically generated">
              <a:extLst>
                <a:ext uri="{FF2B5EF4-FFF2-40B4-BE49-F238E27FC236}">
                  <a16:creationId xmlns:a16="http://schemas.microsoft.com/office/drawing/2014/main" id="{1B2E5503-C40C-55B4-91F7-1371F6512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4355" y="2326125"/>
              <a:ext cx="1001070" cy="1001070"/>
            </a:xfrm>
            <a:prstGeom prst="ellipse">
              <a:avLst/>
            </a:prstGeom>
            <a:ln w="38100">
              <a:noFill/>
            </a:ln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A309FCD-725B-CAC0-FBAE-5F6726B22B8F}"/>
                </a:ext>
              </a:extLst>
            </p:cNvPr>
            <p:cNvSpPr txBox="1"/>
            <p:nvPr/>
          </p:nvSpPr>
          <p:spPr>
            <a:xfrm>
              <a:off x="3100082" y="3400254"/>
              <a:ext cx="1509617" cy="30463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Pathmanaban</a:t>
              </a: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 Ramasamy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9BE2562-3458-BCC5-D493-3FBE0E708CE3}"/>
              </a:ext>
            </a:extLst>
          </p:cNvPr>
          <p:cNvGrpSpPr/>
          <p:nvPr/>
        </p:nvGrpSpPr>
        <p:grpSpPr>
          <a:xfrm>
            <a:off x="4574861" y="2326125"/>
            <a:ext cx="1509617" cy="1378763"/>
            <a:chOff x="4574861" y="2326125"/>
            <a:chExt cx="1509617" cy="1378763"/>
          </a:xfrm>
        </p:grpSpPr>
        <p:pic>
          <p:nvPicPr>
            <p:cNvPr id="50" name="Picture 49" descr="A person with short hair wearing glasses&#10;&#10;Description automatically generated">
              <a:extLst>
                <a:ext uri="{FF2B5EF4-FFF2-40B4-BE49-F238E27FC236}">
                  <a16:creationId xmlns:a16="http://schemas.microsoft.com/office/drawing/2014/main" id="{8A78C178-D550-B98C-3E30-4FA67F461F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29134" y="2326125"/>
              <a:ext cx="1001070" cy="1001070"/>
            </a:xfrm>
            <a:prstGeom prst="ellipse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EBDF7E5-3A70-E4EB-C16A-6338A802D4E8}"/>
                </a:ext>
              </a:extLst>
            </p:cNvPr>
            <p:cNvSpPr txBox="1"/>
            <p:nvPr/>
          </p:nvSpPr>
          <p:spPr>
            <a:xfrm>
              <a:off x="4574861" y="3400254"/>
              <a:ext cx="1509617" cy="30463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Patricia Lefèvre</a:t>
              </a:r>
              <a:endParaRPr kumimoji="0" lang="LID4096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AB1ADEF-394C-5070-9BEA-CD0807B16757}"/>
              </a:ext>
            </a:extLst>
          </p:cNvPr>
          <p:cNvGrpSpPr/>
          <p:nvPr/>
        </p:nvGrpSpPr>
        <p:grpSpPr>
          <a:xfrm>
            <a:off x="6049640" y="2326125"/>
            <a:ext cx="1509617" cy="1378763"/>
            <a:chOff x="6049640" y="2326125"/>
            <a:chExt cx="1509617" cy="1378763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D8F51A35-5E3C-55B9-9DFC-7EA4CB01B9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303913" y="2326125"/>
              <a:ext cx="1001070" cy="1001070"/>
            </a:xfrm>
            <a:prstGeom prst="ellipse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743AE20-DE53-A24B-EDCF-AA2FBD339AF9}"/>
                </a:ext>
              </a:extLst>
            </p:cNvPr>
            <p:cNvSpPr txBox="1"/>
            <p:nvPr/>
          </p:nvSpPr>
          <p:spPr>
            <a:xfrm>
              <a:off x="6049640" y="3400254"/>
              <a:ext cx="1509617" cy="30463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Pieter </a:t>
              </a:r>
              <a:r>
                <a:rPr kumimoji="0" lang="en-US" sz="800" b="1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Verschaffelt</a:t>
              </a:r>
              <a:endParaRPr kumimoji="0" lang="LID4096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A3370B2-A940-EB6C-3956-B3F7649230DE}"/>
              </a:ext>
            </a:extLst>
          </p:cNvPr>
          <p:cNvGrpSpPr/>
          <p:nvPr/>
        </p:nvGrpSpPr>
        <p:grpSpPr>
          <a:xfrm>
            <a:off x="7524419" y="2326125"/>
            <a:ext cx="1509617" cy="1378762"/>
            <a:chOff x="7524419" y="2326125"/>
            <a:chExt cx="1509617" cy="1378762"/>
          </a:xfrm>
        </p:grpSpPr>
        <p:pic>
          <p:nvPicPr>
            <p:cNvPr id="56" name="Picture 55" descr="A person smiling for a picture&#10;&#10;Description automatically generated">
              <a:extLst>
                <a:ext uri="{FF2B5EF4-FFF2-40B4-BE49-F238E27FC236}">
                  <a16:creationId xmlns:a16="http://schemas.microsoft.com/office/drawing/2014/main" id="{AA865A88-693C-2816-4A3D-CE50C3212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78692" y="2326125"/>
              <a:ext cx="1001070" cy="1001070"/>
            </a:xfrm>
            <a:prstGeom prst="ellipse">
              <a:avLst/>
            </a:prstGeom>
            <a:ln w="38100">
              <a:noFill/>
            </a:ln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BA9A06C-D912-1718-C7C1-0C7EBF5B5B0C}"/>
                </a:ext>
              </a:extLst>
            </p:cNvPr>
            <p:cNvSpPr txBox="1"/>
            <p:nvPr/>
          </p:nvSpPr>
          <p:spPr>
            <a:xfrm>
              <a:off x="7524419" y="3400253"/>
              <a:ext cx="1509617" cy="30463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Ralf Gabriels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800" b="1" dirty="0">
                <a:solidFill>
                  <a:srgbClr val="00A3A6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LID4096" sz="800" b="1" i="0" u="none" strike="noStrike" kern="1200" cap="none" spc="0" normalizeH="0" baseline="0" noProof="0" dirty="0">
                <a:ln>
                  <a:noFill/>
                </a:ln>
                <a:solidFill>
                  <a:srgbClr val="00A3A6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FB175EB-BDFC-7B9E-DF97-884BDD49B7CE}"/>
              </a:ext>
            </a:extLst>
          </p:cNvPr>
          <p:cNvGrpSpPr/>
          <p:nvPr/>
        </p:nvGrpSpPr>
        <p:grpSpPr>
          <a:xfrm>
            <a:off x="7528458" y="4235302"/>
            <a:ext cx="1509617" cy="1362691"/>
            <a:chOff x="1625303" y="4235302"/>
            <a:chExt cx="1509617" cy="1362691"/>
          </a:xfrm>
        </p:grpSpPr>
        <p:pic>
          <p:nvPicPr>
            <p:cNvPr id="62" name="Picture 61" descr="A person smiling for a picture&#10;&#10;Description automatically generated">
              <a:extLst>
                <a:ext uri="{FF2B5EF4-FFF2-40B4-BE49-F238E27FC236}">
                  <a16:creationId xmlns:a16="http://schemas.microsoft.com/office/drawing/2014/main" id="{3F96EDC3-7665-95A5-DAE4-1DEB9815C2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9157" y="4235302"/>
              <a:ext cx="1001070" cy="1001070"/>
            </a:xfrm>
            <a:prstGeom prst="ellipse">
              <a:avLst/>
            </a:prstGeom>
            <a:ln w="38100">
              <a:noFill/>
            </a:ln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F891EAE-47E5-5E4F-6058-574B62194561}"/>
                </a:ext>
              </a:extLst>
            </p:cNvPr>
            <p:cNvSpPr txBox="1"/>
            <p:nvPr/>
          </p:nvSpPr>
          <p:spPr>
            <a:xfrm>
              <a:off x="1625303" y="5293359"/>
              <a:ext cx="1509617" cy="30463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Sam van </a:t>
              </a:r>
              <a:r>
                <a:rPr kumimoji="0" lang="en-US" sz="8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Puyenbroeck</a:t>
              </a:r>
              <a:endPara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endParaRP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C48D88BB-BEF8-A7CF-8892-1A919F5ACBCC}"/>
              </a:ext>
            </a:extLst>
          </p:cNvPr>
          <p:cNvGrpSpPr/>
          <p:nvPr/>
        </p:nvGrpSpPr>
        <p:grpSpPr>
          <a:xfrm>
            <a:off x="4574861" y="4235302"/>
            <a:ext cx="1509617" cy="1362689"/>
            <a:chOff x="4574861" y="4235302"/>
            <a:chExt cx="1509617" cy="1362689"/>
          </a:xfrm>
        </p:grpSpPr>
        <p:pic>
          <p:nvPicPr>
            <p:cNvPr id="193" name="Picture 192">
              <a:extLst>
                <a:ext uri="{FF2B5EF4-FFF2-40B4-BE49-F238E27FC236}">
                  <a16:creationId xmlns:a16="http://schemas.microsoft.com/office/drawing/2014/main" id="{1E973EAD-05E2-8283-FACC-B6D2AFE665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827875" y="4235302"/>
              <a:ext cx="1001070" cy="1001070"/>
            </a:xfrm>
            <a:prstGeom prst="ellipse">
              <a:avLst/>
            </a:prstGeom>
          </p:spPr>
        </p:pic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92B1F720-2550-7FF3-9FB1-D271699974E3}"/>
                </a:ext>
              </a:extLst>
            </p:cNvPr>
            <p:cNvSpPr txBox="1"/>
            <p:nvPr/>
          </p:nvSpPr>
          <p:spPr>
            <a:xfrm>
              <a:off x="4574861" y="5293357"/>
              <a:ext cx="1509617" cy="30463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Tanja Holstein</a:t>
              </a:r>
              <a:endParaRPr kumimoji="0" lang="LID4096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endParaRPr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D42BD0E1-2CDF-8F92-E469-87452BA16AD2}"/>
              </a:ext>
            </a:extLst>
          </p:cNvPr>
          <p:cNvGrpSpPr/>
          <p:nvPr/>
        </p:nvGrpSpPr>
        <p:grpSpPr>
          <a:xfrm>
            <a:off x="6049640" y="4235302"/>
            <a:ext cx="1509617" cy="1362689"/>
            <a:chOff x="6049640" y="4235302"/>
            <a:chExt cx="1509617" cy="1362689"/>
          </a:xfrm>
        </p:grpSpPr>
        <p:pic>
          <p:nvPicPr>
            <p:cNvPr id="196" name="Picture 195" descr="A person smiling for a picture&#10;&#10;Description automatically generated">
              <a:extLst>
                <a:ext uri="{FF2B5EF4-FFF2-40B4-BE49-F238E27FC236}">
                  <a16:creationId xmlns:a16="http://schemas.microsoft.com/office/drawing/2014/main" id="{398DFCE1-2A0E-E661-D038-ED090D516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02234" y="4235302"/>
              <a:ext cx="1001070" cy="1001070"/>
            </a:xfrm>
            <a:prstGeom prst="ellipse">
              <a:avLst/>
            </a:prstGeom>
            <a:ln w="38100">
              <a:noFill/>
            </a:ln>
          </p:spPr>
        </p:pic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91F00263-12EB-AC16-C30D-C12ACA7A48B5}"/>
                </a:ext>
              </a:extLst>
            </p:cNvPr>
            <p:cNvSpPr txBox="1"/>
            <p:nvPr/>
          </p:nvSpPr>
          <p:spPr>
            <a:xfrm>
              <a:off x="6049640" y="5293357"/>
              <a:ext cx="1509617" cy="30463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Tim Van Den Bossche</a:t>
              </a:r>
            </a:p>
          </p:txBody>
        </p: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18862AB1-716C-A402-8B3F-87BDC1A1AC90}"/>
              </a:ext>
            </a:extLst>
          </p:cNvPr>
          <p:cNvGrpSpPr/>
          <p:nvPr/>
        </p:nvGrpSpPr>
        <p:grpSpPr>
          <a:xfrm>
            <a:off x="1621265" y="4235302"/>
            <a:ext cx="1509617" cy="1362688"/>
            <a:chOff x="7524419" y="4235302"/>
            <a:chExt cx="1509617" cy="1362688"/>
          </a:xfrm>
        </p:grpSpPr>
        <p:pic>
          <p:nvPicPr>
            <p:cNvPr id="199" name="Picture 198">
              <a:extLst>
                <a:ext uri="{FF2B5EF4-FFF2-40B4-BE49-F238E27FC236}">
                  <a16:creationId xmlns:a16="http://schemas.microsoft.com/office/drawing/2014/main" id="{AA557942-CE89-4674-A769-243F1A68AD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776593" y="4235302"/>
              <a:ext cx="1001070" cy="1001070"/>
            </a:xfrm>
            <a:prstGeom prst="ellipse">
              <a:avLst/>
            </a:prstGeom>
            <a:ln w="38100">
              <a:noFill/>
            </a:ln>
          </p:spPr>
        </p:pic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29353AC4-4516-7BBB-09D7-114A8AC43F5E}"/>
                </a:ext>
              </a:extLst>
            </p:cNvPr>
            <p:cNvSpPr txBox="1"/>
            <p:nvPr/>
          </p:nvSpPr>
          <p:spPr>
            <a:xfrm>
              <a:off x="7524419" y="5293356"/>
              <a:ext cx="1509617" cy="30463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Tine Claeys</a:t>
              </a:r>
            </a:p>
          </p:txBody>
        </p: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503C342B-8254-0836-E989-E6F26807F4E1}"/>
              </a:ext>
            </a:extLst>
          </p:cNvPr>
          <p:cNvGrpSpPr/>
          <p:nvPr/>
        </p:nvGrpSpPr>
        <p:grpSpPr>
          <a:xfrm>
            <a:off x="8999198" y="4235302"/>
            <a:ext cx="1509617" cy="1362686"/>
            <a:chOff x="8999198" y="4235302"/>
            <a:chExt cx="1509617" cy="1362686"/>
          </a:xfrm>
        </p:grpSpPr>
        <p:pic>
          <p:nvPicPr>
            <p:cNvPr id="204" name="Picture 203" descr="A person wearing glasses and a brown sweater&#10;&#10;Description automatically generated">
              <a:extLst>
                <a:ext uri="{FF2B5EF4-FFF2-40B4-BE49-F238E27FC236}">
                  <a16:creationId xmlns:a16="http://schemas.microsoft.com/office/drawing/2014/main" id="{576A2ED7-295A-A6D5-7FCD-010757F434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52" y="4235302"/>
              <a:ext cx="1001070" cy="1001070"/>
            </a:xfrm>
            <a:prstGeom prst="ellipse">
              <a:avLst/>
            </a:prstGeom>
            <a:ln w="38100">
              <a:noFill/>
            </a:ln>
          </p:spPr>
        </p:pic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5E1E27A1-2F6A-2869-04A4-5207BCBD976D}"/>
                </a:ext>
              </a:extLst>
            </p:cNvPr>
            <p:cNvSpPr txBox="1"/>
            <p:nvPr/>
          </p:nvSpPr>
          <p:spPr>
            <a:xfrm>
              <a:off x="8999198" y="5293354"/>
              <a:ext cx="1509617" cy="30463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Toon Callens</a:t>
              </a: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4ECF3A52-D7DB-2E72-F5B8-6BC0DE79F2FF}"/>
              </a:ext>
            </a:extLst>
          </p:cNvPr>
          <p:cNvGrpSpPr/>
          <p:nvPr/>
        </p:nvGrpSpPr>
        <p:grpSpPr>
          <a:xfrm>
            <a:off x="150524" y="452962"/>
            <a:ext cx="1509617" cy="1370589"/>
            <a:chOff x="150524" y="452962"/>
            <a:chExt cx="1509617" cy="1370589"/>
          </a:xfrm>
        </p:grpSpPr>
        <p:pic>
          <p:nvPicPr>
            <p:cNvPr id="207" name="Picture 206" descr="A person with a beard and mustache&#10;&#10;Description automatically generated">
              <a:extLst>
                <a:ext uri="{FF2B5EF4-FFF2-40B4-BE49-F238E27FC236}">
                  <a16:creationId xmlns:a16="http://schemas.microsoft.com/office/drawing/2014/main" id="{171C6D34-F94A-B984-7111-D257B8BB49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4796" y="452962"/>
              <a:ext cx="1001072" cy="1001070"/>
            </a:xfrm>
            <a:prstGeom prst="ellipse">
              <a:avLst/>
            </a:prstGeom>
          </p:spPr>
        </p:pic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66A29EA6-EFD6-7430-BD6C-E75D9F0430A9}"/>
                </a:ext>
              </a:extLst>
            </p:cNvPr>
            <p:cNvSpPr txBox="1"/>
            <p:nvPr/>
          </p:nvSpPr>
          <p:spPr>
            <a:xfrm>
              <a:off x="150524" y="1518917"/>
              <a:ext cx="1509617" cy="30463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Alexander </a:t>
              </a:r>
              <a:r>
                <a:rPr kumimoji="0" lang="en-US" sz="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Kensert</a:t>
              </a:r>
              <a:endParaRPr kumimoji="0" lang="LID4096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endParaRPr>
            </a:p>
          </p:txBody>
        </p: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88C334BF-54AA-801E-F030-092896250345}"/>
              </a:ext>
            </a:extLst>
          </p:cNvPr>
          <p:cNvGrpSpPr/>
          <p:nvPr/>
        </p:nvGrpSpPr>
        <p:grpSpPr>
          <a:xfrm>
            <a:off x="150524" y="4235301"/>
            <a:ext cx="1509617" cy="1362694"/>
            <a:chOff x="150524" y="4235301"/>
            <a:chExt cx="1509617" cy="1362694"/>
          </a:xfrm>
        </p:grpSpPr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C5FF3D4A-2172-993F-562E-0BECA47E74B0}"/>
                </a:ext>
              </a:extLst>
            </p:cNvPr>
            <p:cNvSpPr txBox="1"/>
            <p:nvPr/>
          </p:nvSpPr>
          <p:spPr>
            <a:xfrm>
              <a:off x="150524" y="5293361"/>
              <a:ext cx="1509617" cy="30463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Sakina Bombaywala</a:t>
              </a:r>
              <a:endParaRPr kumimoji="0" lang="LID4096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endParaRPr>
            </a:p>
          </p:txBody>
        </p:sp>
        <p:pic>
          <p:nvPicPr>
            <p:cNvPr id="211" name="Picture 210">
              <a:extLst>
                <a:ext uri="{FF2B5EF4-FFF2-40B4-BE49-F238E27FC236}">
                  <a16:creationId xmlns:a16="http://schemas.microsoft.com/office/drawing/2014/main" id="{C0E4A5A7-B982-058E-5782-C93569D72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04796" y="4235301"/>
              <a:ext cx="1001072" cy="1001072"/>
            </a:xfrm>
            <a:prstGeom prst="ellipse">
              <a:avLst/>
            </a:prstGeom>
          </p:spPr>
        </p:pic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D0A371B3-9BAE-BB84-0504-D2D6AD6569D8}"/>
              </a:ext>
            </a:extLst>
          </p:cNvPr>
          <p:cNvGrpSpPr/>
          <p:nvPr/>
        </p:nvGrpSpPr>
        <p:grpSpPr>
          <a:xfrm>
            <a:off x="3100082" y="4214924"/>
            <a:ext cx="1509617" cy="1395720"/>
            <a:chOff x="3100082" y="4214924"/>
            <a:chExt cx="1509617" cy="1395720"/>
          </a:xfrm>
        </p:grpSpPr>
        <p:pic>
          <p:nvPicPr>
            <p:cNvPr id="215" name="Picture 4">
              <a:extLst>
                <a:ext uri="{FF2B5EF4-FFF2-40B4-BE49-F238E27FC236}">
                  <a16:creationId xmlns:a16="http://schemas.microsoft.com/office/drawing/2014/main" id="{07FFEBC0-E69C-C2EF-BA52-F551F2A73B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/>
            <a:srcRect l="1956" r="1956"/>
            <a:stretch/>
          </p:blipFill>
          <p:spPr bwMode="auto">
            <a:xfrm>
              <a:off x="3353516" y="4214924"/>
              <a:ext cx="1001070" cy="1041827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13AD7888-55FB-1097-1899-AE558D4DB6E8}"/>
                </a:ext>
              </a:extLst>
            </p:cNvPr>
            <p:cNvSpPr txBox="1"/>
            <p:nvPr/>
          </p:nvSpPr>
          <p:spPr>
            <a:xfrm>
              <a:off x="3100082" y="5306010"/>
              <a:ext cx="1509617" cy="30463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Sander </a:t>
              </a:r>
              <a:r>
                <a:rPr kumimoji="0" lang="en-US" sz="800" b="1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Heyndrickx</a:t>
              </a:r>
              <a:endParaRPr kumimoji="0" lang="LID4096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endParaRPr>
            </a:p>
          </p:txBody>
        </p: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31013075-A891-742A-9023-96B9A243A744}"/>
              </a:ext>
            </a:extLst>
          </p:cNvPr>
          <p:cNvGrpSpPr/>
          <p:nvPr/>
        </p:nvGrpSpPr>
        <p:grpSpPr>
          <a:xfrm>
            <a:off x="10478015" y="4219129"/>
            <a:ext cx="1509617" cy="1391515"/>
            <a:chOff x="10473974" y="4219129"/>
            <a:chExt cx="1509617" cy="1391515"/>
          </a:xfrm>
        </p:grpSpPr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9D7D49FD-AB07-1D87-A29D-7C8BD6CF4C5E}"/>
                </a:ext>
              </a:extLst>
            </p:cNvPr>
            <p:cNvSpPr txBox="1"/>
            <p:nvPr/>
          </p:nvSpPr>
          <p:spPr>
            <a:xfrm>
              <a:off x="10473974" y="5306010"/>
              <a:ext cx="1509617" cy="30463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Xuxa Malliet</a:t>
              </a:r>
              <a:endParaRPr kumimoji="0" lang="LID4096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endParaRPr>
            </a:p>
          </p:txBody>
        </p:sp>
        <p:pic>
          <p:nvPicPr>
            <p:cNvPr id="223" name="Picture 222">
              <a:extLst>
                <a:ext uri="{FF2B5EF4-FFF2-40B4-BE49-F238E27FC236}">
                  <a16:creationId xmlns:a16="http://schemas.microsoft.com/office/drawing/2014/main" id="{54479B5F-3CA3-403D-62C7-49C9E150D1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rcRect/>
            <a:stretch/>
          </p:blipFill>
          <p:spPr>
            <a:xfrm>
              <a:off x="10725311" y="4219129"/>
              <a:ext cx="1040400" cy="1040400"/>
            </a:xfrm>
            <a:prstGeom prst="flowChartConnector">
              <a:avLst/>
            </a:prstGeom>
          </p:spPr>
        </p:pic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D1DF16CA-F741-8243-8304-814DD3442FE2}"/>
              </a:ext>
            </a:extLst>
          </p:cNvPr>
          <p:cNvGrpSpPr/>
          <p:nvPr/>
        </p:nvGrpSpPr>
        <p:grpSpPr>
          <a:xfrm>
            <a:off x="8999198" y="2326125"/>
            <a:ext cx="1509617" cy="1378762"/>
            <a:chOff x="8999198" y="2326125"/>
            <a:chExt cx="1509617" cy="1378762"/>
          </a:xfrm>
        </p:grpSpPr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B88ED0F0-BD2C-9CE2-6E6C-4B6A196010F8}"/>
                </a:ext>
              </a:extLst>
            </p:cNvPr>
            <p:cNvSpPr txBox="1"/>
            <p:nvPr/>
          </p:nvSpPr>
          <p:spPr>
            <a:xfrm>
              <a:off x="8999198" y="3400253"/>
              <a:ext cx="1509617" cy="30463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Robbe Devreese</a:t>
              </a:r>
            </a:p>
          </p:txBody>
        </p:sp>
        <p:pic>
          <p:nvPicPr>
            <p:cNvPr id="226" name="Picture 225" descr="A person with glasses smiling&#10;&#10;AI-generated content may be incorrect.">
              <a:extLst>
                <a:ext uri="{FF2B5EF4-FFF2-40B4-BE49-F238E27FC236}">
                  <a16:creationId xmlns:a16="http://schemas.microsoft.com/office/drawing/2014/main" id="{F57927C9-F62F-D9F9-B817-1DCB85B92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9250952" y="2326125"/>
              <a:ext cx="1000800" cy="1000800"/>
            </a:xfrm>
            <a:prstGeom prst="ellipse">
              <a:avLst/>
            </a:prstGeom>
            <a:ln w="38100">
              <a:noFill/>
            </a:ln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ADAC482-B07C-4900-0EAF-0E8AC0156753}"/>
              </a:ext>
            </a:extLst>
          </p:cNvPr>
          <p:cNvGrpSpPr/>
          <p:nvPr/>
        </p:nvGrpSpPr>
        <p:grpSpPr>
          <a:xfrm>
            <a:off x="10441400" y="2339330"/>
            <a:ext cx="1509617" cy="1381592"/>
            <a:chOff x="12093553" y="407285"/>
            <a:chExt cx="1509617" cy="138159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B02919C-6486-881F-E32C-3F5ED8073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12347961" y="407285"/>
              <a:ext cx="1000800" cy="1000800"/>
            </a:xfrm>
            <a:prstGeom prst="ellipse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9E5741A-48D1-6F61-BB27-77FE9D8D1A3E}"/>
                </a:ext>
              </a:extLst>
            </p:cNvPr>
            <p:cNvSpPr txBox="1"/>
            <p:nvPr/>
          </p:nvSpPr>
          <p:spPr>
            <a:xfrm>
              <a:off x="12093553" y="1484243"/>
              <a:ext cx="1509617" cy="30463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 SemiBold" pitchFamily="2" charset="0"/>
                  <a:ea typeface="Open Sans SemiBold" pitchFamily="2" charset="0"/>
                  <a:cs typeface="Open Sans SemiBold" pitchFamily="2" charset="0"/>
                </a:rPr>
                <a:t>Lennart Martens</a:t>
              </a:r>
              <a:endParaRPr kumimoji="0" lang="LID4096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01163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4782E-02B2-F3B8-F85F-B71ECB1FF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DAA4BCB-7DEA-7EC3-48ED-DD459B404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80" y="365125"/>
            <a:ext cx="11358282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Saliency maps to gain fundamental knowledge</a:t>
            </a:r>
            <a:b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the retention mechanism</a:t>
            </a:r>
            <a:endParaRPr lang="en-BE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B975044-9078-3B1B-8852-C9D64CD7B6D6}"/>
              </a:ext>
            </a:extLst>
          </p:cNvPr>
          <p:cNvGrpSpPr/>
          <p:nvPr/>
        </p:nvGrpSpPr>
        <p:grpSpPr>
          <a:xfrm>
            <a:off x="5916932" y="1627776"/>
            <a:ext cx="4835701" cy="2180702"/>
            <a:chOff x="7779042" y="1309827"/>
            <a:chExt cx="3826234" cy="1725474"/>
          </a:xfrm>
        </p:grpSpPr>
        <p:pic>
          <p:nvPicPr>
            <p:cNvPr id="2" name="Picture 2">
              <a:extLst>
                <a:ext uri="{FF2B5EF4-FFF2-40B4-BE49-F238E27FC236}">
                  <a16:creationId xmlns:a16="http://schemas.microsoft.com/office/drawing/2014/main" id="{9A616A0F-CBBD-5FE3-6188-9FA42DD7B2D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771" r="67346" b="50639"/>
            <a:stretch/>
          </p:blipFill>
          <p:spPr bwMode="auto">
            <a:xfrm>
              <a:off x="7779042" y="1816101"/>
              <a:ext cx="3826234" cy="1219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08B74B9-E3E7-33A2-F506-4C053450C413}"/>
                </a:ext>
              </a:extLst>
            </p:cNvPr>
            <p:cNvSpPr txBox="1"/>
            <p:nvPr/>
          </p:nvSpPr>
          <p:spPr>
            <a:xfrm>
              <a:off x="8850910" y="1309827"/>
              <a:ext cx="168249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/>
                <a:t>FA</a:t>
              </a:r>
            </a:p>
            <a:p>
              <a:pPr algn="ctr"/>
              <a:r>
                <a:rPr lang="en-US"/>
                <a:t>(Formic Acid)</a:t>
              </a:r>
              <a:endParaRPr lang="en-NL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79C71AA-5102-F449-7470-4B4A3E862F83}"/>
              </a:ext>
            </a:extLst>
          </p:cNvPr>
          <p:cNvGrpSpPr/>
          <p:nvPr/>
        </p:nvGrpSpPr>
        <p:grpSpPr>
          <a:xfrm>
            <a:off x="6154147" y="2915878"/>
            <a:ext cx="4791938" cy="2289534"/>
            <a:chOff x="6725647" y="4348438"/>
            <a:chExt cx="4791938" cy="228953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74B7A0C-9125-8F47-BDB7-FDB2C73365E0}"/>
                </a:ext>
              </a:extLst>
            </p:cNvPr>
            <p:cNvSpPr txBox="1"/>
            <p:nvPr/>
          </p:nvSpPr>
          <p:spPr>
            <a:xfrm>
              <a:off x="7804989" y="4348438"/>
              <a:ext cx="2126385" cy="9335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/>
                <a:t>AA</a:t>
              </a:r>
            </a:p>
            <a:p>
              <a:pPr algn="ctr"/>
              <a:r>
                <a:rPr lang="en-US"/>
                <a:t>(Acetic Acid)</a:t>
              </a:r>
              <a:endParaRPr lang="en-NL"/>
            </a:p>
          </p:txBody>
        </p:sp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FA5D7158-528E-E5D4-6935-619C8C69B43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641" t="13771" b="50639"/>
            <a:stretch/>
          </p:blipFill>
          <p:spPr bwMode="auto">
            <a:xfrm>
              <a:off x="6725647" y="5097113"/>
              <a:ext cx="4791938" cy="15408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5BF87C5-9CA4-C317-73C6-9B7FA1FC54DE}"/>
              </a:ext>
            </a:extLst>
          </p:cNvPr>
          <p:cNvGrpSpPr/>
          <p:nvPr/>
        </p:nvGrpSpPr>
        <p:grpSpPr>
          <a:xfrm>
            <a:off x="6081424" y="4417847"/>
            <a:ext cx="4815184" cy="2165177"/>
            <a:chOff x="6550387" y="2744645"/>
            <a:chExt cx="4815184" cy="216517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E87E6FD-119A-20B2-0E05-D513E125507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085" t="13771" r="33399" b="50639"/>
            <a:stretch/>
          </p:blipFill>
          <p:spPr bwMode="auto">
            <a:xfrm>
              <a:off x="6550387" y="3368963"/>
              <a:ext cx="4815184" cy="15408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DE4A41B-7FE4-306F-FA4A-BB613C534820}"/>
                </a:ext>
              </a:extLst>
            </p:cNvPr>
            <p:cNvSpPr txBox="1"/>
            <p:nvPr/>
          </p:nvSpPr>
          <p:spPr>
            <a:xfrm>
              <a:off x="7804989" y="2744645"/>
              <a:ext cx="2126386" cy="9335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/>
                <a:t>EG</a:t>
              </a:r>
            </a:p>
            <a:p>
              <a:pPr algn="ctr"/>
              <a:r>
                <a:rPr lang="en-US"/>
                <a:t>(Ethylene Glycol)</a:t>
              </a:r>
              <a:endParaRPr lang="en-NL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E816AD7-B2B3-D35B-89CE-718D625174E2}"/>
              </a:ext>
            </a:extLst>
          </p:cNvPr>
          <p:cNvGrpSpPr/>
          <p:nvPr/>
        </p:nvGrpSpPr>
        <p:grpSpPr>
          <a:xfrm>
            <a:off x="962340" y="1348404"/>
            <a:ext cx="4482816" cy="5509595"/>
            <a:chOff x="962339" y="983974"/>
            <a:chExt cx="4779331" cy="587402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985900F-B15B-24D6-A277-D340E63414A2}"/>
                </a:ext>
              </a:extLst>
            </p:cNvPr>
            <p:cNvGrpSpPr/>
            <p:nvPr/>
          </p:nvGrpSpPr>
          <p:grpSpPr>
            <a:xfrm>
              <a:off x="962339" y="983974"/>
              <a:ext cx="4779331" cy="5874026"/>
              <a:chOff x="1866899" y="983974"/>
              <a:chExt cx="4779331" cy="5874026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4D429C57-6C04-16E3-1C3D-87F98A28084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636"/>
              <a:stretch/>
            </p:blipFill>
            <p:spPr bwMode="auto">
              <a:xfrm>
                <a:off x="1866899" y="983974"/>
                <a:ext cx="4779331" cy="58740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1A7B53-21A8-AD2F-865F-BD02E67340EC}"/>
                  </a:ext>
                </a:extLst>
              </p:cNvPr>
              <p:cNvSpPr txBox="1"/>
              <p:nvPr/>
            </p:nvSpPr>
            <p:spPr>
              <a:xfrm>
                <a:off x="3081274" y="1138051"/>
                <a:ext cx="1974930" cy="787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RP</a:t>
                </a:r>
              </a:p>
              <a:p>
                <a:pPr algn="ctr"/>
                <a:r>
                  <a:rPr lang="en-US" dirty="0"/>
                  <a:t>(Hydrophobicity)</a:t>
                </a:r>
                <a:endParaRPr lang="en-NL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A8E4754-6754-4583-DA6B-804D5ED6D99C}"/>
                  </a:ext>
                </a:extLst>
              </p:cNvPr>
              <p:cNvSpPr txBox="1"/>
              <p:nvPr/>
            </p:nvSpPr>
            <p:spPr>
              <a:xfrm>
                <a:off x="3176091" y="2828870"/>
                <a:ext cx="1785297" cy="787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HILIC</a:t>
                </a:r>
              </a:p>
              <a:p>
                <a:pPr algn="ctr"/>
                <a:r>
                  <a:rPr lang="en-US" dirty="0"/>
                  <a:t>(Hydrophilicity)</a:t>
                </a:r>
                <a:endParaRPr lang="en-NL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E4E5D6-3BCA-E6E7-2DB6-B1BD7608C920}"/>
                  </a:ext>
                </a:extLst>
              </p:cNvPr>
              <p:cNvSpPr txBox="1"/>
              <p:nvPr/>
            </p:nvSpPr>
            <p:spPr>
              <a:xfrm>
                <a:off x="2868943" y="4616182"/>
                <a:ext cx="2399591" cy="787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SCX</a:t>
                </a:r>
              </a:p>
              <a:p>
                <a:pPr algn="ctr"/>
                <a:r>
                  <a:rPr lang="en-US" dirty="0"/>
                  <a:t>(cation interactions)</a:t>
                </a:r>
                <a:endParaRPr lang="en-NL" dirty="0"/>
              </a:p>
            </p:txBody>
          </p:sp>
        </p:grp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4BE85A1-F850-D031-20AB-542596DE4100}"/>
                </a:ext>
              </a:extLst>
            </p:cNvPr>
            <p:cNvSpPr/>
            <p:nvPr/>
          </p:nvSpPr>
          <p:spPr>
            <a:xfrm rot="16200000">
              <a:off x="749674" y="1790765"/>
              <a:ext cx="1091947" cy="666617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A1272E6-B47C-AD98-3C54-8B69ECACF430}"/>
                </a:ext>
              </a:extLst>
            </p:cNvPr>
            <p:cNvSpPr/>
            <p:nvPr/>
          </p:nvSpPr>
          <p:spPr>
            <a:xfrm rot="16200000">
              <a:off x="889426" y="3621933"/>
              <a:ext cx="977483" cy="666617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1D20899-03D7-749D-0225-4A6916A77CBA}"/>
                </a:ext>
              </a:extLst>
            </p:cNvPr>
            <p:cNvSpPr/>
            <p:nvPr/>
          </p:nvSpPr>
          <p:spPr>
            <a:xfrm rot="16200000">
              <a:off x="889427" y="5416839"/>
              <a:ext cx="977482" cy="666617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60F9123-941F-DB60-BA2D-DEF187C93AD9}"/>
                </a:ext>
              </a:extLst>
            </p:cNvPr>
            <p:cNvSpPr/>
            <p:nvPr/>
          </p:nvSpPr>
          <p:spPr>
            <a:xfrm rot="16200000">
              <a:off x="2427701" y="2366664"/>
              <a:ext cx="415399" cy="44501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CB4268A-C081-84D1-7474-F45DED390009}"/>
                </a:ext>
              </a:extLst>
            </p:cNvPr>
            <p:cNvSpPr/>
            <p:nvPr/>
          </p:nvSpPr>
          <p:spPr>
            <a:xfrm rot="16200000">
              <a:off x="2531989" y="4166978"/>
              <a:ext cx="371854" cy="44501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901262A-E145-3270-7695-F6991239BE0D}"/>
                </a:ext>
              </a:extLst>
            </p:cNvPr>
            <p:cNvSpPr/>
            <p:nvPr/>
          </p:nvSpPr>
          <p:spPr>
            <a:xfrm rot="16200000">
              <a:off x="2531992" y="5961888"/>
              <a:ext cx="371853" cy="44501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C084382-042D-D71D-CA62-3D4175AA9C41}"/>
                </a:ext>
              </a:extLst>
            </p:cNvPr>
            <p:cNvSpPr/>
            <p:nvPr/>
          </p:nvSpPr>
          <p:spPr>
            <a:xfrm rot="19745938">
              <a:off x="4578204" y="1492580"/>
              <a:ext cx="803902" cy="105649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B1134F2-3EB8-0948-8492-36D7EE28B183}"/>
                </a:ext>
              </a:extLst>
            </p:cNvPr>
            <p:cNvSpPr/>
            <p:nvPr/>
          </p:nvSpPr>
          <p:spPr>
            <a:xfrm rot="19745938">
              <a:off x="4716396" y="3277686"/>
              <a:ext cx="719632" cy="105649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4FB264-379F-CB93-5451-A3C0A80682E2}"/>
                </a:ext>
              </a:extLst>
            </p:cNvPr>
            <p:cNvSpPr/>
            <p:nvPr/>
          </p:nvSpPr>
          <p:spPr>
            <a:xfrm rot="19745938">
              <a:off x="4716401" y="5072592"/>
              <a:ext cx="719630" cy="105649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A3C77BC2-B180-FA25-8B7F-7021207CBA5A}"/>
              </a:ext>
            </a:extLst>
          </p:cNvPr>
          <p:cNvSpPr/>
          <p:nvPr/>
        </p:nvSpPr>
        <p:spPr>
          <a:xfrm rot="19745938">
            <a:off x="10021990" y="3146952"/>
            <a:ext cx="684616" cy="6782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DFF4C44-8345-474E-B2AD-6AEF897FE3B2}"/>
              </a:ext>
            </a:extLst>
          </p:cNvPr>
          <p:cNvSpPr/>
          <p:nvPr/>
        </p:nvSpPr>
        <p:spPr>
          <a:xfrm rot="19745938">
            <a:off x="9994083" y="4571619"/>
            <a:ext cx="635025" cy="6565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DA0BDF1-3B81-551D-04D9-5D342ADC1869}"/>
              </a:ext>
            </a:extLst>
          </p:cNvPr>
          <p:cNvSpPr/>
          <p:nvPr/>
        </p:nvSpPr>
        <p:spPr>
          <a:xfrm rot="19745938">
            <a:off x="10002952" y="5933992"/>
            <a:ext cx="696826" cy="7081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DE56660-0936-56CC-98CF-19A5188A3DAD}"/>
              </a:ext>
            </a:extLst>
          </p:cNvPr>
          <p:cNvSpPr/>
          <p:nvPr/>
        </p:nvSpPr>
        <p:spPr>
          <a:xfrm>
            <a:off x="9293595" y="1697182"/>
            <a:ext cx="2770151" cy="7693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3AC1FA4-5119-615E-47CE-064984AA1F05}"/>
              </a:ext>
            </a:extLst>
          </p:cNvPr>
          <p:cNvGrpSpPr/>
          <p:nvPr/>
        </p:nvGrpSpPr>
        <p:grpSpPr>
          <a:xfrm>
            <a:off x="9397974" y="1749362"/>
            <a:ext cx="3478972" cy="662786"/>
            <a:chOff x="5353686" y="1217711"/>
            <a:chExt cx="3478972" cy="662786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A8A62E9-E3FB-8F6D-FC87-711CBA1A4803}"/>
                </a:ext>
              </a:extLst>
            </p:cNvPr>
            <p:cNvSpPr/>
            <p:nvPr/>
          </p:nvSpPr>
          <p:spPr>
            <a:xfrm>
              <a:off x="5353686" y="1252968"/>
              <a:ext cx="266040" cy="237417"/>
            </a:xfrm>
            <a:prstGeom prst="rect">
              <a:avLst/>
            </a:prstGeom>
            <a:solidFill>
              <a:srgbClr val="7D9C7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20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4EE1BAC-2857-8C3D-C622-7642D29B0CF5}"/>
                </a:ext>
              </a:extLst>
            </p:cNvPr>
            <p:cNvSpPr/>
            <p:nvPr/>
          </p:nvSpPr>
          <p:spPr>
            <a:xfrm>
              <a:off x="5353911" y="1631861"/>
              <a:ext cx="266040" cy="237417"/>
            </a:xfrm>
            <a:prstGeom prst="rect">
              <a:avLst/>
            </a:prstGeom>
            <a:solidFill>
              <a:srgbClr val="D49FB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20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5AB1BDE-2BBF-6BFF-211A-51EBCA336341}"/>
                </a:ext>
              </a:extLst>
            </p:cNvPr>
            <p:cNvSpPr txBox="1"/>
            <p:nvPr/>
          </p:nvSpPr>
          <p:spPr>
            <a:xfrm>
              <a:off x="5596336" y="1217711"/>
              <a:ext cx="30019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Positive retention time contribution</a:t>
              </a:r>
              <a:endParaRPr lang="en-NL" sz="120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B520AAE-7603-B908-AA8C-FE3B4C11FD60}"/>
                </a:ext>
              </a:extLst>
            </p:cNvPr>
            <p:cNvSpPr txBox="1"/>
            <p:nvPr/>
          </p:nvSpPr>
          <p:spPr>
            <a:xfrm>
              <a:off x="5596336" y="1603498"/>
              <a:ext cx="32363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Negative retention time contribution</a:t>
              </a:r>
              <a:endParaRPr lang="en-NL" sz="1200"/>
            </a:p>
          </p:txBody>
        </p:sp>
      </p:grpSp>
      <p:pic>
        <p:nvPicPr>
          <p:cNvPr id="40" name="Picture 2" descr="Jiri Urban – Principal Investigator – Masaryk University | LinkedIn">
            <a:extLst>
              <a:ext uri="{FF2B5EF4-FFF2-40B4-BE49-F238E27FC236}">
                <a16:creationId xmlns:a16="http://schemas.microsoft.com/office/drawing/2014/main" id="{10A71ED2-1F29-0E04-6FF6-4B1A28878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157" y="175028"/>
            <a:ext cx="776901" cy="776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" descr="Mgr. Kateřina Hrůzová – Projects | Faculty of Science MU">
            <a:extLst>
              <a:ext uri="{FF2B5EF4-FFF2-40B4-BE49-F238E27FC236}">
                <a16:creationId xmlns:a16="http://schemas.microsoft.com/office/drawing/2014/main" id="{2173C312-7203-922D-67E3-265764783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7223" y="175028"/>
            <a:ext cx="636524" cy="773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0445F8F-EEDA-8F10-5719-31BA84BD86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9173" y="229065"/>
            <a:ext cx="1616819" cy="529882"/>
          </a:xfrm>
          <a:prstGeom prst="rect">
            <a:avLst/>
          </a:prstGeom>
          <a:ln w="190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62F20185-45B8-B8C1-5B25-33EE1290BBDA}"/>
              </a:ext>
            </a:extLst>
          </p:cNvPr>
          <p:cNvSpPr txBox="1"/>
          <p:nvPr/>
        </p:nvSpPr>
        <p:spPr>
          <a:xfrm>
            <a:off x="8856107" y="753507"/>
            <a:ext cx="15809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BE" sz="1400">
                <a:effectLst/>
                <a:latin typeface="UGent Panno Text (Body)"/>
              </a:rPr>
              <a:t>Jiří Urban</a:t>
            </a:r>
            <a:endParaRPr lang="en-US" sz="1400">
              <a:latin typeface="UGent Panno Text (Body)"/>
            </a:endParaRPr>
          </a:p>
          <a:p>
            <a:pPr algn="ctr"/>
            <a:r>
              <a:rPr lang="en-NL" sz="1400">
                <a:latin typeface="UGent Panno Text (Body)"/>
              </a:rPr>
              <a:t>Katerina Hruzova</a:t>
            </a:r>
          </a:p>
        </p:txBody>
      </p:sp>
    </p:spTree>
    <p:extLst>
      <p:ext uri="{BB962C8B-B14F-4D97-AF65-F5344CB8AC3E}">
        <p14:creationId xmlns:p14="http://schemas.microsoft.com/office/powerpoint/2010/main" val="3777654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UGent">
      <a:majorFont>
        <a:latin typeface="UGent Panno Text SemiBold"/>
        <a:ea typeface=""/>
        <a:cs typeface=""/>
      </a:majorFont>
      <a:minorFont>
        <a:latin typeface="UGent Panno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VIB_template_new">
  <a:themeElements>
    <a:clrScheme name="VIB">
      <a:dk1>
        <a:sysClr val="windowText" lastClr="000000"/>
      </a:dk1>
      <a:lt1>
        <a:sysClr val="window" lastClr="FFFFFF"/>
      </a:lt1>
      <a:dk2>
        <a:srgbClr val="1B2944"/>
      </a:dk2>
      <a:lt2>
        <a:srgbClr val="E7E6E6"/>
      </a:lt2>
      <a:accent1>
        <a:srgbClr val="42B7BA"/>
      </a:accent1>
      <a:accent2>
        <a:srgbClr val="EC662A"/>
      </a:accent2>
      <a:accent3>
        <a:srgbClr val="5B2A82"/>
      </a:accent3>
      <a:accent4>
        <a:srgbClr val="42B7BA"/>
      </a:accent4>
      <a:accent5>
        <a:srgbClr val="EC662A"/>
      </a:accent5>
      <a:accent6>
        <a:srgbClr val="5B2A82"/>
      </a:accent6>
      <a:hlink>
        <a:srgbClr val="5B2A82"/>
      </a:hlink>
      <a:folHlink>
        <a:srgbClr val="5B2A82"/>
      </a:folHlink>
    </a:clrScheme>
    <a:fontScheme name="VIB">
      <a:majorFont>
        <a:latin typeface="Dense 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mpOmics Template 2019-11.potx" id="{13F4CEE5-68B3-4C7D-B3E3-0A4E1F5BEEBF}" vid="{19BFB9F1-22A3-4262-81B8-421B180E2594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c7441fa-7a21-4cd9-8917-76bff9b8182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E2BD1588351345ACD5CCF9C70DD42E" ma:contentTypeVersion="18" ma:contentTypeDescription="Een nieuw document maken." ma:contentTypeScope="" ma:versionID="b235026e9b5c4b1729f3c1b6df3f49ac">
  <xsd:schema xmlns:xsd="http://www.w3.org/2001/XMLSchema" xmlns:xs="http://www.w3.org/2001/XMLSchema" xmlns:p="http://schemas.microsoft.com/office/2006/metadata/properties" xmlns:ns3="9c7441fa-7a21-4cd9-8917-76bff9b81827" xmlns:ns4="e6733304-53ed-4bf9-af20-c64629bff0db" targetNamespace="http://schemas.microsoft.com/office/2006/metadata/properties" ma:root="true" ma:fieldsID="9a431d1f1a4c29aeaf4c47f966507815" ns3:_="" ns4:_="">
    <xsd:import namespace="9c7441fa-7a21-4cd9-8917-76bff9b81827"/>
    <xsd:import namespace="e6733304-53ed-4bf9-af20-c64629bff0d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7441fa-7a21-4cd9-8917-76bff9b81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733304-53ed-4bf9-af20-c64629bff0db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Hint-hash delen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07A1936-19E1-41EA-9C70-6A3C10B00C54}">
  <ds:schemaRefs>
    <ds:schemaRef ds:uri="http://purl.org/dc/dcmitype/"/>
    <ds:schemaRef ds:uri="http://purl.org/dc/terms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e6733304-53ed-4bf9-af20-c64629bff0db"/>
    <ds:schemaRef ds:uri="9c7441fa-7a21-4cd9-8917-76bff9b81827"/>
  </ds:schemaRefs>
</ds:datastoreItem>
</file>

<file path=customXml/itemProps2.xml><?xml version="1.0" encoding="utf-8"?>
<ds:datastoreItem xmlns:ds="http://schemas.openxmlformats.org/officeDocument/2006/customXml" ds:itemID="{596598E8-33C6-4935-897E-192656B8DA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7441fa-7a21-4cd9-8917-76bff9b81827"/>
    <ds:schemaRef ds:uri="e6733304-53ed-4bf9-af20-c64629bff0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D204FD0-6E39-4D82-8ADA-B2626A7B24D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7811cde-ecef-496c-8f91-a1786241b99c}" enabled="0" method="" siteId="{d7811cde-ecef-496c-8f91-a1786241b99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5056</TotalTime>
  <Words>1657</Words>
  <Application>Microsoft Office PowerPoint</Application>
  <PresentationFormat>Widescreen</PresentationFormat>
  <Paragraphs>531</Paragraphs>
  <Slides>34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34</vt:i4>
      </vt:variant>
    </vt:vector>
  </HeadingPairs>
  <TitlesOfParts>
    <vt:vector size="51" baseType="lpstr">
      <vt:lpstr>Aptos</vt:lpstr>
      <vt:lpstr>Aptos Display</vt:lpstr>
      <vt:lpstr>Arial</vt:lpstr>
      <vt:lpstr>Calibri</vt:lpstr>
      <vt:lpstr>Cambria Math</vt:lpstr>
      <vt:lpstr>Corbel</vt:lpstr>
      <vt:lpstr>Dense</vt:lpstr>
      <vt:lpstr>Dense Bold</vt:lpstr>
      <vt:lpstr>Open Sans SemiBold</vt:lpstr>
      <vt:lpstr>Tahoma</vt:lpstr>
      <vt:lpstr>UGent Panno Text</vt:lpstr>
      <vt:lpstr>UGent Panno Text (Body)</vt:lpstr>
      <vt:lpstr>UGent Panno Text SemiBold</vt:lpstr>
      <vt:lpstr>UGent Panno Text SemiBold (Headings)</vt:lpstr>
      <vt:lpstr>Office Theme</vt:lpstr>
      <vt:lpstr>1_Office Theme</vt:lpstr>
      <vt:lpstr>VIB_template_new</vt:lpstr>
      <vt:lpstr>CompOmics: Proteomics Informatics from A(I) to Z(witterion)</vt:lpstr>
      <vt:lpstr>From biological research questions to data, identification + quantification, and biological insights</vt:lpstr>
      <vt:lpstr>MS-based proteomics from data to identification &amp; quantification</vt:lpstr>
      <vt:lpstr>MS-based proteomics from data to identification &amp; quantification</vt:lpstr>
      <vt:lpstr>Predicted behavior for better in silico representation of the signal</vt:lpstr>
      <vt:lpstr>Predicted behavior for better in silico representation of the signal</vt:lpstr>
      <vt:lpstr>PowerPoint Presentation</vt:lpstr>
      <vt:lpstr>PowerPoint Presentation</vt:lpstr>
      <vt:lpstr>Predicted behavior for better in silico representation of the signal</vt:lpstr>
      <vt:lpstr>Encoding modified peptides by their atomic composition allows accurate CCS predictions for PTMs</vt:lpstr>
      <vt:lpstr>Predicted behavior for better in silico representation of the signal</vt:lpstr>
      <vt:lpstr>Our MS²PIP fragmentation models accurately predict peptide fragmentation behavior in varying conditions</vt:lpstr>
      <vt:lpstr>Predicted behavior for better in silico representation of the signal</vt:lpstr>
      <vt:lpstr>TIMS²Rescore combines the full workflow in  ProteoScape (and is also available as a Python package)</vt:lpstr>
      <vt:lpstr>TIMS²Rescore combines the full workflow in  ProteoScape (and is also available as a Python package)</vt:lpstr>
      <vt:lpstr>MS²Rescore is an open and freely available  (and is also available as a Python package)</vt:lpstr>
      <vt:lpstr>Networks or graphs to represent peptides; the next big thing in behavior prediction</vt:lpstr>
      <vt:lpstr>PowerPoint Presentation</vt:lpstr>
      <vt:lpstr>PowerPoint Presentation</vt:lpstr>
      <vt:lpstr>PowerPoint Presentation</vt:lpstr>
      <vt:lpstr>The GNNs also bring transfer learning capabilities, allowing these to adapt even better to diversity</vt:lpstr>
      <vt:lpstr>So, we built an online, free, open, and easy-to-use tool to provide proteomics metadata: lesSDRF</vt:lpstr>
      <vt:lpstr>Public human and mouse data reprocessing using our AI tools reveals a hidden and diverse world of protein modifications</vt:lpstr>
      <vt:lpstr>PRIDE will be fully reprocessed using our enhanced ML tools and Scop3PTM disseminates the results</vt:lpstr>
      <vt:lpstr>PTMVision provides really interesting ways to visualise your proteome-wide PTM discovery data</vt:lpstr>
      <vt:lpstr>We built a machine learning-based tissue predictor, capable of knowledge extraction and hypothesis generation</vt:lpstr>
      <vt:lpstr>Strikingly, the predictor functions as a reliable detector of the molecular changes in a diseased tissue</vt:lpstr>
      <vt:lpstr>Strikingly, the predictor functions as a reliable detector of the molecular changes in a diseased tissue</vt:lpstr>
      <vt:lpstr>Modification-dependent protein association (MoDPA) networks have been built using a modified FAVA approach</vt:lpstr>
      <vt:lpstr>Our online Tabloid Proteome has been updated to disseminate our MoDPA results</vt:lpstr>
      <vt:lpstr>The new TabloidProteome also brings insights into alternative gene products, by incorporating sORFs.</vt:lpstr>
      <vt:lpstr>Conclusion  and outlook</vt:lpstr>
      <vt:lpstr>PowerPoint Presentation</vt:lpstr>
      <vt:lpstr>Saliency maps to gain fundamental knowledge on the retention mechanism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Robbin Bouwmeester</dc:creator>
  <cp:lastModifiedBy>Robbin Bouwmeester</cp:lastModifiedBy>
  <cp:revision>5</cp:revision>
  <dcterms:created xsi:type="dcterms:W3CDTF">2024-10-16T06:47:15Z</dcterms:created>
  <dcterms:modified xsi:type="dcterms:W3CDTF">2026-10-18T16:26:27Z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0x010100EEE2BD1588351345ACD5CCF9C70DD42E</vt:lpwstr>
  </property>
</Properties>
</file>