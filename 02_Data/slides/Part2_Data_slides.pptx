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AI FOR ANALYTICAL CHEMISTRY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Data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origin, rights, and quality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Sciences analytiques  -  2 h lectures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PART COVERS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for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20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12140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 from, their characteristics, licensing of code and data, and intellectual property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3375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1729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quality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538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information, how AI hides the base, poisoning the well, FAIR stewardship, model documentation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come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lab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you control: known conditions, but limited coverage.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947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Depositions and libraries: broad coverage, varied quality and licences.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and supplementary data: useful but often poorly structured.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/ augmented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364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or perturbed data: fills gaps, risks unrealistic patterns.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retention-time model trained on your lab, on ProteomeXchange/PRIDE, or on the NIST library covers different compounds and conditions.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to check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balance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947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classes or ranges represented, or is one dominant?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6362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quality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9476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targets correct? Pipeline labels carry the pipeline's errors.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instrument effects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364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instrument, operator or season can leak into the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834640"/>
            <a:ext cx="4023360" cy="1234440"/>
          </a:xfrm>
          <a:prstGeom prst="roundRect">
            <a:avLst>
              <a:gd name="adj" fmla="val 5926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9809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33649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conditions must be recorded, or data cannot be reused.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MS/MS spectra from several instruments differ systematically; a model may learn the instrument, not the chemistry.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Licensing: code and data are separate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Permissive / open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MIT, Apache-2.0 (broad reuse)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GPL (share-alike derivatives)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CC0, CC-BY (use, attribute)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CC-BY-NC (no commercial use)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2461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hard-code API tokens; use environment variables or a config file kept out of version control.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40690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fragmentation model trained on CC-BY-NC spectra cannot be shipped commercially; the data licence propagates to the model.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Intellectual property and ownership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data?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licence, ask who is legally entitled to the data. Instrument data produced under a service contract, a collaboration, or industrial funding may belong to a party other than the person who ran the sample. Clarify ownership and consent before using data to train a model that will be shared or published.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0690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LC-MS files acquired for a paying client are usually the client's property; training a public model on them needs permission.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-1188720"/>
            <a:ext cx="3108960" cy="310896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and quality of information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signal to knowledge - and who keeps the base trustworthy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Levels of information, and where AI looks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2_Data/slides/resources/information_levels_pyramid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5760" y="1371600"/>
            <a:ext cx="448056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150876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exist from raw signal to interpreted knowledge; each level is derived from the one below, losing detail.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increasingly deliver the top directly, which pushes the foundational data out of view.
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wrong at the bottom, the error is invisible at the top, where the user looks.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and "poisoning the well"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2194560"/>
          </a:xfrm>
          <a:prstGeom prst="roundRect">
            <a:avLst>
              <a:gd name="adj" fmla="val 3333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foundational data are a single point of failure.
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models and downstream users all depend on the same source data, an error at the source propagates everywhere. A mislabelled library entry is copied into every model trained on it and every analysis that trusts it, and it is hard to trace because the source looks authoritative.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40690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misannotated reference spectrum makes every tool that trusts the library repeat the same wrong identification.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maintains the base? FAIR stewardship</a:t>
            </a:r>
            <a:endParaRPr lang="en-US" sz="2600" dirty="0"/>
          </a:p>
        </p:txBody>
      </p:sp>
      <p:pic>
        <p:nvPicPr>
          <p:cNvPr id="4" name="Image 0" descr="/sessions/compassionate-determined-keller/mnt/cours_IA_Chimie/ML_AI_Analytical_Chemistry_Course/02_Data/slides/resources/fair_data_stewardshi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17320"/>
            <a:ext cx="73152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918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curation is a real cost carried by repositories, consortia and standards bodies.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Findable, Accessible, Interoperable and Reusable; persistent identifiers and standard formats make this practical.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29768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ProteomeXchange/PRIDE give stable accessions; mzML/mzSpecLib give interoperability; a USI points to one exact spectrum.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AND QUALITY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models and 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0F7F7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documentation that travels with a model: intended use, training data and its licence, evaluation, and known limitations. Version both data and models for reproducibility.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AF6F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627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2057400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 user must know what a model learned from, what it is for, and where it breaks, before relying on it. Community resources such as ProteomicsML share documented models and datasets.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AF6F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420624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retention model with a model card stating training set, licence, column and error lets another lab judge fit before use.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743200"/>
            <a:ext cx="3474720" cy="347472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7589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only as good, and as legal, as the data behind it.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origin, balance, label quality, batch effects and metadata first.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data carry separate licences; data licences propagate to the model.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hide the foundational data, so errors at the base go unseen.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stewardship and model cards keep the shared base trustworthy.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2 - Data</dc:title>
  <dc:subject>PptxGenJS Presentation</dc:subject>
  <dc:creator>Lennart Martens</dc:creator>
  <cp:lastModifiedBy>Lennart Martens</cp:lastModifiedBy>
  <cp:revision>1</cp:revision>
  <dcterms:created xsi:type="dcterms:W3CDTF">2026-06-30T10:56:06Z</dcterms:created>
  <dcterms:modified xsi:type="dcterms:W3CDTF">2026-06-30T10:56:06Z</dcterms:modified>
</cp:coreProperties>
</file>